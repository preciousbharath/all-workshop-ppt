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arlow SemiCondensed Bold" charset="1" panose="00000806000000000000"/>
      <p:regular r:id="rId15"/>
    </p:embeddedFont>
    <p:embeddedFont>
      <p:font typeface="Barlow SemiCondensed" charset="1" panose="00000506000000000000"/>
      <p:regular r:id="rId16"/>
    </p:embeddedFont>
    <p:embeddedFont>
      <p:font typeface="Barlow Light Bold" charset="1" panose="00000500000000000000"/>
      <p:regular r:id="rId17"/>
    </p:embeddedFont>
    <p:embeddedFont>
      <p:font typeface="Roboto Condensed Bold" charset="1" panose="02000000000000000000"/>
      <p:regular r:id="rId18"/>
    </p:embeddedFont>
    <p:embeddedFont>
      <p:font typeface="Assistant Regular" charset="1" panose="00000500000000000000"/>
      <p:regular r:id="rId19"/>
    </p:embeddedFont>
    <p:embeddedFont>
      <p:font typeface="Norwester" charset="1" panose="00000506000000000000"/>
      <p:regular r:id="rId20"/>
    </p:embeddedFont>
    <p:embeddedFont>
      <p:font typeface="Rubik Medium" charset="1" panose="00000600000000000000"/>
      <p:regular r:id="rId21"/>
    </p:embeddedFont>
    <p:embeddedFont>
      <p:font typeface="Poppins Medium" charset="1" panose="00000600000000000000"/>
      <p:regular r:id="rId22"/>
    </p:embeddedFont>
    <p:embeddedFont>
      <p:font typeface="Alata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58" t="0" r="-1105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4440" y="-29435"/>
            <a:ext cx="18414980" cy="10345871"/>
          </a:xfrm>
          <a:custGeom>
            <a:avLst/>
            <a:gdLst/>
            <a:ahLst/>
            <a:cxnLst/>
            <a:rect r="r" b="b" t="t" l="l"/>
            <a:pathLst>
              <a:path h="10345871" w="18414980">
                <a:moveTo>
                  <a:pt x="0" y="0"/>
                </a:moveTo>
                <a:lnTo>
                  <a:pt x="18414980" y="0"/>
                </a:lnTo>
                <a:lnTo>
                  <a:pt x="18414980" y="10345870"/>
                </a:lnTo>
                <a:lnTo>
                  <a:pt x="0" y="103458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78197" y="737463"/>
            <a:ext cx="14966128" cy="14479729"/>
          </a:xfrm>
          <a:custGeom>
            <a:avLst/>
            <a:gdLst/>
            <a:ahLst/>
            <a:cxnLst/>
            <a:rect r="r" b="b" t="t" l="l"/>
            <a:pathLst>
              <a:path h="14479729" w="14966128">
                <a:moveTo>
                  <a:pt x="0" y="0"/>
                </a:moveTo>
                <a:lnTo>
                  <a:pt x="14966129" y="0"/>
                </a:lnTo>
                <a:lnTo>
                  <a:pt x="14966129" y="14479729"/>
                </a:lnTo>
                <a:lnTo>
                  <a:pt x="0" y="144797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660589"/>
            <a:ext cx="5626411" cy="5626411"/>
          </a:xfrm>
          <a:custGeom>
            <a:avLst/>
            <a:gdLst/>
            <a:ahLst/>
            <a:cxnLst/>
            <a:rect r="r" b="b" t="t" l="l"/>
            <a:pathLst>
              <a:path h="5626411" w="5626411">
                <a:moveTo>
                  <a:pt x="0" y="0"/>
                </a:moveTo>
                <a:lnTo>
                  <a:pt x="5626411" y="0"/>
                </a:lnTo>
                <a:lnTo>
                  <a:pt x="5626411" y="5626411"/>
                </a:lnTo>
                <a:lnTo>
                  <a:pt x="0" y="56264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71040" y="-2096365"/>
            <a:ext cx="5667655" cy="5667655"/>
          </a:xfrm>
          <a:custGeom>
            <a:avLst/>
            <a:gdLst/>
            <a:ahLst/>
            <a:cxnLst/>
            <a:rect r="r" b="b" t="t" l="l"/>
            <a:pathLst>
              <a:path h="5667655" w="5667655">
                <a:moveTo>
                  <a:pt x="0" y="0"/>
                </a:moveTo>
                <a:lnTo>
                  <a:pt x="5667655" y="0"/>
                </a:lnTo>
                <a:lnTo>
                  <a:pt x="5667655" y="5667655"/>
                </a:lnTo>
                <a:lnTo>
                  <a:pt x="0" y="5667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72968" y="5075173"/>
            <a:ext cx="7308191" cy="7308191"/>
          </a:xfrm>
          <a:custGeom>
            <a:avLst/>
            <a:gdLst/>
            <a:ahLst/>
            <a:cxnLst/>
            <a:rect r="r" b="b" t="t" l="l"/>
            <a:pathLst>
              <a:path h="7308191" w="7308191">
                <a:moveTo>
                  <a:pt x="0" y="0"/>
                </a:moveTo>
                <a:lnTo>
                  <a:pt x="7308192" y="0"/>
                </a:lnTo>
                <a:lnTo>
                  <a:pt x="7308192" y="7308192"/>
                </a:lnTo>
                <a:lnTo>
                  <a:pt x="0" y="7308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0">
            <a:off x="9566264" y="6614928"/>
            <a:ext cx="184053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077456" y="3965899"/>
            <a:ext cx="10181844" cy="148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40"/>
              </a:lnSpc>
            </a:pPr>
            <a:r>
              <a:rPr lang="en-US" b="true" sz="10400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PANDAS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74174" y="6404108"/>
            <a:ext cx="8185126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LIBRARIES FOR MACHINE LEARNING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2400" y="4812989"/>
            <a:ext cx="5626411" cy="5626411"/>
          </a:xfrm>
          <a:custGeom>
            <a:avLst/>
            <a:gdLst/>
            <a:ahLst/>
            <a:cxnLst/>
            <a:rect r="r" b="b" t="t" l="l"/>
            <a:pathLst>
              <a:path h="5626411" w="5626411">
                <a:moveTo>
                  <a:pt x="0" y="0"/>
                </a:moveTo>
                <a:lnTo>
                  <a:pt x="5626411" y="0"/>
                </a:lnTo>
                <a:lnTo>
                  <a:pt x="5626411" y="5626411"/>
                </a:lnTo>
                <a:lnTo>
                  <a:pt x="0" y="56264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42737" y="378311"/>
            <a:ext cx="6345263" cy="1300779"/>
          </a:xfrm>
          <a:custGeom>
            <a:avLst/>
            <a:gdLst/>
            <a:ahLst/>
            <a:cxnLst/>
            <a:rect r="r" b="b" t="t" l="l"/>
            <a:pathLst>
              <a:path h="1300779" w="6345263">
                <a:moveTo>
                  <a:pt x="0" y="0"/>
                </a:moveTo>
                <a:lnTo>
                  <a:pt x="6345263" y="0"/>
                </a:lnTo>
                <a:lnTo>
                  <a:pt x="6345263" y="1300778"/>
                </a:lnTo>
                <a:lnTo>
                  <a:pt x="0" y="1300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F1C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9799" y="450256"/>
            <a:ext cx="9404418" cy="9098774"/>
          </a:xfrm>
          <a:custGeom>
            <a:avLst/>
            <a:gdLst/>
            <a:ahLst/>
            <a:cxnLst/>
            <a:rect r="r" b="b" t="t" l="l"/>
            <a:pathLst>
              <a:path h="9098774" w="9404418">
                <a:moveTo>
                  <a:pt x="0" y="0"/>
                </a:moveTo>
                <a:lnTo>
                  <a:pt x="9404418" y="0"/>
                </a:lnTo>
                <a:lnTo>
                  <a:pt x="9404418" y="9098774"/>
                </a:lnTo>
                <a:lnTo>
                  <a:pt x="0" y="9098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0287000" y="1946074"/>
            <a:ext cx="1511564" cy="0"/>
          </a:xfrm>
          <a:prstGeom prst="line">
            <a:avLst/>
          </a:prstGeom>
          <a:ln cap="flat" w="19050">
            <a:solidFill>
              <a:srgbClr val="AF1C4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-366446" y="-442895"/>
            <a:ext cx="4683060" cy="4683060"/>
          </a:xfrm>
          <a:custGeom>
            <a:avLst/>
            <a:gdLst/>
            <a:ahLst/>
            <a:cxnLst/>
            <a:rect r="r" b="b" t="t" l="l"/>
            <a:pathLst>
              <a:path h="4683060" w="4683060">
                <a:moveTo>
                  <a:pt x="0" y="0"/>
                </a:moveTo>
                <a:lnTo>
                  <a:pt x="4683060" y="0"/>
                </a:lnTo>
                <a:lnTo>
                  <a:pt x="4683060" y="4683060"/>
                </a:lnTo>
                <a:lnTo>
                  <a:pt x="0" y="46830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6614" y="3730697"/>
            <a:ext cx="5527603" cy="5527603"/>
          </a:xfrm>
          <a:custGeom>
            <a:avLst/>
            <a:gdLst/>
            <a:ahLst/>
            <a:cxnLst/>
            <a:rect r="r" b="b" t="t" l="l"/>
            <a:pathLst>
              <a:path h="5527603" w="5527603">
                <a:moveTo>
                  <a:pt x="0" y="0"/>
                </a:moveTo>
                <a:lnTo>
                  <a:pt x="5527603" y="0"/>
                </a:lnTo>
                <a:lnTo>
                  <a:pt x="5527603" y="5527603"/>
                </a:lnTo>
                <a:lnTo>
                  <a:pt x="0" y="55276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-688098" y="5538727"/>
            <a:ext cx="7895056" cy="7137130"/>
            <a:chOff x="0" y="0"/>
            <a:chExt cx="6350000" cy="574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1"/>
                  </a:cubicBezTo>
                  <a:lnTo>
                    <a:pt x="6177280" y="3553461"/>
                  </a:lnTo>
                  <a:cubicBezTo>
                    <a:pt x="6287770" y="3450591"/>
                    <a:pt x="6351270" y="3307081"/>
                    <a:pt x="6351270" y="3155951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9"/>
              <a:stretch>
                <a:fillRect l="-16717" t="0" r="-16717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81944" y="1703758"/>
            <a:ext cx="5277356" cy="52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b="true" sz="3600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HISTORY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66898" y="3053222"/>
            <a:ext cx="7107447" cy="129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>
                    <a:alpha val="80000"/>
                  </a:srgbClr>
                </a:solidFill>
                <a:latin typeface="Barlow Light Bold"/>
                <a:ea typeface="Barlow Light Bold"/>
                <a:cs typeface="Barlow Light Bold"/>
                <a:sym typeface="Barlow Light Bold"/>
              </a:rPr>
              <a:t>The name "Pandas" has a reference to both "Panel Data", and "Python Data Analysis" and was created by Wes McKinney in 2008.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066800"/>
            <a:ext cx="8226616" cy="105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8"/>
              </a:lnSpc>
            </a:pPr>
            <a:r>
              <a:rPr lang="en-US" b="true" sz="7200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WHAT IS PANDAS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533650"/>
            <a:ext cx="8226616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Barlow Light Bold"/>
                <a:ea typeface="Barlow Light Bold"/>
                <a:cs typeface="Barlow Light Bold"/>
                <a:sym typeface="Barlow Light Bold"/>
              </a:rPr>
              <a:t>Pandas is a Python library used for working with data sets.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Barlow Light Bold"/>
                <a:ea typeface="Barlow Light Bold"/>
                <a:cs typeface="Barlow Light Bold"/>
                <a:sym typeface="Barlow Light Bold"/>
              </a:rPr>
              <a:t>It has functions for analyzing, cleaning, exploring, and manipulating data.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942737" y="0"/>
            <a:ext cx="6345263" cy="1300779"/>
          </a:xfrm>
          <a:custGeom>
            <a:avLst/>
            <a:gdLst/>
            <a:ahLst/>
            <a:cxnLst/>
            <a:rect r="r" b="b" t="t" l="l"/>
            <a:pathLst>
              <a:path h="1300779" w="6345263">
                <a:moveTo>
                  <a:pt x="0" y="0"/>
                </a:moveTo>
                <a:lnTo>
                  <a:pt x="6345263" y="0"/>
                </a:lnTo>
                <a:lnTo>
                  <a:pt x="6345263" y="1300779"/>
                </a:lnTo>
                <a:lnTo>
                  <a:pt x="0" y="13007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7845" y="1901012"/>
            <a:ext cx="7639061" cy="8806209"/>
            <a:chOff x="0" y="0"/>
            <a:chExt cx="3223009" cy="37154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23009" cy="3715443"/>
            </a:xfrm>
            <a:custGeom>
              <a:avLst/>
              <a:gdLst/>
              <a:ahLst/>
              <a:cxnLst/>
              <a:rect r="r" b="b" t="t" l="l"/>
              <a:pathLst>
                <a:path h="3715443" w="3223009">
                  <a:moveTo>
                    <a:pt x="0" y="0"/>
                  </a:moveTo>
                  <a:lnTo>
                    <a:pt x="3223009" y="0"/>
                  </a:lnTo>
                  <a:lnTo>
                    <a:pt x="3223009" y="3715443"/>
                  </a:lnTo>
                  <a:lnTo>
                    <a:pt x="0" y="3715443"/>
                  </a:lnTo>
                  <a:close/>
                </a:path>
              </a:pathLst>
            </a:custGeom>
            <a:solidFill>
              <a:srgbClr val="2E39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99145" y="1901012"/>
            <a:ext cx="6760155" cy="7385863"/>
            <a:chOff x="0" y="0"/>
            <a:chExt cx="9013540" cy="9847817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19452" t="0" r="19452" b="0"/>
            <a:stretch>
              <a:fillRect/>
            </a:stretch>
          </p:blipFill>
          <p:spPr>
            <a:xfrm flipH="false" flipV="false">
              <a:off x="0" y="0"/>
              <a:ext cx="9013540" cy="9847817"/>
            </a:xfrm>
            <a:prstGeom prst="rect">
              <a:avLst/>
            </a:prstGeom>
          </p:spPr>
        </p:pic>
      </p:grpSp>
      <p:sp>
        <p:nvSpPr>
          <p:cNvPr name="AutoShape 6" id="6"/>
          <p:cNvSpPr/>
          <p:nvPr/>
        </p:nvSpPr>
        <p:spPr>
          <a:xfrm rot="6930">
            <a:off x="1028693" y="9251156"/>
            <a:ext cx="7086614" cy="0"/>
          </a:xfrm>
          <a:prstGeom prst="line">
            <a:avLst/>
          </a:prstGeom>
          <a:ln cap="flat" w="28575">
            <a:solidFill>
              <a:srgbClr val="BD9E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49321" y="1881962"/>
            <a:ext cx="8648454" cy="128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8551" b="true">
                <a:solidFill>
                  <a:srgbClr val="2E394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why pandas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6634" y="3314156"/>
            <a:ext cx="10073828" cy="351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986" indent="-306993" lvl="1">
              <a:lnSpc>
                <a:spcPts val="4720"/>
              </a:lnSpc>
              <a:buFont typeface="Arial"/>
              <a:buChar char="•"/>
            </a:pPr>
            <a:r>
              <a:rPr lang="en-US" b="true" sz="2843" spc="-51">
                <a:solidFill>
                  <a:srgbClr val="2E394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Pandas allows us to analyze big data and make conclusions based on statistical theories.</a:t>
            </a:r>
          </a:p>
          <a:p>
            <a:pPr algn="l" marL="613986" indent="-306993" lvl="1">
              <a:lnSpc>
                <a:spcPts val="4720"/>
              </a:lnSpc>
              <a:buFont typeface="Arial"/>
              <a:buChar char="•"/>
            </a:pPr>
            <a:r>
              <a:rPr lang="en-US" b="true" sz="2843" spc="-51">
                <a:solidFill>
                  <a:srgbClr val="2E394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Pandas can clean messy data sets, and make them readable and relevant.</a:t>
            </a:r>
          </a:p>
          <a:p>
            <a:pPr algn="l" marL="613986" indent="-306993" lvl="1">
              <a:lnSpc>
                <a:spcPts val="4720"/>
              </a:lnSpc>
              <a:buFont typeface="Arial"/>
              <a:buChar char="•"/>
            </a:pPr>
            <a:r>
              <a:rPr lang="en-US" b="true" sz="2843" spc="-51">
                <a:solidFill>
                  <a:srgbClr val="2E394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Relevant data is very important in data science.</a:t>
            </a:r>
          </a:p>
          <a:p>
            <a:pPr algn="l">
              <a:lnSpc>
                <a:spcPts val="47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735753" y="9052194"/>
            <a:ext cx="3437246" cy="20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1227" spc="-22">
                <a:solidFill>
                  <a:srgbClr val="2E394A"/>
                </a:solidFill>
                <a:latin typeface="Assistant Regular"/>
                <a:ea typeface="Assistant Regular"/>
                <a:cs typeface="Assistant Regular"/>
                <a:sym typeface="Assistant Regular"/>
              </a:rPr>
              <a:t>Strictly Confidential, For Recipient Only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499145" y="9258300"/>
            <a:ext cx="1028700" cy="1448921"/>
            <a:chOff x="0" y="0"/>
            <a:chExt cx="1913890" cy="26957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3890" cy="2695708"/>
            </a:xfrm>
            <a:custGeom>
              <a:avLst/>
              <a:gdLst/>
              <a:ahLst/>
              <a:cxnLst/>
              <a:rect r="r" b="b" t="t" l="l"/>
              <a:pathLst>
                <a:path h="2695708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2695708"/>
                  </a:lnTo>
                  <a:lnTo>
                    <a:pt x="0" y="2695708"/>
                  </a:lnTo>
                  <a:close/>
                </a:path>
              </a:pathLst>
            </a:custGeom>
            <a:solidFill>
              <a:srgbClr val="BD9E5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8643" y="702011"/>
            <a:ext cx="224118" cy="224118"/>
            <a:chOff x="0" y="0"/>
            <a:chExt cx="7620000" cy="762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7393940" y="0"/>
                  </a:moveTo>
                  <a:lnTo>
                    <a:pt x="0" y="0"/>
                  </a:lnTo>
                  <a:lnTo>
                    <a:pt x="0" y="7620000"/>
                  </a:lnTo>
                  <a:lnTo>
                    <a:pt x="7620000" y="7620000"/>
                  </a:lnTo>
                  <a:lnTo>
                    <a:pt x="7620000" y="0"/>
                  </a:lnTo>
                  <a:lnTo>
                    <a:pt x="7393940" y="0"/>
                  </a:lnTo>
                  <a:close/>
                  <a:moveTo>
                    <a:pt x="7393940" y="7393940"/>
                  </a:moveTo>
                  <a:lnTo>
                    <a:pt x="228600" y="7393940"/>
                  </a:lnTo>
                  <a:lnTo>
                    <a:pt x="228600" y="228600"/>
                  </a:lnTo>
                  <a:lnTo>
                    <a:pt x="7393940" y="228600"/>
                  </a:lnTo>
                  <a:lnTo>
                    <a:pt x="7393940" y="7393940"/>
                  </a:lnTo>
                  <a:close/>
                </a:path>
              </a:pathLst>
            </a:custGeom>
            <a:solidFill>
              <a:srgbClr val="2E39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3982" y="702011"/>
            <a:ext cx="224118" cy="224118"/>
            <a:chOff x="0" y="0"/>
            <a:chExt cx="1913890" cy="19138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BD9E5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9321" y="702011"/>
            <a:ext cx="224118" cy="224118"/>
            <a:chOff x="0" y="0"/>
            <a:chExt cx="1913890" cy="1913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E39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760044" y="599439"/>
            <a:ext cx="429261" cy="429261"/>
            <a:chOff x="0" y="0"/>
            <a:chExt cx="1913890" cy="19138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BD9E5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690048" y="653350"/>
            <a:ext cx="569252" cy="29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2"/>
              </a:lnSpc>
            </a:pPr>
            <a:r>
              <a:rPr lang="en-US" b="true" sz="1882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01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942737" y="153374"/>
            <a:ext cx="6345263" cy="1300779"/>
          </a:xfrm>
          <a:custGeom>
            <a:avLst/>
            <a:gdLst/>
            <a:ahLst/>
            <a:cxnLst/>
            <a:rect r="r" b="b" t="t" l="l"/>
            <a:pathLst>
              <a:path h="1300779" w="6345263">
                <a:moveTo>
                  <a:pt x="0" y="0"/>
                </a:moveTo>
                <a:lnTo>
                  <a:pt x="6345263" y="0"/>
                </a:lnTo>
                <a:lnTo>
                  <a:pt x="6345263" y="1300779"/>
                </a:lnTo>
                <a:lnTo>
                  <a:pt x="0" y="1300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3402471" cy="1913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02471" cy="1913890"/>
            </a:xfrm>
            <a:custGeom>
              <a:avLst/>
              <a:gdLst/>
              <a:ahLst/>
              <a:cxnLst/>
              <a:rect r="r" b="b" t="t" l="l"/>
              <a:pathLst>
                <a:path h="1913890" w="3402471">
                  <a:moveTo>
                    <a:pt x="0" y="0"/>
                  </a:moveTo>
                  <a:lnTo>
                    <a:pt x="3402471" y="0"/>
                  </a:lnTo>
                  <a:lnTo>
                    <a:pt x="340247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111014">
                <a:alpha val="6666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00779" cy="1300779"/>
            <a:chOff x="0" y="0"/>
            <a:chExt cx="927100" cy="927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763270" y="0"/>
                  </a:moveTo>
                  <a:lnTo>
                    <a:pt x="0" y="0"/>
                  </a:lnTo>
                  <a:lnTo>
                    <a:pt x="0" y="927100"/>
                  </a:lnTo>
                  <a:lnTo>
                    <a:pt x="76200" y="927100"/>
                  </a:lnTo>
                  <a:lnTo>
                    <a:pt x="76200" y="76200"/>
                  </a:lnTo>
                  <a:lnTo>
                    <a:pt x="927100" y="76200"/>
                  </a:lnTo>
                  <a:lnTo>
                    <a:pt x="9271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15958521" y="7957521"/>
            <a:ext cx="1300779" cy="1300779"/>
            <a:chOff x="0" y="0"/>
            <a:chExt cx="927100" cy="927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763270" y="0"/>
                  </a:moveTo>
                  <a:lnTo>
                    <a:pt x="0" y="0"/>
                  </a:lnTo>
                  <a:lnTo>
                    <a:pt x="0" y="927100"/>
                  </a:lnTo>
                  <a:lnTo>
                    <a:pt x="76200" y="927100"/>
                  </a:lnTo>
                  <a:lnTo>
                    <a:pt x="76200" y="76200"/>
                  </a:lnTo>
                  <a:lnTo>
                    <a:pt x="927100" y="76200"/>
                  </a:lnTo>
                  <a:lnTo>
                    <a:pt x="9271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5400000">
            <a:off x="1016992" y="8418553"/>
            <a:ext cx="851455" cy="828040"/>
          </a:xfrm>
          <a:custGeom>
            <a:avLst/>
            <a:gdLst/>
            <a:ahLst/>
            <a:cxnLst/>
            <a:rect r="r" b="b" t="t" l="l"/>
            <a:pathLst>
              <a:path h="828040" w="851455">
                <a:moveTo>
                  <a:pt x="0" y="0"/>
                </a:moveTo>
                <a:lnTo>
                  <a:pt x="851455" y="0"/>
                </a:lnTo>
                <a:lnTo>
                  <a:pt x="851455" y="828039"/>
                </a:lnTo>
                <a:lnTo>
                  <a:pt x="0" y="8280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419553" y="1066562"/>
            <a:ext cx="851455" cy="828040"/>
          </a:xfrm>
          <a:custGeom>
            <a:avLst/>
            <a:gdLst/>
            <a:ahLst/>
            <a:cxnLst/>
            <a:rect r="r" b="b" t="t" l="l"/>
            <a:pathLst>
              <a:path h="828040" w="851455">
                <a:moveTo>
                  <a:pt x="0" y="0"/>
                </a:moveTo>
                <a:lnTo>
                  <a:pt x="851455" y="0"/>
                </a:lnTo>
                <a:lnTo>
                  <a:pt x="851455" y="828039"/>
                </a:lnTo>
                <a:lnTo>
                  <a:pt x="0" y="8280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01433" y="4221057"/>
            <a:ext cx="1485133" cy="1844886"/>
          </a:xfrm>
          <a:custGeom>
            <a:avLst/>
            <a:gdLst/>
            <a:ahLst/>
            <a:cxnLst/>
            <a:rect r="r" b="b" t="t" l="l"/>
            <a:pathLst>
              <a:path h="1844886" w="1485133">
                <a:moveTo>
                  <a:pt x="0" y="0"/>
                </a:moveTo>
                <a:lnTo>
                  <a:pt x="1485134" y="0"/>
                </a:lnTo>
                <a:lnTo>
                  <a:pt x="1485134" y="1844886"/>
                </a:lnTo>
                <a:lnTo>
                  <a:pt x="0" y="1844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29479" y="1997700"/>
            <a:ext cx="1362904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THANKS FOR WATCHING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971369" y="7307132"/>
            <a:ext cx="6345263" cy="1300779"/>
          </a:xfrm>
          <a:custGeom>
            <a:avLst/>
            <a:gdLst/>
            <a:ahLst/>
            <a:cxnLst/>
            <a:rect r="r" b="b" t="t" l="l"/>
            <a:pathLst>
              <a:path h="1300779" w="6345263">
                <a:moveTo>
                  <a:pt x="0" y="0"/>
                </a:moveTo>
                <a:lnTo>
                  <a:pt x="6345262" y="0"/>
                </a:lnTo>
                <a:lnTo>
                  <a:pt x="6345262" y="1300779"/>
                </a:lnTo>
                <a:lnTo>
                  <a:pt x="0" y="1300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14624" y="-8870041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AF1C4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2471" y="437650"/>
            <a:ext cx="14500738" cy="90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  <a:spcBef>
                <a:spcPct val="0"/>
              </a:spcBef>
            </a:pPr>
            <a:r>
              <a:rPr lang="en-US" b="true" sz="6617" spc="26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CHECK FOR NULL VALUES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913932" y="146140"/>
            <a:ext cx="2263637" cy="2306892"/>
            <a:chOff x="0" y="0"/>
            <a:chExt cx="3018183" cy="3075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8183" cy="3075856"/>
            </a:xfrm>
            <a:custGeom>
              <a:avLst/>
              <a:gdLst/>
              <a:ahLst/>
              <a:cxnLst/>
              <a:rect r="r" b="b" t="t" l="l"/>
              <a:pathLst>
                <a:path h="3075856" w="3018183">
                  <a:moveTo>
                    <a:pt x="0" y="0"/>
                  </a:moveTo>
                  <a:lnTo>
                    <a:pt x="3018183" y="0"/>
                  </a:lnTo>
                  <a:lnTo>
                    <a:pt x="3018183" y="3075856"/>
                  </a:lnTo>
                  <a:lnTo>
                    <a:pt x="0" y="307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59268" y="314609"/>
              <a:ext cx="2446638" cy="244663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46957" y="910227"/>
              <a:ext cx="2433469" cy="1216735"/>
            </a:xfrm>
            <a:custGeom>
              <a:avLst/>
              <a:gdLst/>
              <a:ahLst/>
              <a:cxnLst/>
              <a:rect r="r" b="b" t="t" l="l"/>
              <a:pathLst>
                <a:path h="1216735" w="2433469">
                  <a:moveTo>
                    <a:pt x="0" y="0"/>
                  </a:moveTo>
                  <a:lnTo>
                    <a:pt x="2433469" y="0"/>
                  </a:lnTo>
                  <a:lnTo>
                    <a:pt x="2433469" y="1216735"/>
                  </a:lnTo>
                  <a:lnTo>
                    <a:pt x="0" y="121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026655" y="148476"/>
            <a:ext cx="2261345" cy="2304555"/>
            <a:chOff x="0" y="0"/>
            <a:chExt cx="3015127" cy="3072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5127" cy="3072741"/>
            </a:xfrm>
            <a:custGeom>
              <a:avLst/>
              <a:gdLst/>
              <a:ahLst/>
              <a:cxnLst/>
              <a:rect r="r" b="b" t="t" l="l"/>
              <a:pathLst>
                <a:path h="3072741" w="3015127">
                  <a:moveTo>
                    <a:pt x="0" y="0"/>
                  </a:moveTo>
                  <a:lnTo>
                    <a:pt x="3015127" y="0"/>
                  </a:lnTo>
                  <a:lnTo>
                    <a:pt x="3015127" y="3072741"/>
                  </a:lnTo>
                  <a:lnTo>
                    <a:pt x="0" y="3072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65765" y="294572"/>
              <a:ext cx="2483596" cy="2483596"/>
            </a:xfrm>
            <a:custGeom>
              <a:avLst/>
              <a:gdLst/>
              <a:ahLst/>
              <a:cxnLst/>
              <a:rect r="r" b="b" t="t" l="l"/>
              <a:pathLst>
                <a:path h="2483596" w="2483596">
                  <a:moveTo>
                    <a:pt x="0" y="0"/>
                  </a:moveTo>
                  <a:lnTo>
                    <a:pt x="2483597" y="0"/>
                  </a:lnTo>
                  <a:lnTo>
                    <a:pt x="2483597" y="2483596"/>
                  </a:lnTo>
                  <a:lnTo>
                    <a:pt x="0" y="248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763201" y="3428370"/>
            <a:ext cx="10761598" cy="3430259"/>
          </a:xfrm>
          <a:custGeom>
            <a:avLst/>
            <a:gdLst/>
            <a:ahLst/>
            <a:cxnLst/>
            <a:rect r="r" b="b" t="t" l="l"/>
            <a:pathLst>
              <a:path h="3430259" w="10761598">
                <a:moveTo>
                  <a:pt x="0" y="0"/>
                </a:moveTo>
                <a:lnTo>
                  <a:pt x="10761598" y="0"/>
                </a:lnTo>
                <a:lnTo>
                  <a:pt x="10761598" y="3430260"/>
                </a:lnTo>
                <a:lnTo>
                  <a:pt x="0" y="34302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14624" y="-8870041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AF1C4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2471" y="437716"/>
            <a:ext cx="14500738" cy="90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  <a:spcBef>
                <a:spcPct val="0"/>
              </a:spcBef>
            </a:pPr>
            <a:r>
              <a:rPr lang="en-US" b="true" sz="6617" spc="26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HANDLING NULL VALUES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913932" y="146140"/>
            <a:ext cx="2263637" cy="2306892"/>
            <a:chOff x="0" y="0"/>
            <a:chExt cx="3018183" cy="3075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8183" cy="3075856"/>
            </a:xfrm>
            <a:custGeom>
              <a:avLst/>
              <a:gdLst/>
              <a:ahLst/>
              <a:cxnLst/>
              <a:rect r="r" b="b" t="t" l="l"/>
              <a:pathLst>
                <a:path h="3075856" w="3018183">
                  <a:moveTo>
                    <a:pt x="0" y="0"/>
                  </a:moveTo>
                  <a:lnTo>
                    <a:pt x="3018183" y="0"/>
                  </a:lnTo>
                  <a:lnTo>
                    <a:pt x="3018183" y="3075856"/>
                  </a:lnTo>
                  <a:lnTo>
                    <a:pt x="0" y="307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59268" y="314609"/>
              <a:ext cx="2446638" cy="244663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46957" y="910227"/>
              <a:ext cx="2433469" cy="1216735"/>
            </a:xfrm>
            <a:custGeom>
              <a:avLst/>
              <a:gdLst/>
              <a:ahLst/>
              <a:cxnLst/>
              <a:rect r="r" b="b" t="t" l="l"/>
              <a:pathLst>
                <a:path h="1216735" w="2433469">
                  <a:moveTo>
                    <a:pt x="0" y="0"/>
                  </a:moveTo>
                  <a:lnTo>
                    <a:pt x="2433469" y="0"/>
                  </a:lnTo>
                  <a:lnTo>
                    <a:pt x="2433469" y="1216735"/>
                  </a:lnTo>
                  <a:lnTo>
                    <a:pt x="0" y="121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026655" y="148476"/>
            <a:ext cx="2261345" cy="2304555"/>
            <a:chOff x="0" y="0"/>
            <a:chExt cx="3015127" cy="3072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5127" cy="3072741"/>
            </a:xfrm>
            <a:custGeom>
              <a:avLst/>
              <a:gdLst/>
              <a:ahLst/>
              <a:cxnLst/>
              <a:rect r="r" b="b" t="t" l="l"/>
              <a:pathLst>
                <a:path h="3072741" w="3015127">
                  <a:moveTo>
                    <a:pt x="0" y="0"/>
                  </a:moveTo>
                  <a:lnTo>
                    <a:pt x="3015127" y="0"/>
                  </a:lnTo>
                  <a:lnTo>
                    <a:pt x="3015127" y="3072741"/>
                  </a:lnTo>
                  <a:lnTo>
                    <a:pt x="0" y="3072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65765" y="294572"/>
              <a:ext cx="2483596" cy="2483596"/>
            </a:xfrm>
            <a:custGeom>
              <a:avLst/>
              <a:gdLst/>
              <a:ahLst/>
              <a:cxnLst/>
              <a:rect r="r" b="b" t="t" l="l"/>
              <a:pathLst>
                <a:path h="2483596" w="2483596">
                  <a:moveTo>
                    <a:pt x="0" y="0"/>
                  </a:moveTo>
                  <a:lnTo>
                    <a:pt x="2483597" y="0"/>
                  </a:lnTo>
                  <a:lnTo>
                    <a:pt x="2483597" y="2483596"/>
                  </a:lnTo>
                  <a:lnTo>
                    <a:pt x="0" y="248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697078" y="3333961"/>
            <a:ext cx="4893844" cy="324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34821" indent="-467410" lvl="1">
              <a:lnSpc>
                <a:spcPts val="8746"/>
              </a:lnSpc>
              <a:buFont typeface="Arial"/>
              <a:buChar char="•"/>
            </a:pPr>
            <a:r>
              <a:rPr lang="en-US" b="true" sz="432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Imputation</a:t>
            </a:r>
          </a:p>
          <a:p>
            <a:pPr algn="just">
              <a:lnSpc>
                <a:spcPts val="8746"/>
              </a:lnSpc>
            </a:pPr>
          </a:p>
          <a:p>
            <a:pPr algn="just" marL="934821" indent="-467410" lvl="1">
              <a:lnSpc>
                <a:spcPts val="8746"/>
              </a:lnSpc>
              <a:buFont typeface="Arial"/>
              <a:buChar char="•"/>
            </a:pPr>
            <a:r>
              <a:rPr lang="en-US" b="true" sz="432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Dropping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14624" y="-8870041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AF1C4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2471" y="437650"/>
            <a:ext cx="14500738" cy="90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  <a:spcBef>
                <a:spcPct val="0"/>
              </a:spcBef>
            </a:pPr>
            <a:r>
              <a:rPr lang="en-US" b="true" sz="6617" spc="26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PREPROCESSING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913932" y="146140"/>
            <a:ext cx="2263637" cy="2306892"/>
            <a:chOff x="0" y="0"/>
            <a:chExt cx="3018183" cy="3075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8183" cy="3075856"/>
            </a:xfrm>
            <a:custGeom>
              <a:avLst/>
              <a:gdLst/>
              <a:ahLst/>
              <a:cxnLst/>
              <a:rect r="r" b="b" t="t" l="l"/>
              <a:pathLst>
                <a:path h="3075856" w="3018183">
                  <a:moveTo>
                    <a:pt x="0" y="0"/>
                  </a:moveTo>
                  <a:lnTo>
                    <a:pt x="3018183" y="0"/>
                  </a:lnTo>
                  <a:lnTo>
                    <a:pt x="3018183" y="3075856"/>
                  </a:lnTo>
                  <a:lnTo>
                    <a:pt x="0" y="307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59268" y="314609"/>
              <a:ext cx="2446638" cy="244663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46957" y="910227"/>
              <a:ext cx="2433469" cy="1216735"/>
            </a:xfrm>
            <a:custGeom>
              <a:avLst/>
              <a:gdLst/>
              <a:ahLst/>
              <a:cxnLst/>
              <a:rect r="r" b="b" t="t" l="l"/>
              <a:pathLst>
                <a:path h="1216735" w="2433469">
                  <a:moveTo>
                    <a:pt x="0" y="0"/>
                  </a:moveTo>
                  <a:lnTo>
                    <a:pt x="2433469" y="0"/>
                  </a:lnTo>
                  <a:lnTo>
                    <a:pt x="2433469" y="1216735"/>
                  </a:lnTo>
                  <a:lnTo>
                    <a:pt x="0" y="121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026655" y="148476"/>
            <a:ext cx="2261345" cy="2304555"/>
            <a:chOff x="0" y="0"/>
            <a:chExt cx="3015127" cy="3072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5127" cy="3072741"/>
            </a:xfrm>
            <a:custGeom>
              <a:avLst/>
              <a:gdLst/>
              <a:ahLst/>
              <a:cxnLst/>
              <a:rect r="r" b="b" t="t" l="l"/>
              <a:pathLst>
                <a:path h="3072741" w="3015127">
                  <a:moveTo>
                    <a:pt x="0" y="0"/>
                  </a:moveTo>
                  <a:lnTo>
                    <a:pt x="3015127" y="0"/>
                  </a:lnTo>
                  <a:lnTo>
                    <a:pt x="3015127" y="3072741"/>
                  </a:lnTo>
                  <a:lnTo>
                    <a:pt x="0" y="3072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65765" y="294572"/>
              <a:ext cx="2483596" cy="2483596"/>
            </a:xfrm>
            <a:custGeom>
              <a:avLst/>
              <a:gdLst/>
              <a:ahLst/>
              <a:cxnLst/>
              <a:rect r="r" b="b" t="t" l="l"/>
              <a:pathLst>
                <a:path h="2483596" w="2483596">
                  <a:moveTo>
                    <a:pt x="0" y="0"/>
                  </a:moveTo>
                  <a:lnTo>
                    <a:pt x="2483597" y="0"/>
                  </a:lnTo>
                  <a:lnTo>
                    <a:pt x="2483597" y="2483596"/>
                  </a:lnTo>
                  <a:lnTo>
                    <a:pt x="0" y="248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62471" y="2323274"/>
            <a:ext cx="16230600" cy="636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1749" indent="-315875" lvl="1">
              <a:lnSpc>
                <a:spcPts val="7315"/>
              </a:lnSpc>
              <a:buFont typeface="Arial"/>
              <a:buChar char="•"/>
            </a:pPr>
            <a:r>
              <a:rPr lang="en-US" b="true" sz="2926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cleaning means fixing unwanted or improper data in your dataset</a:t>
            </a:r>
          </a:p>
          <a:p>
            <a:pPr algn="just">
              <a:lnSpc>
                <a:spcPts val="7315"/>
              </a:lnSpc>
            </a:pPr>
          </a:p>
          <a:p>
            <a:pPr algn="just" marL="631749" indent="-315875" lvl="1">
              <a:lnSpc>
                <a:spcPts val="7315"/>
              </a:lnSpc>
              <a:buFont typeface="Arial"/>
              <a:buChar char="•"/>
            </a:pPr>
            <a:r>
              <a:rPr lang="en-US" b="true" sz="2926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will improve the accuracy of data by removing or correcting inaccuracies, missing values, duplicates, and irrelevant data</a:t>
            </a:r>
          </a:p>
          <a:p>
            <a:pPr algn="just">
              <a:lnSpc>
                <a:spcPts val="7315"/>
              </a:lnSpc>
            </a:pPr>
          </a:p>
          <a:p>
            <a:pPr algn="just" marL="631749" indent="-315875" lvl="1">
              <a:lnSpc>
                <a:spcPts val="7315"/>
              </a:lnSpc>
              <a:buFont typeface="Arial"/>
              <a:buChar char="•"/>
            </a:pPr>
            <a:r>
              <a:rPr lang="en-US" b="true" sz="2926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It can make the data more consistent, reducing the risk of errors in downstream processes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14624" y="-8870041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AF1C4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2471" y="437716"/>
            <a:ext cx="14500738" cy="90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  <a:spcBef>
                <a:spcPct val="0"/>
              </a:spcBef>
            </a:pPr>
            <a:r>
              <a:rPr lang="en-US" b="true" sz="6617" spc="26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CORRELATION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913932" y="146140"/>
            <a:ext cx="2263637" cy="2306892"/>
            <a:chOff x="0" y="0"/>
            <a:chExt cx="3018183" cy="3075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8183" cy="3075856"/>
            </a:xfrm>
            <a:custGeom>
              <a:avLst/>
              <a:gdLst/>
              <a:ahLst/>
              <a:cxnLst/>
              <a:rect r="r" b="b" t="t" l="l"/>
              <a:pathLst>
                <a:path h="3075856" w="3018183">
                  <a:moveTo>
                    <a:pt x="0" y="0"/>
                  </a:moveTo>
                  <a:lnTo>
                    <a:pt x="3018183" y="0"/>
                  </a:lnTo>
                  <a:lnTo>
                    <a:pt x="3018183" y="3075856"/>
                  </a:lnTo>
                  <a:lnTo>
                    <a:pt x="0" y="307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59268" y="314609"/>
              <a:ext cx="2446638" cy="244663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46957" y="910227"/>
              <a:ext cx="2433469" cy="1216735"/>
            </a:xfrm>
            <a:custGeom>
              <a:avLst/>
              <a:gdLst/>
              <a:ahLst/>
              <a:cxnLst/>
              <a:rect r="r" b="b" t="t" l="l"/>
              <a:pathLst>
                <a:path h="1216735" w="2433469">
                  <a:moveTo>
                    <a:pt x="0" y="0"/>
                  </a:moveTo>
                  <a:lnTo>
                    <a:pt x="2433469" y="0"/>
                  </a:lnTo>
                  <a:lnTo>
                    <a:pt x="2433469" y="1216735"/>
                  </a:lnTo>
                  <a:lnTo>
                    <a:pt x="0" y="121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026655" y="148476"/>
            <a:ext cx="2261345" cy="2304555"/>
            <a:chOff x="0" y="0"/>
            <a:chExt cx="3015127" cy="3072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5127" cy="3072741"/>
            </a:xfrm>
            <a:custGeom>
              <a:avLst/>
              <a:gdLst/>
              <a:ahLst/>
              <a:cxnLst/>
              <a:rect r="r" b="b" t="t" l="l"/>
              <a:pathLst>
                <a:path h="3072741" w="3015127">
                  <a:moveTo>
                    <a:pt x="0" y="0"/>
                  </a:moveTo>
                  <a:lnTo>
                    <a:pt x="3015127" y="0"/>
                  </a:lnTo>
                  <a:lnTo>
                    <a:pt x="3015127" y="3072741"/>
                  </a:lnTo>
                  <a:lnTo>
                    <a:pt x="0" y="3072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65765" y="294572"/>
              <a:ext cx="2483596" cy="2483596"/>
            </a:xfrm>
            <a:custGeom>
              <a:avLst/>
              <a:gdLst/>
              <a:ahLst/>
              <a:cxnLst/>
              <a:rect r="r" b="b" t="t" l="l"/>
              <a:pathLst>
                <a:path h="2483596" w="2483596">
                  <a:moveTo>
                    <a:pt x="0" y="0"/>
                  </a:moveTo>
                  <a:lnTo>
                    <a:pt x="2483597" y="0"/>
                  </a:lnTo>
                  <a:lnTo>
                    <a:pt x="2483597" y="2483596"/>
                  </a:lnTo>
                  <a:lnTo>
                    <a:pt x="0" y="248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59467" y="3197130"/>
            <a:ext cx="15797860" cy="455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8102" indent="-404051" lvl="1">
              <a:lnSpc>
                <a:spcPts val="9357"/>
              </a:lnSpc>
              <a:buFont typeface="Arial"/>
              <a:buChar char="•"/>
            </a:pPr>
            <a:r>
              <a:rPr lang="en-US" sz="374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It calculates the relationship between each column in your data set</a:t>
            </a:r>
          </a:p>
          <a:p>
            <a:pPr algn="l">
              <a:lnSpc>
                <a:spcPts val="9357"/>
              </a:lnSpc>
            </a:pPr>
          </a:p>
          <a:p>
            <a:pPr algn="l" marL="808102" indent="-404051" lvl="1">
              <a:lnSpc>
                <a:spcPts val="9357"/>
              </a:lnSpc>
              <a:buFont typeface="Arial"/>
              <a:buChar char="•"/>
            </a:pPr>
            <a:r>
              <a:rPr lang="en-US" sz="374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The Result is a table with a lot of numbers that represents how well the relationship is between two columns.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714624" y="-8870041"/>
            <a:ext cx="2839703" cy="18307050"/>
            <a:chOff x="0" y="0"/>
            <a:chExt cx="747905" cy="4821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905" cy="4821610"/>
            </a:xfrm>
            <a:custGeom>
              <a:avLst/>
              <a:gdLst/>
              <a:ahLst/>
              <a:cxnLst/>
              <a:rect r="r" b="b" t="t" l="l"/>
              <a:pathLst>
                <a:path h="4821610" w="747905">
                  <a:moveTo>
                    <a:pt x="76337" y="0"/>
                  </a:moveTo>
                  <a:lnTo>
                    <a:pt x="671569" y="0"/>
                  </a:lnTo>
                  <a:cubicBezTo>
                    <a:pt x="691814" y="0"/>
                    <a:pt x="711231" y="8043"/>
                    <a:pt x="725547" y="22359"/>
                  </a:cubicBezTo>
                  <a:cubicBezTo>
                    <a:pt x="739863" y="36674"/>
                    <a:pt x="747905" y="56091"/>
                    <a:pt x="747905" y="76337"/>
                  </a:cubicBezTo>
                  <a:lnTo>
                    <a:pt x="747905" y="4745273"/>
                  </a:lnTo>
                  <a:cubicBezTo>
                    <a:pt x="747905" y="4787433"/>
                    <a:pt x="713728" y="4821610"/>
                    <a:pt x="671569" y="4821610"/>
                  </a:cubicBezTo>
                  <a:lnTo>
                    <a:pt x="76337" y="4821610"/>
                  </a:lnTo>
                  <a:cubicBezTo>
                    <a:pt x="56091" y="4821610"/>
                    <a:pt x="36674" y="4813567"/>
                    <a:pt x="22359" y="4799251"/>
                  </a:cubicBezTo>
                  <a:cubicBezTo>
                    <a:pt x="8043" y="4784935"/>
                    <a:pt x="0" y="4765519"/>
                    <a:pt x="0" y="4745273"/>
                  </a:cubicBezTo>
                  <a:lnTo>
                    <a:pt x="0" y="76337"/>
                  </a:lnTo>
                  <a:cubicBezTo>
                    <a:pt x="0" y="34177"/>
                    <a:pt x="34177" y="0"/>
                    <a:pt x="76337" y="0"/>
                  </a:cubicBezTo>
                  <a:close/>
                </a:path>
              </a:pathLst>
            </a:custGeom>
            <a:solidFill>
              <a:srgbClr val="AF1C4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7905" cy="4859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2471" y="437716"/>
            <a:ext cx="14500738" cy="90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  <a:spcBef>
                <a:spcPct val="0"/>
              </a:spcBef>
            </a:pPr>
            <a:r>
              <a:rPr lang="en-US" b="true" sz="6617" spc="264">
                <a:solidFill>
                  <a:srgbClr val="F9FCFF"/>
                </a:solidFill>
                <a:latin typeface="Rubik Medium"/>
                <a:ea typeface="Rubik Medium"/>
                <a:cs typeface="Rubik Medium"/>
                <a:sym typeface="Rubik Medium"/>
              </a:rPr>
              <a:t>CORRELATION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9702233"/>
            <a:ext cx="2852523" cy="584767"/>
          </a:xfrm>
          <a:custGeom>
            <a:avLst/>
            <a:gdLst/>
            <a:ahLst/>
            <a:cxnLst/>
            <a:rect r="r" b="b" t="t" l="l"/>
            <a:pathLst>
              <a:path h="584767" w="2852523">
                <a:moveTo>
                  <a:pt x="0" y="0"/>
                </a:moveTo>
                <a:lnTo>
                  <a:pt x="2852523" y="0"/>
                </a:lnTo>
                <a:lnTo>
                  <a:pt x="2852523" y="584767"/>
                </a:lnTo>
                <a:lnTo>
                  <a:pt x="0" y="58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913932" y="146140"/>
            <a:ext cx="2263637" cy="2306892"/>
            <a:chOff x="0" y="0"/>
            <a:chExt cx="3018183" cy="3075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8183" cy="3075856"/>
            </a:xfrm>
            <a:custGeom>
              <a:avLst/>
              <a:gdLst/>
              <a:ahLst/>
              <a:cxnLst/>
              <a:rect r="r" b="b" t="t" l="l"/>
              <a:pathLst>
                <a:path h="3075856" w="3018183">
                  <a:moveTo>
                    <a:pt x="0" y="0"/>
                  </a:moveTo>
                  <a:lnTo>
                    <a:pt x="3018183" y="0"/>
                  </a:lnTo>
                  <a:lnTo>
                    <a:pt x="3018183" y="3075856"/>
                  </a:lnTo>
                  <a:lnTo>
                    <a:pt x="0" y="307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59268" y="314609"/>
              <a:ext cx="2446638" cy="244663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46957" y="910227"/>
              <a:ext cx="2433469" cy="1216735"/>
            </a:xfrm>
            <a:custGeom>
              <a:avLst/>
              <a:gdLst/>
              <a:ahLst/>
              <a:cxnLst/>
              <a:rect r="r" b="b" t="t" l="l"/>
              <a:pathLst>
                <a:path h="1216735" w="2433469">
                  <a:moveTo>
                    <a:pt x="0" y="0"/>
                  </a:moveTo>
                  <a:lnTo>
                    <a:pt x="2433469" y="0"/>
                  </a:lnTo>
                  <a:lnTo>
                    <a:pt x="2433469" y="1216735"/>
                  </a:lnTo>
                  <a:lnTo>
                    <a:pt x="0" y="121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026655" y="148476"/>
            <a:ext cx="2261345" cy="2304555"/>
            <a:chOff x="0" y="0"/>
            <a:chExt cx="3015127" cy="3072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15127" cy="3072741"/>
            </a:xfrm>
            <a:custGeom>
              <a:avLst/>
              <a:gdLst/>
              <a:ahLst/>
              <a:cxnLst/>
              <a:rect r="r" b="b" t="t" l="l"/>
              <a:pathLst>
                <a:path h="3072741" w="3015127">
                  <a:moveTo>
                    <a:pt x="0" y="0"/>
                  </a:moveTo>
                  <a:lnTo>
                    <a:pt x="3015127" y="0"/>
                  </a:lnTo>
                  <a:lnTo>
                    <a:pt x="3015127" y="3072741"/>
                  </a:lnTo>
                  <a:lnTo>
                    <a:pt x="0" y="3072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65765" y="294572"/>
              <a:ext cx="2483596" cy="2483596"/>
            </a:xfrm>
            <a:custGeom>
              <a:avLst/>
              <a:gdLst/>
              <a:ahLst/>
              <a:cxnLst/>
              <a:rect r="r" b="b" t="t" l="l"/>
              <a:pathLst>
                <a:path h="2483596" w="2483596">
                  <a:moveTo>
                    <a:pt x="0" y="0"/>
                  </a:moveTo>
                  <a:lnTo>
                    <a:pt x="2483597" y="0"/>
                  </a:lnTo>
                  <a:lnTo>
                    <a:pt x="2483597" y="2483596"/>
                  </a:lnTo>
                  <a:lnTo>
                    <a:pt x="0" y="248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770325" y="2426478"/>
            <a:ext cx="12728300" cy="2612247"/>
          </a:xfrm>
          <a:custGeom>
            <a:avLst/>
            <a:gdLst/>
            <a:ahLst/>
            <a:cxnLst/>
            <a:rect r="r" b="b" t="t" l="l"/>
            <a:pathLst>
              <a:path h="2612247" w="12728300">
                <a:moveTo>
                  <a:pt x="0" y="0"/>
                </a:moveTo>
                <a:lnTo>
                  <a:pt x="12728300" y="0"/>
                </a:lnTo>
                <a:lnTo>
                  <a:pt x="12728300" y="2612247"/>
                </a:lnTo>
                <a:lnTo>
                  <a:pt x="0" y="26122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79850" y="5143500"/>
            <a:ext cx="12728300" cy="4449273"/>
          </a:xfrm>
          <a:custGeom>
            <a:avLst/>
            <a:gdLst/>
            <a:ahLst/>
            <a:cxnLst/>
            <a:rect r="r" b="b" t="t" l="l"/>
            <a:pathLst>
              <a:path h="4449273" w="12728300">
                <a:moveTo>
                  <a:pt x="0" y="0"/>
                </a:moveTo>
                <a:lnTo>
                  <a:pt x="12728300" y="0"/>
                </a:lnTo>
                <a:lnTo>
                  <a:pt x="12728300" y="4449273"/>
                </a:lnTo>
                <a:lnTo>
                  <a:pt x="0" y="44492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DAFdcqQ5S94</dc:identifier>
  <dcterms:modified xsi:type="dcterms:W3CDTF">2011-08-01T06:04:30Z</dcterms:modified>
  <cp:revision>1</cp:revision>
  <dc:title>PANDAS_DS</dc:title>
</cp:coreProperties>
</file>