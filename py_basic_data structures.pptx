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8288000" cy="10287000"/>
  <p:notesSz cx="6858000" cy="9144000"/>
  <p:embeddedFontLst>
    <p:embeddedFont>
      <p:font typeface="Poppins Bold" charset="1" panose="00000800000000000000"/>
      <p:regular r:id="rId51"/>
    </p:embeddedFont>
    <p:embeddedFont>
      <p:font typeface="Poppins Medium" charset="1" panose="00000600000000000000"/>
      <p:regular r:id="rId52"/>
    </p:embeddedFont>
    <p:embeddedFont>
      <p:font typeface="Open Sans Bold" charset="1" panose="020B0806030504020204"/>
      <p:regular r:id="rId53"/>
    </p:embeddedFont>
    <p:embeddedFont>
      <p:font typeface="Abril Fatface" charset="1" panose="02000503000000020003"/>
      <p:regular r:id="rId54"/>
    </p:embeddedFont>
    <p:embeddedFont>
      <p:font typeface="Poppins Medium Bold" charset="1" panose="00000700000000000000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57.svg" Type="http://schemas.openxmlformats.org/officeDocument/2006/relationships/image"/><Relationship Id="rId5" Target="../media/image58.jpe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53969" y="-4902843"/>
            <a:ext cx="15613885" cy="16867748"/>
            <a:chOff x="0" y="0"/>
            <a:chExt cx="20818513" cy="22490331"/>
          </a:xfrm>
        </p:grpSpPr>
        <p:grpSp>
          <p:nvGrpSpPr>
            <p:cNvPr name="Group 3" id="3"/>
            <p:cNvGrpSpPr/>
            <p:nvPr/>
          </p:nvGrpSpPr>
          <p:grpSpPr>
            <a:xfrm rot="2258783">
              <a:off x="8278156" y="551483"/>
              <a:ext cx="6392878" cy="22308916"/>
              <a:chOff x="0" y="0"/>
              <a:chExt cx="1262791" cy="440669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262791" cy="4406700"/>
              </a:xfrm>
              <a:custGeom>
                <a:avLst/>
                <a:gdLst/>
                <a:ahLst/>
                <a:cxnLst/>
                <a:rect r="r" b="b" t="t" l="l"/>
                <a:pathLst>
                  <a:path h="4406700" w="1262791">
                    <a:moveTo>
                      <a:pt x="0" y="0"/>
                    </a:moveTo>
                    <a:lnTo>
                      <a:pt x="1262791" y="0"/>
                    </a:lnTo>
                    <a:lnTo>
                      <a:pt x="1262791" y="4406700"/>
                    </a:lnTo>
                    <a:lnTo>
                      <a:pt x="0" y="4406700"/>
                    </a:lnTo>
                    <a:close/>
                  </a:path>
                </a:pathLst>
              </a:custGeom>
              <a:solidFill>
                <a:srgbClr val="407C94">
                  <a:alpha val="9804"/>
                </a:srgbClr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9050"/>
                <a:ext cx="1262791" cy="44257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91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2258783">
              <a:off x="3004277" y="701385"/>
              <a:ext cx="6392878" cy="12016606"/>
              <a:chOff x="0" y="0"/>
              <a:chExt cx="1262791" cy="237365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62791" cy="2373650"/>
              </a:xfrm>
              <a:custGeom>
                <a:avLst/>
                <a:gdLst/>
                <a:ahLst/>
                <a:cxnLst/>
                <a:rect r="r" b="b" t="t" l="l"/>
                <a:pathLst>
                  <a:path h="2373650" w="1262791">
                    <a:moveTo>
                      <a:pt x="0" y="0"/>
                    </a:moveTo>
                    <a:lnTo>
                      <a:pt x="1262791" y="0"/>
                    </a:lnTo>
                    <a:lnTo>
                      <a:pt x="1262791" y="2373650"/>
                    </a:lnTo>
                    <a:lnTo>
                      <a:pt x="0" y="2373650"/>
                    </a:lnTo>
                    <a:close/>
                  </a:path>
                </a:pathLst>
              </a:custGeom>
              <a:solidFill>
                <a:srgbClr val="407C94">
                  <a:alpha val="9804"/>
                </a:srgbClr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1262791" cy="2392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91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730347" y="2226042"/>
            <a:ext cx="21708074" cy="3951110"/>
            <a:chOff x="0" y="0"/>
            <a:chExt cx="28944098" cy="5268147"/>
          </a:xfrm>
        </p:grpSpPr>
        <p:sp>
          <p:nvSpPr>
            <p:cNvPr name="AutoShape 10" id="10"/>
            <p:cNvSpPr/>
            <p:nvPr/>
          </p:nvSpPr>
          <p:spPr>
            <a:xfrm rot="0">
              <a:off x="0" y="0"/>
              <a:ext cx="28944098" cy="5268147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628106" y="781464"/>
              <a:ext cx="22579837" cy="35432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80"/>
                </a:lnSpc>
              </a:pPr>
              <a:r>
                <a:rPr lang="en-US" b="true" sz="8000" spc="256">
                  <a:solidFill>
                    <a:srgbClr val="FDFDF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 </a:t>
              </a:r>
            </a:p>
            <a:p>
              <a:pPr algn="ctr" marL="0" indent="0" lvl="0">
                <a:lnSpc>
                  <a:spcPts val="10480"/>
                </a:lnSpc>
              </a:pPr>
              <a:r>
                <a:rPr lang="en-US" b="true" sz="8000" spc="256">
                  <a:solidFill>
                    <a:srgbClr val="FDFDF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structures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59329" y="3531031"/>
            <a:ext cx="1694640" cy="1694640"/>
          </a:xfrm>
          <a:custGeom>
            <a:avLst/>
            <a:gdLst/>
            <a:ahLst/>
            <a:cxnLst/>
            <a:rect r="r" b="b" t="t" l="l"/>
            <a:pathLst>
              <a:path h="1694640" w="1694640">
                <a:moveTo>
                  <a:pt x="0" y="0"/>
                </a:moveTo>
                <a:lnTo>
                  <a:pt x="1694640" y="0"/>
                </a:lnTo>
                <a:lnTo>
                  <a:pt x="1694640" y="1694640"/>
                </a:lnTo>
                <a:lnTo>
                  <a:pt x="0" y="1694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10405" y="6177153"/>
            <a:ext cx="9267191" cy="4109847"/>
          </a:xfrm>
          <a:custGeom>
            <a:avLst/>
            <a:gdLst/>
            <a:ahLst/>
            <a:cxnLst/>
            <a:rect r="r" b="b" t="t" l="l"/>
            <a:pathLst>
              <a:path h="4109847" w="9267191">
                <a:moveTo>
                  <a:pt x="0" y="0"/>
                </a:moveTo>
                <a:lnTo>
                  <a:pt x="9267190" y="0"/>
                </a:lnTo>
                <a:lnTo>
                  <a:pt x="9267190" y="4109847"/>
                </a:lnTo>
                <a:lnTo>
                  <a:pt x="0" y="41098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03" r="0" b="-200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5681" y="329954"/>
            <a:ext cx="1701479" cy="1701479"/>
          </a:xfrm>
          <a:custGeom>
            <a:avLst/>
            <a:gdLst/>
            <a:ahLst/>
            <a:cxnLst/>
            <a:rect r="r" b="b" t="t" l="l"/>
            <a:pathLst>
              <a:path h="1701479" w="1701479">
                <a:moveTo>
                  <a:pt x="0" y="0"/>
                </a:moveTo>
                <a:lnTo>
                  <a:pt x="1701479" y="0"/>
                </a:lnTo>
                <a:lnTo>
                  <a:pt x="1701479" y="1701479"/>
                </a:lnTo>
                <a:lnTo>
                  <a:pt x="0" y="17014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6009219" y="8259661"/>
            <a:ext cx="1541743" cy="1541743"/>
          </a:xfrm>
          <a:custGeom>
            <a:avLst/>
            <a:gdLst/>
            <a:ahLst/>
            <a:cxnLst/>
            <a:rect r="r" b="b" t="t" l="l"/>
            <a:pathLst>
              <a:path h="1541743" w="1541743">
                <a:moveTo>
                  <a:pt x="0" y="0"/>
                </a:moveTo>
                <a:lnTo>
                  <a:pt x="1541743" y="0"/>
                </a:lnTo>
                <a:lnTo>
                  <a:pt x="1541743" y="1541743"/>
                </a:lnTo>
                <a:lnTo>
                  <a:pt x="0" y="1541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1602" y="3163328"/>
            <a:ext cx="5102330" cy="7123672"/>
          </a:xfrm>
          <a:custGeom>
            <a:avLst/>
            <a:gdLst/>
            <a:ahLst/>
            <a:cxnLst/>
            <a:rect r="r" b="b" t="t" l="l"/>
            <a:pathLst>
              <a:path h="7123672" w="5102330">
                <a:moveTo>
                  <a:pt x="0" y="0"/>
                </a:moveTo>
                <a:lnTo>
                  <a:pt x="5102330" y="0"/>
                </a:lnTo>
                <a:lnTo>
                  <a:pt x="5102330" y="7123672"/>
                </a:lnTo>
                <a:lnTo>
                  <a:pt x="0" y="7123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54343" y="2553728"/>
            <a:ext cx="9096620" cy="5711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0214" indent="-500107" lvl="1">
              <a:lnSpc>
                <a:spcPts val="11581"/>
              </a:lnSpc>
              <a:buFont typeface="Arial"/>
              <a:buChar char="•"/>
            </a:pPr>
            <a:r>
              <a:rPr lang="en-US" b="true" sz="46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List </a:t>
            </a:r>
          </a:p>
          <a:p>
            <a:pPr algn="l" marL="1000214" indent="-500107" lvl="1">
              <a:lnSpc>
                <a:spcPts val="11581"/>
              </a:lnSpc>
              <a:buFont typeface="Arial"/>
              <a:buChar char="•"/>
            </a:pPr>
            <a:r>
              <a:rPr lang="en-US" b="true" sz="46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Tuple</a:t>
            </a:r>
          </a:p>
          <a:p>
            <a:pPr algn="l" marL="1000214" indent="-500107" lvl="1">
              <a:lnSpc>
                <a:spcPts val="11581"/>
              </a:lnSpc>
              <a:buFont typeface="Arial"/>
              <a:buChar char="•"/>
            </a:pPr>
            <a:r>
              <a:rPr lang="en-US" b="true" sz="46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Set</a:t>
            </a:r>
          </a:p>
          <a:p>
            <a:pPr algn="l" marL="1000214" indent="-500107" lvl="1">
              <a:lnSpc>
                <a:spcPts val="11581"/>
              </a:lnSpc>
              <a:buFont typeface="Arial"/>
              <a:buChar char="•"/>
            </a:pPr>
            <a:r>
              <a:rPr lang="en-US" b="true" sz="46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Dictionary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5681" y="1888558"/>
            <a:ext cx="6983216" cy="103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3"/>
              </a:lnSpc>
            </a:pPr>
            <a:r>
              <a:rPr lang="en-US" b="true" sz="589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3557360" y="2321548"/>
            <a:ext cx="11173280" cy="1576012"/>
          </a:xfrm>
          <a:custGeom>
            <a:avLst/>
            <a:gdLst/>
            <a:ahLst/>
            <a:cxnLst/>
            <a:rect r="r" b="b" t="t" l="l"/>
            <a:pathLst>
              <a:path h="1576012" w="11173280">
                <a:moveTo>
                  <a:pt x="0" y="0"/>
                </a:moveTo>
                <a:lnTo>
                  <a:pt x="11173280" y="0"/>
                </a:lnTo>
                <a:lnTo>
                  <a:pt x="11173280" y="1576012"/>
                </a:lnTo>
                <a:lnTo>
                  <a:pt x="0" y="1576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32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64946" y="299774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Lists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3863" y="4373810"/>
            <a:ext cx="17220274" cy="573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3153" indent="-331576" lvl="1">
              <a:lnSpc>
                <a:spcPts val="7678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 </a:t>
            </a:r>
            <a:r>
              <a:rPr lang="en-US" b="true" sz="307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list is a collection of items enclosed in square brackets []</a:t>
            </a:r>
          </a:p>
          <a:p>
            <a:pPr algn="just">
              <a:lnSpc>
                <a:spcPts val="7678"/>
              </a:lnSpc>
            </a:pPr>
          </a:p>
          <a:p>
            <a:pPr algn="just" marL="663153" indent="-331576" lvl="1">
              <a:lnSpc>
                <a:spcPts val="7678"/>
              </a:lnSpc>
              <a:buFont typeface="Arial"/>
              <a:buChar char="•"/>
            </a:pPr>
            <a:r>
              <a:rPr lang="en-US" b="true" sz="307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Lists are ordered, and can be of any type (e.g. integers, strings, etc.) </a:t>
            </a:r>
          </a:p>
          <a:p>
            <a:pPr algn="just">
              <a:lnSpc>
                <a:spcPts val="7678"/>
              </a:lnSpc>
            </a:pPr>
          </a:p>
          <a:p>
            <a:pPr algn="just" marL="663153" indent="-331576" lvl="1">
              <a:lnSpc>
                <a:spcPts val="7678"/>
              </a:lnSpc>
              <a:buFont typeface="Arial"/>
              <a:buChar char="•"/>
            </a:pPr>
            <a:r>
              <a:rPr lang="en-US" b="true" sz="307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Lists are mutable, items can be modified after they are created.</a:t>
            </a:r>
          </a:p>
          <a:p>
            <a:pPr algn="just">
              <a:lnSpc>
                <a:spcPts val="767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74292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825319" y="3211569"/>
            <a:ext cx="14637361" cy="4357168"/>
          </a:xfrm>
          <a:custGeom>
            <a:avLst/>
            <a:gdLst/>
            <a:ahLst/>
            <a:cxnLst/>
            <a:rect r="r" b="b" t="t" l="l"/>
            <a:pathLst>
              <a:path h="4357168" w="14637361">
                <a:moveTo>
                  <a:pt x="0" y="0"/>
                </a:moveTo>
                <a:lnTo>
                  <a:pt x="14637362" y="0"/>
                </a:lnTo>
                <a:lnTo>
                  <a:pt x="14637362" y="4357168"/>
                </a:lnTo>
                <a:lnTo>
                  <a:pt x="0" y="4357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5962" y="448154"/>
            <a:ext cx="9796076" cy="83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0"/>
              </a:lnSpc>
              <a:spcBef>
                <a:spcPct val="0"/>
              </a:spcBef>
            </a:pPr>
            <a:r>
              <a:rPr lang="en-US" b="true" sz="5870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Access a range of index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431787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332218" y="2370369"/>
            <a:ext cx="9623564" cy="6887931"/>
          </a:xfrm>
          <a:custGeom>
            <a:avLst/>
            <a:gdLst/>
            <a:ahLst/>
            <a:cxnLst/>
            <a:rect r="r" b="b" t="t" l="l"/>
            <a:pathLst>
              <a:path h="6887931" w="9623564">
                <a:moveTo>
                  <a:pt x="0" y="0"/>
                </a:moveTo>
                <a:lnTo>
                  <a:pt x="9623564" y="0"/>
                </a:lnTo>
                <a:lnTo>
                  <a:pt x="9623564" y="6887931"/>
                </a:lnTo>
                <a:lnTo>
                  <a:pt x="0" y="6887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4350" y="502394"/>
            <a:ext cx="17259300" cy="89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83"/>
              </a:lnSpc>
              <a:spcBef>
                <a:spcPct val="0"/>
              </a:spcBef>
            </a:pPr>
            <a:r>
              <a:rPr lang="en-US" b="true" sz="6283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Change items present in list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431787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4127989" y="2420287"/>
            <a:ext cx="10032021" cy="7180279"/>
          </a:xfrm>
          <a:custGeom>
            <a:avLst/>
            <a:gdLst/>
            <a:ahLst/>
            <a:cxnLst/>
            <a:rect r="r" b="b" t="t" l="l"/>
            <a:pathLst>
              <a:path h="7180279" w="10032021">
                <a:moveTo>
                  <a:pt x="0" y="0"/>
                </a:moveTo>
                <a:lnTo>
                  <a:pt x="10032022" y="0"/>
                </a:lnTo>
                <a:lnTo>
                  <a:pt x="10032022" y="7180279"/>
                </a:lnTo>
                <a:lnTo>
                  <a:pt x="0" y="7180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482790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Insert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431787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703165" y="2867549"/>
            <a:ext cx="8046347" cy="5893688"/>
          </a:xfrm>
          <a:custGeom>
            <a:avLst/>
            <a:gdLst/>
            <a:ahLst/>
            <a:cxnLst/>
            <a:rect r="r" b="b" t="t" l="l"/>
            <a:pathLst>
              <a:path h="5893688" w="8046347">
                <a:moveTo>
                  <a:pt x="0" y="0"/>
                </a:moveTo>
                <a:lnTo>
                  <a:pt x="8046347" y="0"/>
                </a:lnTo>
                <a:lnTo>
                  <a:pt x="8046347" y="5893688"/>
                </a:lnTo>
                <a:lnTo>
                  <a:pt x="0" y="5893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482790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Append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77325" y="4430979"/>
            <a:ext cx="7181975" cy="226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will add the specified item in the end of the list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431787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15053" y="2773554"/>
            <a:ext cx="8462272" cy="6081677"/>
          </a:xfrm>
          <a:custGeom>
            <a:avLst/>
            <a:gdLst/>
            <a:ahLst/>
            <a:cxnLst/>
            <a:rect r="r" b="b" t="t" l="l"/>
            <a:pathLst>
              <a:path h="6081677" w="8462272">
                <a:moveTo>
                  <a:pt x="0" y="0"/>
                </a:moveTo>
                <a:lnTo>
                  <a:pt x="8462272" y="0"/>
                </a:lnTo>
                <a:lnTo>
                  <a:pt x="8462272" y="6081677"/>
                </a:lnTo>
                <a:lnTo>
                  <a:pt x="0" y="608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482790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Extend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22027" y="4430979"/>
            <a:ext cx="7181975" cy="226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will append elements from another list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431787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49300" y="2867549"/>
            <a:ext cx="8255343" cy="5893688"/>
          </a:xfrm>
          <a:custGeom>
            <a:avLst/>
            <a:gdLst/>
            <a:ahLst/>
            <a:cxnLst/>
            <a:rect r="r" b="b" t="t" l="l"/>
            <a:pathLst>
              <a:path h="5893688" w="8255343">
                <a:moveTo>
                  <a:pt x="0" y="0"/>
                </a:moveTo>
                <a:lnTo>
                  <a:pt x="8255343" y="0"/>
                </a:lnTo>
                <a:lnTo>
                  <a:pt x="8255343" y="5893688"/>
                </a:lnTo>
                <a:lnTo>
                  <a:pt x="0" y="5893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482790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Remove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22027" y="4430979"/>
            <a:ext cx="7181975" cy="226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Remove specified string from the list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431787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839887" y="2821420"/>
            <a:ext cx="8384568" cy="5985945"/>
          </a:xfrm>
          <a:custGeom>
            <a:avLst/>
            <a:gdLst/>
            <a:ahLst/>
            <a:cxnLst/>
            <a:rect r="r" b="b" t="t" l="l"/>
            <a:pathLst>
              <a:path h="5985945" w="8384568">
                <a:moveTo>
                  <a:pt x="0" y="0"/>
                </a:moveTo>
                <a:lnTo>
                  <a:pt x="8384568" y="0"/>
                </a:lnTo>
                <a:lnTo>
                  <a:pt x="8384568" y="5985945"/>
                </a:lnTo>
                <a:lnTo>
                  <a:pt x="0" y="5985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482790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pop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17320" y="4430979"/>
            <a:ext cx="7181975" cy="226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Remove item present in the specified index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431787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935180" y="2867549"/>
            <a:ext cx="8255343" cy="5893688"/>
          </a:xfrm>
          <a:custGeom>
            <a:avLst/>
            <a:gdLst/>
            <a:ahLst/>
            <a:cxnLst/>
            <a:rect r="r" b="b" t="t" l="l"/>
            <a:pathLst>
              <a:path h="5893688" w="8255343">
                <a:moveTo>
                  <a:pt x="0" y="0"/>
                </a:moveTo>
                <a:lnTo>
                  <a:pt x="8255343" y="0"/>
                </a:lnTo>
                <a:lnTo>
                  <a:pt x="8255343" y="5893688"/>
                </a:lnTo>
                <a:lnTo>
                  <a:pt x="0" y="5893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480524"/>
            <a:ext cx="17970861" cy="93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Clear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80849" y="5026291"/>
            <a:ext cx="7181975" cy="107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Clears the entire list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431787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3185349"/>
            <a:ext cx="10283242" cy="5461157"/>
          </a:xfrm>
          <a:custGeom>
            <a:avLst/>
            <a:gdLst/>
            <a:ahLst/>
            <a:cxnLst/>
            <a:rect r="r" b="b" t="t" l="l"/>
            <a:pathLst>
              <a:path h="5461157" w="10283242">
                <a:moveTo>
                  <a:pt x="0" y="0"/>
                </a:moveTo>
                <a:lnTo>
                  <a:pt x="10283242" y="0"/>
                </a:lnTo>
                <a:lnTo>
                  <a:pt x="10283242" y="5461157"/>
                </a:lnTo>
                <a:lnTo>
                  <a:pt x="0" y="5461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480524"/>
            <a:ext cx="17970861" cy="93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Sorting list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92012" y="3714851"/>
            <a:ext cx="5467288" cy="397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861" indent="-347430" lvl="1">
              <a:lnSpc>
                <a:spcPts val="8046"/>
              </a:lnSpc>
              <a:buFont typeface="Arial"/>
              <a:buChar char="•"/>
            </a:pPr>
            <a:r>
              <a:rPr lang="en-US" sz="321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will sort the list in alphabetical order, numbers will be sorted in increasing order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431787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3219471"/>
            <a:ext cx="10154741" cy="5392913"/>
          </a:xfrm>
          <a:custGeom>
            <a:avLst/>
            <a:gdLst/>
            <a:ahLst/>
            <a:cxnLst/>
            <a:rect r="r" b="b" t="t" l="l"/>
            <a:pathLst>
              <a:path h="5392913" w="10154741">
                <a:moveTo>
                  <a:pt x="0" y="0"/>
                </a:moveTo>
                <a:lnTo>
                  <a:pt x="10154741" y="0"/>
                </a:lnTo>
                <a:lnTo>
                  <a:pt x="10154741" y="5392913"/>
                </a:lnTo>
                <a:lnTo>
                  <a:pt x="0" y="53929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6438" y="480524"/>
            <a:ext cx="17970861" cy="93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Sort Descending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92012" y="4733918"/>
            <a:ext cx="5467288" cy="19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861" indent="-347430" lvl="1">
              <a:lnSpc>
                <a:spcPts val="8046"/>
              </a:lnSpc>
              <a:buFont typeface="Arial"/>
              <a:buChar char="•"/>
            </a:pPr>
            <a:r>
              <a:rPr lang="en-US" sz="321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will sort the list in descending order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431787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050958" y="2969084"/>
            <a:ext cx="8150845" cy="5893688"/>
          </a:xfrm>
          <a:custGeom>
            <a:avLst/>
            <a:gdLst/>
            <a:ahLst/>
            <a:cxnLst/>
            <a:rect r="r" b="b" t="t" l="l"/>
            <a:pathLst>
              <a:path h="5893688" w="8150845">
                <a:moveTo>
                  <a:pt x="0" y="0"/>
                </a:moveTo>
                <a:lnTo>
                  <a:pt x="8150845" y="0"/>
                </a:lnTo>
                <a:lnTo>
                  <a:pt x="8150845" y="5893688"/>
                </a:lnTo>
                <a:lnTo>
                  <a:pt x="0" y="5893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485408"/>
            <a:ext cx="17970861" cy="93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Copy list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43786" y="4733918"/>
            <a:ext cx="6084400" cy="19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4861" indent="-347430" lvl="1">
              <a:lnSpc>
                <a:spcPts val="8046"/>
              </a:lnSpc>
              <a:buFont typeface="Arial"/>
              <a:buChar char="•"/>
            </a:pPr>
            <a:r>
              <a:rPr lang="en-US" sz="3218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will create a new list by copying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50386"/>
            <a:ext cx="18902637" cy="3134955"/>
            <a:chOff x="0" y="0"/>
            <a:chExt cx="25203516" cy="4179940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25203516" cy="4179940"/>
            </a:xfrm>
            <a:prstGeom prst="rect">
              <a:avLst/>
            </a:prstGeom>
            <a:solidFill>
              <a:srgbClr val="407C94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417698" y="1231148"/>
              <a:ext cx="19661738" cy="1812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30"/>
                </a:lnSpc>
                <a:spcBef>
                  <a:spcPct val="0"/>
                </a:spcBef>
              </a:pPr>
              <a:r>
                <a:rPr lang="en-US" b="true" sz="943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Tuple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016256" y="0"/>
            <a:ext cx="7006460" cy="6796266"/>
          </a:xfrm>
          <a:custGeom>
            <a:avLst/>
            <a:gdLst/>
            <a:ahLst/>
            <a:cxnLst/>
            <a:rect r="r" b="b" t="t" l="l"/>
            <a:pathLst>
              <a:path h="6796266" w="7006460">
                <a:moveTo>
                  <a:pt x="0" y="0"/>
                </a:moveTo>
                <a:lnTo>
                  <a:pt x="7006460" y="0"/>
                </a:lnTo>
                <a:lnTo>
                  <a:pt x="7006460" y="6796266"/>
                </a:lnTo>
                <a:lnTo>
                  <a:pt x="0" y="6796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23199" y="217110"/>
            <a:ext cx="3902116" cy="2819279"/>
          </a:xfrm>
          <a:custGeom>
            <a:avLst/>
            <a:gdLst/>
            <a:ahLst/>
            <a:cxnLst/>
            <a:rect r="r" b="b" t="t" l="l"/>
            <a:pathLst>
              <a:path h="2819279" w="3902116">
                <a:moveTo>
                  <a:pt x="0" y="0"/>
                </a:moveTo>
                <a:lnTo>
                  <a:pt x="3902116" y="0"/>
                </a:lnTo>
                <a:lnTo>
                  <a:pt x="3902116" y="2819278"/>
                </a:lnTo>
                <a:lnTo>
                  <a:pt x="0" y="281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3831313"/>
            <a:ext cx="16230600" cy="573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3153" indent="-331576" lvl="1">
              <a:lnSpc>
                <a:spcPts val="7678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Tuple is a collection of items enclosed in parentheses ()</a:t>
            </a:r>
          </a:p>
          <a:p>
            <a:pPr algn="just">
              <a:lnSpc>
                <a:spcPts val="7678"/>
              </a:lnSpc>
            </a:pPr>
          </a:p>
          <a:p>
            <a:pPr algn="just" marL="663153" indent="-331576" lvl="1">
              <a:lnSpc>
                <a:spcPts val="7678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Like lists, tuples are ordered and can be of any type. </a:t>
            </a:r>
          </a:p>
          <a:p>
            <a:pPr algn="just">
              <a:lnSpc>
                <a:spcPts val="7678"/>
              </a:lnSpc>
            </a:pPr>
          </a:p>
          <a:p>
            <a:pPr algn="just" marL="663153" indent="-331576" lvl="1">
              <a:lnSpc>
                <a:spcPts val="7678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However, tuples are immutable, which means that their items cannot be modified after they are created.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620221" y="2101862"/>
            <a:ext cx="10409798" cy="1472277"/>
          </a:xfrm>
          <a:custGeom>
            <a:avLst/>
            <a:gdLst/>
            <a:ahLst/>
            <a:cxnLst/>
            <a:rect r="r" b="b" t="t" l="l"/>
            <a:pathLst>
              <a:path h="1472277" w="10409798">
                <a:moveTo>
                  <a:pt x="0" y="0"/>
                </a:moveTo>
                <a:lnTo>
                  <a:pt x="10409798" y="0"/>
                </a:lnTo>
                <a:lnTo>
                  <a:pt x="10409798" y="1472276"/>
                </a:lnTo>
                <a:lnTo>
                  <a:pt x="0" y="1472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2228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64946" y="299774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Tuple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575737" y="-1742926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1538919" y="3862618"/>
            <a:ext cx="7827432" cy="3903550"/>
          </a:xfrm>
          <a:custGeom>
            <a:avLst/>
            <a:gdLst/>
            <a:ahLst/>
            <a:cxnLst/>
            <a:rect r="r" b="b" t="t" l="l"/>
            <a:pathLst>
              <a:path h="3903550" w="7827432">
                <a:moveTo>
                  <a:pt x="0" y="0"/>
                </a:moveTo>
                <a:lnTo>
                  <a:pt x="7827432" y="0"/>
                </a:lnTo>
                <a:lnTo>
                  <a:pt x="7827432" y="3903550"/>
                </a:lnTo>
                <a:lnTo>
                  <a:pt x="0" y="3903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61463" y="453083"/>
            <a:ext cx="10165073" cy="76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2"/>
              </a:lnSpc>
              <a:spcBef>
                <a:spcPct val="0"/>
              </a:spcBef>
            </a:pPr>
            <a:r>
              <a:rPr lang="en-US" b="true" sz="546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Accessing items in tuple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77325" y="3835666"/>
            <a:ext cx="7181975" cy="345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Access  the items present in a tuple with the help of index number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74292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2127529" y="3182070"/>
            <a:ext cx="14032941" cy="4304033"/>
          </a:xfrm>
          <a:custGeom>
            <a:avLst/>
            <a:gdLst/>
            <a:ahLst/>
            <a:cxnLst/>
            <a:rect r="r" b="b" t="t" l="l"/>
            <a:pathLst>
              <a:path h="4304033" w="14032941">
                <a:moveTo>
                  <a:pt x="0" y="0"/>
                </a:moveTo>
                <a:lnTo>
                  <a:pt x="14032942" y="0"/>
                </a:lnTo>
                <a:lnTo>
                  <a:pt x="14032942" y="4304033"/>
                </a:lnTo>
                <a:lnTo>
                  <a:pt x="0" y="4304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5962" y="448154"/>
            <a:ext cx="9796076" cy="83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0"/>
              </a:lnSpc>
              <a:spcBef>
                <a:spcPct val="0"/>
              </a:spcBef>
            </a:pPr>
            <a:r>
              <a:rPr lang="en-US" b="true" sz="5870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Access a range of index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74292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2395366" y="2038378"/>
            <a:ext cx="6748634" cy="7586055"/>
          </a:xfrm>
          <a:custGeom>
            <a:avLst/>
            <a:gdLst/>
            <a:ahLst/>
            <a:cxnLst/>
            <a:rect r="r" b="b" t="t" l="l"/>
            <a:pathLst>
              <a:path h="7586055" w="6748634">
                <a:moveTo>
                  <a:pt x="0" y="0"/>
                </a:moveTo>
                <a:lnTo>
                  <a:pt x="6748634" y="0"/>
                </a:lnTo>
                <a:lnTo>
                  <a:pt x="6748634" y="7586055"/>
                </a:lnTo>
                <a:lnTo>
                  <a:pt x="0" y="7586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5962" y="448154"/>
            <a:ext cx="9796076" cy="83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0"/>
              </a:lnSpc>
              <a:spcBef>
                <a:spcPct val="0"/>
              </a:spcBef>
            </a:pPr>
            <a:r>
              <a:rPr lang="en-US" b="true" sz="5870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Tuple is immutable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91450" y="2375352"/>
            <a:ext cx="7157658" cy="6454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1326" indent="-375663" lvl="1">
              <a:lnSpc>
                <a:spcPts val="8699"/>
              </a:lnSpc>
              <a:buFont typeface="Arial"/>
              <a:buChar char="•"/>
            </a:pPr>
            <a:r>
              <a:rPr lang="en-US" sz="34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Changing elements in tuple is not possible, instead, </a:t>
            </a:r>
          </a:p>
          <a:p>
            <a:pPr algn="just" marL="751326" indent="-375663" lvl="1">
              <a:lnSpc>
                <a:spcPts val="8699"/>
              </a:lnSpc>
              <a:buFont typeface="Arial"/>
              <a:buChar char="•"/>
            </a:pPr>
            <a:r>
              <a:rPr lang="en-US" sz="34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Convert tuple into list and then change the item</a:t>
            </a:r>
          </a:p>
          <a:p>
            <a:pPr algn="just" marL="751326" indent="-375663" lvl="1">
              <a:lnSpc>
                <a:spcPts val="8699"/>
              </a:lnSpc>
              <a:buFont typeface="Arial"/>
              <a:buChar char="•"/>
            </a:pPr>
            <a:r>
              <a:rPr lang="en-US" sz="34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Then again convert the changed list back into tuple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061968" y="2222344"/>
            <a:ext cx="6702848" cy="7534588"/>
          </a:xfrm>
          <a:custGeom>
            <a:avLst/>
            <a:gdLst/>
            <a:ahLst/>
            <a:cxnLst/>
            <a:rect r="r" b="b" t="t" l="l"/>
            <a:pathLst>
              <a:path h="7534588" w="6702848">
                <a:moveTo>
                  <a:pt x="0" y="0"/>
                </a:moveTo>
                <a:lnTo>
                  <a:pt x="6702848" y="0"/>
                </a:lnTo>
                <a:lnTo>
                  <a:pt x="6702848" y="7534588"/>
                </a:lnTo>
                <a:lnTo>
                  <a:pt x="0" y="7534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374842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Remove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64816" y="3415599"/>
            <a:ext cx="8494484" cy="464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 remove specified string from the tuple, convert tuple into a list, then remove and convert back into tuple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87868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954581" y="2551262"/>
            <a:ext cx="7189419" cy="6335676"/>
          </a:xfrm>
          <a:custGeom>
            <a:avLst/>
            <a:gdLst/>
            <a:ahLst/>
            <a:cxnLst/>
            <a:rect r="r" b="b" t="t" l="l"/>
            <a:pathLst>
              <a:path h="6335676" w="7189419">
                <a:moveTo>
                  <a:pt x="0" y="0"/>
                </a:moveTo>
                <a:lnTo>
                  <a:pt x="7189419" y="0"/>
                </a:lnTo>
                <a:lnTo>
                  <a:pt x="7189419" y="6335675"/>
                </a:lnTo>
                <a:lnTo>
                  <a:pt x="0" y="6335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374842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Combine two tuple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31868" y="4297586"/>
            <a:ext cx="7827432" cy="243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77946" indent="-438973" lvl="1">
              <a:lnSpc>
                <a:spcPts val="10166"/>
              </a:lnSpc>
              <a:buFont typeface="Arial"/>
              <a:buChar char="•"/>
            </a:pPr>
            <a:r>
              <a:rPr lang="en-US" sz="4066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Combine two tuple with the help of "+"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650859"/>
            <a:ext cx="18902637" cy="3134009"/>
            <a:chOff x="0" y="0"/>
            <a:chExt cx="25203516" cy="4178679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25203516" cy="4178679"/>
            </a:xfrm>
            <a:prstGeom prst="rect">
              <a:avLst/>
            </a:pr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417698" y="1231148"/>
              <a:ext cx="19661738" cy="1811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30"/>
                </a:lnSpc>
                <a:spcBef>
                  <a:spcPct val="0"/>
                </a:spcBef>
              </a:pPr>
              <a:r>
                <a:rPr lang="en-US" b="true" sz="943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Set</a:t>
              </a:r>
              <a:r>
                <a:rPr lang="en-US" b="true" sz="9430">
                  <a:solidFill>
                    <a:srgbClr val="FDFDF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set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85339" y="1441504"/>
            <a:ext cx="6760279" cy="6625073"/>
          </a:xfrm>
          <a:custGeom>
            <a:avLst/>
            <a:gdLst/>
            <a:ahLst/>
            <a:cxnLst/>
            <a:rect r="r" b="b" t="t" l="l"/>
            <a:pathLst>
              <a:path h="6625073" w="6760279">
                <a:moveTo>
                  <a:pt x="0" y="0"/>
                </a:moveTo>
                <a:lnTo>
                  <a:pt x="6760279" y="0"/>
                </a:lnTo>
                <a:lnTo>
                  <a:pt x="6760279" y="6625074"/>
                </a:lnTo>
                <a:lnTo>
                  <a:pt x="0" y="6625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39797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831285" y="4638675"/>
            <a:ext cx="16625429" cy="471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5757" indent="-412878" lvl="1">
              <a:lnSpc>
                <a:spcPts val="9561"/>
              </a:lnSpc>
              <a:buFont typeface="Arial"/>
              <a:buChar char="•"/>
            </a:pPr>
            <a:r>
              <a:rPr lang="en-US" sz="382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Set is a collection of unique items enclosed in curly braces {}</a:t>
            </a:r>
          </a:p>
          <a:p>
            <a:pPr algn="just" marL="825757" indent="-412878" lvl="1">
              <a:lnSpc>
                <a:spcPts val="9561"/>
              </a:lnSpc>
              <a:buFont typeface="Arial"/>
              <a:buChar char="•"/>
            </a:pPr>
            <a:r>
              <a:rPr lang="en-US" sz="382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items in a set have no defined order, and can be of any type</a:t>
            </a:r>
          </a:p>
          <a:p>
            <a:pPr algn="just" marL="825757" indent="-412878" lvl="1">
              <a:lnSpc>
                <a:spcPts val="9561"/>
              </a:lnSpc>
              <a:buFont typeface="Arial"/>
              <a:buChar char="•"/>
            </a:pPr>
            <a:r>
              <a:rPr lang="en-US" sz="382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sets are mutable </a:t>
            </a:r>
          </a:p>
          <a:p>
            <a:pPr algn="just" marL="825757" indent="-412878" lvl="1">
              <a:lnSpc>
                <a:spcPts val="9561"/>
              </a:lnSpc>
              <a:buFont typeface="Arial"/>
              <a:buChar char="•"/>
            </a:pPr>
            <a:r>
              <a:rPr lang="en-US" sz="382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Duplicate is not allowed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514635" y="2475169"/>
            <a:ext cx="10865694" cy="1626303"/>
          </a:xfrm>
          <a:custGeom>
            <a:avLst/>
            <a:gdLst/>
            <a:ahLst/>
            <a:cxnLst/>
            <a:rect r="r" b="b" t="t" l="l"/>
            <a:pathLst>
              <a:path h="1626303" w="10865694">
                <a:moveTo>
                  <a:pt x="0" y="0"/>
                </a:moveTo>
                <a:lnTo>
                  <a:pt x="10865694" y="0"/>
                </a:lnTo>
                <a:lnTo>
                  <a:pt x="10865694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591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64946" y="60896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Set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39797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2402901" y="3018593"/>
            <a:ext cx="13089162" cy="4937366"/>
          </a:xfrm>
          <a:custGeom>
            <a:avLst/>
            <a:gdLst/>
            <a:ahLst/>
            <a:cxnLst/>
            <a:rect r="r" b="b" t="t" l="l"/>
            <a:pathLst>
              <a:path h="4937366" w="13089162">
                <a:moveTo>
                  <a:pt x="0" y="0"/>
                </a:moveTo>
                <a:lnTo>
                  <a:pt x="13089162" y="0"/>
                </a:lnTo>
                <a:lnTo>
                  <a:pt x="13089162" y="4937366"/>
                </a:lnTo>
                <a:lnTo>
                  <a:pt x="0" y="49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64946" y="60896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Duplicates will be ignored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447245" y="3249126"/>
            <a:ext cx="7696755" cy="5481023"/>
          </a:xfrm>
          <a:custGeom>
            <a:avLst/>
            <a:gdLst/>
            <a:ahLst/>
            <a:cxnLst/>
            <a:rect r="r" b="b" t="t" l="l"/>
            <a:pathLst>
              <a:path h="5481023" w="7696755">
                <a:moveTo>
                  <a:pt x="0" y="0"/>
                </a:moveTo>
                <a:lnTo>
                  <a:pt x="7696755" y="0"/>
                </a:lnTo>
                <a:lnTo>
                  <a:pt x="7696755" y="5481023"/>
                </a:lnTo>
                <a:lnTo>
                  <a:pt x="0" y="5481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374842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Add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4606224"/>
            <a:ext cx="8494484" cy="226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 add method to add new items in the set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52879" y="3179920"/>
            <a:ext cx="7891121" cy="5619435"/>
          </a:xfrm>
          <a:custGeom>
            <a:avLst/>
            <a:gdLst/>
            <a:ahLst/>
            <a:cxnLst/>
            <a:rect r="r" b="b" t="t" l="l"/>
            <a:pathLst>
              <a:path h="5619435" w="7891121">
                <a:moveTo>
                  <a:pt x="0" y="0"/>
                </a:moveTo>
                <a:lnTo>
                  <a:pt x="7891121" y="0"/>
                </a:lnTo>
                <a:lnTo>
                  <a:pt x="7891121" y="5619435"/>
                </a:lnTo>
                <a:lnTo>
                  <a:pt x="0" y="5619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374842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Update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4606224"/>
            <a:ext cx="8494484" cy="226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 update method to combine two set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79336" y="3224947"/>
            <a:ext cx="7764664" cy="5529382"/>
          </a:xfrm>
          <a:custGeom>
            <a:avLst/>
            <a:gdLst/>
            <a:ahLst/>
            <a:cxnLst/>
            <a:rect r="r" b="b" t="t" l="l"/>
            <a:pathLst>
              <a:path h="5529382" w="7764664">
                <a:moveTo>
                  <a:pt x="0" y="0"/>
                </a:moveTo>
                <a:lnTo>
                  <a:pt x="7764664" y="0"/>
                </a:lnTo>
                <a:lnTo>
                  <a:pt x="7764664" y="5529382"/>
                </a:lnTo>
                <a:lnTo>
                  <a:pt x="0" y="5529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374842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Remove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4638675"/>
            <a:ext cx="8494484" cy="226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 remove method to remove specified item from set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806654" y="2763209"/>
            <a:ext cx="6687873" cy="5893688"/>
          </a:xfrm>
          <a:custGeom>
            <a:avLst/>
            <a:gdLst/>
            <a:ahLst/>
            <a:cxnLst/>
            <a:rect r="r" b="b" t="t" l="l"/>
            <a:pathLst>
              <a:path h="5893688" w="6687873">
                <a:moveTo>
                  <a:pt x="0" y="0"/>
                </a:moveTo>
                <a:lnTo>
                  <a:pt x="6687873" y="0"/>
                </a:lnTo>
                <a:lnTo>
                  <a:pt x="6687873" y="5893688"/>
                </a:lnTo>
                <a:lnTo>
                  <a:pt x="0" y="5893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374842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Difference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92580" y="4921952"/>
            <a:ext cx="8841680" cy="107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 find the values exist in x alone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806654" y="2763209"/>
            <a:ext cx="6687873" cy="5893688"/>
          </a:xfrm>
          <a:custGeom>
            <a:avLst/>
            <a:gdLst/>
            <a:ahLst/>
            <a:cxnLst/>
            <a:rect r="r" b="b" t="t" l="l"/>
            <a:pathLst>
              <a:path h="5893688" w="6687873">
                <a:moveTo>
                  <a:pt x="0" y="0"/>
                </a:moveTo>
                <a:lnTo>
                  <a:pt x="6687873" y="0"/>
                </a:lnTo>
                <a:lnTo>
                  <a:pt x="6687873" y="5893688"/>
                </a:lnTo>
                <a:lnTo>
                  <a:pt x="0" y="5893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374842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Difference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4527" y="4921952"/>
            <a:ext cx="8841680" cy="107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 find the values exist in x alone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774707" y="2763209"/>
            <a:ext cx="6687873" cy="5893688"/>
          </a:xfrm>
          <a:custGeom>
            <a:avLst/>
            <a:gdLst/>
            <a:ahLst/>
            <a:cxnLst/>
            <a:rect r="r" b="b" t="t" l="l"/>
            <a:pathLst>
              <a:path h="5893688" w="6687873">
                <a:moveTo>
                  <a:pt x="0" y="0"/>
                </a:moveTo>
                <a:lnTo>
                  <a:pt x="6687873" y="0"/>
                </a:lnTo>
                <a:lnTo>
                  <a:pt x="6687873" y="5893688"/>
                </a:lnTo>
                <a:lnTo>
                  <a:pt x="0" y="5893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374842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Intersection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34248" y="4326639"/>
            <a:ext cx="7993938" cy="226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 find common values exist in both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5932848" y="812804"/>
            <a:ext cx="215896" cy="215896"/>
            <a:chOff x="-2540" y="-2540"/>
            <a:chExt cx="6355080" cy="6355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6612290" y="812804"/>
            <a:ext cx="215896" cy="215896"/>
            <a:chOff x="-2540" y="-254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272569" y="817688"/>
            <a:ext cx="215896" cy="215896"/>
            <a:chOff x="-2540" y="-254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-2540" y="-254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877978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367290" y="2669215"/>
            <a:ext cx="7119882" cy="6225137"/>
          </a:xfrm>
          <a:custGeom>
            <a:avLst/>
            <a:gdLst/>
            <a:ahLst/>
            <a:cxnLst/>
            <a:rect r="r" b="b" t="t" l="l"/>
            <a:pathLst>
              <a:path h="6225137" w="7119882">
                <a:moveTo>
                  <a:pt x="0" y="0"/>
                </a:moveTo>
                <a:lnTo>
                  <a:pt x="7119881" y="0"/>
                </a:lnTo>
                <a:lnTo>
                  <a:pt x="7119881" y="6225137"/>
                </a:lnTo>
                <a:lnTo>
                  <a:pt x="0" y="6225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569" y="374842"/>
            <a:ext cx="17970861" cy="933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2"/>
              </a:lnSpc>
              <a:spcBef>
                <a:spcPct val="0"/>
              </a:spcBef>
            </a:pPr>
            <a:r>
              <a:rPr lang="en-US" b="true" sz="6542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Symmetric difference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07399" y="4326639"/>
            <a:ext cx="8824225" cy="226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16094" indent="-408047" lvl="1">
              <a:lnSpc>
                <a:spcPts val="9449"/>
              </a:lnSpc>
              <a:buFont typeface="Arial"/>
              <a:buChar char="•"/>
            </a:pPr>
            <a:r>
              <a:rPr lang="en-US" sz="3779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All the items which are not common will be in the output set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4426" y="4114884"/>
            <a:ext cx="18756852" cy="3135007"/>
            <a:chOff x="0" y="0"/>
            <a:chExt cx="25009136" cy="4180009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25009136" cy="4180009"/>
            </a:xfrm>
            <a:prstGeom prst="rect">
              <a:avLst/>
            </a:prstGeom>
            <a:solidFill>
              <a:srgbClr val="407C94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406764" y="1231148"/>
              <a:ext cx="19510099" cy="18129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430"/>
                </a:lnSpc>
                <a:spcBef>
                  <a:spcPct val="0"/>
                </a:spcBef>
              </a:pPr>
              <a:r>
                <a:rPr lang="en-US" b="true" sz="943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Dictionary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881229" y="354205"/>
            <a:ext cx="5378071" cy="6895685"/>
          </a:xfrm>
          <a:custGeom>
            <a:avLst/>
            <a:gdLst/>
            <a:ahLst/>
            <a:cxnLst/>
            <a:rect r="r" b="b" t="t" l="l"/>
            <a:pathLst>
              <a:path h="6895685" w="5378071">
                <a:moveTo>
                  <a:pt x="0" y="0"/>
                </a:moveTo>
                <a:lnTo>
                  <a:pt x="5378071" y="0"/>
                </a:lnTo>
                <a:lnTo>
                  <a:pt x="5378071" y="6895686"/>
                </a:lnTo>
                <a:lnTo>
                  <a:pt x="0" y="6895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53" t="-399" r="-1153" b="-2226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533863" y="3958361"/>
            <a:ext cx="17220274" cy="5731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3153" indent="-331576" lvl="1">
              <a:lnSpc>
                <a:spcPts val="7678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Dictionary is a collection of key-value pairs enclosed in curly braces {}</a:t>
            </a:r>
          </a:p>
          <a:p>
            <a:pPr algn="just">
              <a:lnSpc>
                <a:spcPts val="7678"/>
              </a:lnSpc>
            </a:pPr>
          </a:p>
          <a:p>
            <a:pPr algn="just" marL="663153" indent="-331576" lvl="1">
              <a:lnSpc>
                <a:spcPts val="7678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Dictionaries are also mutable, key-value pairs can be added, removed, or modified after they are created.</a:t>
            </a:r>
          </a:p>
          <a:p>
            <a:pPr algn="just">
              <a:lnSpc>
                <a:spcPts val="7678"/>
              </a:lnSpc>
            </a:pPr>
          </a:p>
          <a:p>
            <a:pPr algn="just" marL="663153" indent="-331576" lvl="1">
              <a:lnSpc>
                <a:spcPts val="7678"/>
              </a:lnSpc>
              <a:buFont typeface="Arial"/>
              <a:buChar char="•"/>
            </a:pPr>
            <a:r>
              <a:rPr lang="en-US" sz="307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Duplicates are not allowed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859523" y="2138889"/>
            <a:ext cx="15088482" cy="1440781"/>
          </a:xfrm>
          <a:custGeom>
            <a:avLst/>
            <a:gdLst/>
            <a:ahLst/>
            <a:cxnLst/>
            <a:rect r="r" b="b" t="t" l="l"/>
            <a:pathLst>
              <a:path h="1440781" w="15088482">
                <a:moveTo>
                  <a:pt x="0" y="0"/>
                </a:moveTo>
                <a:lnTo>
                  <a:pt x="15088482" y="0"/>
                </a:lnTo>
                <a:lnTo>
                  <a:pt x="15088482" y="1440782"/>
                </a:lnTo>
                <a:lnTo>
                  <a:pt x="0" y="1440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64946" y="299720"/>
            <a:ext cx="10165073" cy="82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Dictionary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779148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3864946" y="299720"/>
            <a:ext cx="10165073" cy="82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Dictionary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43354" y="2485741"/>
            <a:ext cx="11008257" cy="6507103"/>
          </a:xfrm>
          <a:custGeom>
            <a:avLst/>
            <a:gdLst/>
            <a:ahLst/>
            <a:cxnLst/>
            <a:rect r="r" b="b" t="t" l="l"/>
            <a:pathLst>
              <a:path h="6507103" w="11008257">
                <a:moveTo>
                  <a:pt x="0" y="0"/>
                </a:moveTo>
                <a:lnTo>
                  <a:pt x="11008257" y="0"/>
                </a:lnTo>
                <a:lnTo>
                  <a:pt x="11008257" y="6507103"/>
                </a:lnTo>
                <a:lnTo>
                  <a:pt x="0" y="6507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4980442" y="2262398"/>
            <a:ext cx="8327115" cy="7280660"/>
          </a:xfrm>
          <a:custGeom>
            <a:avLst/>
            <a:gdLst/>
            <a:ahLst/>
            <a:cxnLst/>
            <a:rect r="r" b="b" t="t" l="l"/>
            <a:pathLst>
              <a:path h="7280660" w="8327115">
                <a:moveTo>
                  <a:pt x="0" y="0"/>
                </a:moveTo>
                <a:lnTo>
                  <a:pt x="8327116" y="0"/>
                </a:lnTo>
                <a:lnTo>
                  <a:pt x="8327116" y="7280660"/>
                </a:lnTo>
                <a:lnTo>
                  <a:pt x="0" y="7280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49332" y="466090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Duplicates are overwritted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0219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All data types are valid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02601" y="2470690"/>
            <a:ext cx="11482798" cy="6787610"/>
          </a:xfrm>
          <a:custGeom>
            <a:avLst/>
            <a:gdLst/>
            <a:ahLst/>
            <a:cxnLst/>
            <a:rect r="r" b="b" t="t" l="l"/>
            <a:pathLst>
              <a:path h="6787610" w="11482798">
                <a:moveTo>
                  <a:pt x="0" y="0"/>
                </a:moveTo>
                <a:lnTo>
                  <a:pt x="11482798" y="0"/>
                </a:lnTo>
                <a:lnTo>
                  <a:pt x="11482798" y="6787610"/>
                </a:lnTo>
                <a:lnTo>
                  <a:pt x="0" y="6787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0219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Accessing dictionary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41175" y="2938821"/>
            <a:ext cx="8115300" cy="5428234"/>
          </a:xfrm>
          <a:custGeom>
            <a:avLst/>
            <a:gdLst/>
            <a:ahLst/>
            <a:cxnLst/>
            <a:rect r="r" b="b" t="t" l="l"/>
            <a:pathLst>
              <a:path h="5428234" w="8115300">
                <a:moveTo>
                  <a:pt x="0" y="0"/>
                </a:moveTo>
                <a:lnTo>
                  <a:pt x="8115300" y="0"/>
                </a:lnTo>
                <a:lnTo>
                  <a:pt x="8115300" y="5428234"/>
                </a:lnTo>
                <a:lnTo>
                  <a:pt x="0" y="5428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4723722"/>
            <a:ext cx="8867949" cy="1858431"/>
          </a:xfrm>
          <a:custGeom>
            <a:avLst/>
            <a:gdLst/>
            <a:ahLst/>
            <a:cxnLst/>
            <a:rect r="r" b="b" t="t" l="l"/>
            <a:pathLst>
              <a:path h="1858431" w="8867949">
                <a:moveTo>
                  <a:pt x="0" y="0"/>
                </a:moveTo>
                <a:lnTo>
                  <a:pt x="8867949" y="0"/>
                </a:lnTo>
                <a:lnTo>
                  <a:pt x="8867949" y="1858431"/>
                </a:lnTo>
                <a:lnTo>
                  <a:pt x="0" y="185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0219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Accessing dictionary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136542" y="1976184"/>
            <a:ext cx="7225534" cy="2077341"/>
          </a:xfrm>
          <a:custGeom>
            <a:avLst/>
            <a:gdLst/>
            <a:ahLst/>
            <a:cxnLst/>
            <a:rect r="r" b="b" t="t" l="l"/>
            <a:pathLst>
              <a:path h="2077341" w="7225534">
                <a:moveTo>
                  <a:pt x="0" y="0"/>
                </a:moveTo>
                <a:lnTo>
                  <a:pt x="7225534" y="0"/>
                </a:lnTo>
                <a:lnTo>
                  <a:pt x="7225534" y="2077342"/>
                </a:lnTo>
                <a:lnTo>
                  <a:pt x="0" y="20773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104672" y="4825051"/>
            <a:ext cx="7225534" cy="2077341"/>
          </a:xfrm>
          <a:custGeom>
            <a:avLst/>
            <a:gdLst/>
            <a:ahLst/>
            <a:cxnLst/>
            <a:rect r="r" b="b" t="t" l="l"/>
            <a:pathLst>
              <a:path h="2077341" w="7225534">
                <a:moveTo>
                  <a:pt x="0" y="0"/>
                </a:moveTo>
                <a:lnTo>
                  <a:pt x="7225535" y="0"/>
                </a:lnTo>
                <a:lnTo>
                  <a:pt x="7225535" y="2077341"/>
                </a:lnTo>
                <a:lnTo>
                  <a:pt x="0" y="20773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136542" y="7672353"/>
            <a:ext cx="7193665" cy="2068179"/>
          </a:xfrm>
          <a:custGeom>
            <a:avLst/>
            <a:gdLst/>
            <a:ahLst/>
            <a:cxnLst/>
            <a:rect r="r" b="b" t="t" l="l"/>
            <a:pathLst>
              <a:path h="2068179" w="7193665">
                <a:moveTo>
                  <a:pt x="0" y="0"/>
                </a:moveTo>
                <a:lnTo>
                  <a:pt x="7193665" y="0"/>
                </a:lnTo>
                <a:lnTo>
                  <a:pt x="7193665" y="2068179"/>
                </a:lnTo>
                <a:lnTo>
                  <a:pt x="0" y="20681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93264" y="2094360"/>
            <a:ext cx="1966696" cy="126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17"/>
              </a:lnSpc>
            </a:pPr>
            <a:r>
              <a:rPr lang="en-US" b="true" sz="460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.KEYS()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91766" y="4943226"/>
            <a:ext cx="2769691" cy="126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17"/>
              </a:lnSpc>
            </a:pPr>
            <a:r>
              <a:rPr lang="en-US" b="true" sz="460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.VALUES()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27997" y="7793867"/>
            <a:ext cx="2297230" cy="126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17"/>
              </a:lnSpc>
            </a:pPr>
            <a:r>
              <a:rPr lang="en-US" b="true" sz="460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.ITEMS()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287868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0219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Changing values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840270" y="2413872"/>
            <a:ext cx="11183196" cy="6315775"/>
          </a:xfrm>
          <a:custGeom>
            <a:avLst/>
            <a:gdLst/>
            <a:ahLst/>
            <a:cxnLst/>
            <a:rect r="r" b="b" t="t" l="l"/>
            <a:pathLst>
              <a:path h="6315775" w="11183196">
                <a:moveTo>
                  <a:pt x="0" y="0"/>
                </a:moveTo>
                <a:lnTo>
                  <a:pt x="11183196" y="0"/>
                </a:lnTo>
                <a:lnTo>
                  <a:pt x="11183196" y="6315776"/>
                </a:lnTo>
                <a:lnTo>
                  <a:pt x="0" y="6315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02195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Update method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92599" y="2401110"/>
            <a:ext cx="11302802" cy="6383323"/>
          </a:xfrm>
          <a:custGeom>
            <a:avLst/>
            <a:gdLst/>
            <a:ahLst/>
            <a:cxnLst/>
            <a:rect r="r" b="b" t="t" l="l"/>
            <a:pathLst>
              <a:path h="6383323" w="11302802">
                <a:moveTo>
                  <a:pt x="0" y="0"/>
                </a:moveTo>
                <a:lnTo>
                  <a:pt x="11302802" y="0"/>
                </a:lnTo>
                <a:lnTo>
                  <a:pt x="11302802" y="6383324"/>
                </a:lnTo>
                <a:lnTo>
                  <a:pt x="0" y="6383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5423053" y="2111607"/>
            <a:ext cx="7441894" cy="7402098"/>
          </a:xfrm>
          <a:custGeom>
            <a:avLst/>
            <a:gdLst/>
            <a:ahLst/>
            <a:cxnLst/>
            <a:rect r="r" b="b" t="t" l="l"/>
            <a:pathLst>
              <a:path h="7402098" w="7441894">
                <a:moveTo>
                  <a:pt x="0" y="0"/>
                </a:moveTo>
                <a:lnTo>
                  <a:pt x="7441894" y="0"/>
                </a:lnTo>
                <a:lnTo>
                  <a:pt x="7441894" y="7402098"/>
                </a:lnTo>
                <a:lnTo>
                  <a:pt x="0" y="7402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61463" y="434143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Pop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-1606145"/>
            <a:ext cx="18863737" cy="3212289"/>
          </a:xfrm>
          <a:prstGeom prst="rect">
            <a:avLst/>
          </a:prstGeom>
          <a:solidFill>
            <a:srgbClr val="000000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061463" y="434143"/>
            <a:ext cx="10165073" cy="82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7"/>
              </a:lnSpc>
              <a:spcBef>
                <a:spcPct val="0"/>
              </a:spcBef>
            </a:pPr>
            <a:r>
              <a:rPr lang="en-US" b="true" sz="5827">
                <a:solidFill>
                  <a:srgbClr val="FDFDFD"/>
                </a:solidFill>
                <a:latin typeface="Poppins Bold"/>
                <a:ea typeface="Poppins Bold"/>
                <a:cs typeface="Poppins Bold"/>
                <a:sym typeface="Poppins Bold"/>
              </a:rPr>
              <a:t>Nested Dictionary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592320" y="1899762"/>
            <a:ext cx="5103360" cy="8000657"/>
          </a:xfrm>
          <a:custGeom>
            <a:avLst/>
            <a:gdLst/>
            <a:ahLst/>
            <a:cxnLst/>
            <a:rect r="r" b="b" t="t" l="l"/>
            <a:pathLst>
              <a:path h="8000657" w="5103360">
                <a:moveTo>
                  <a:pt x="0" y="0"/>
                </a:moveTo>
                <a:lnTo>
                  <a:pt x="5103360" y="0"/>
                </a:lnTo>
                <a:lnTo>
                  <a:pt x="5103360" y="8000657"/>
                </a:lnTo>
                <a:lnTo>
                  <a:pt x="0" y="8000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07C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23898" y="1154358"/>
            <a:ext cx="8840204" cy="7978284"/>
          </a:xfrm>
          <a:custGeom>
            <a:avLst/>
            <a:gdLst/>
            <a:ahLst/>
            <a:cxnLst/>
            <a:rect r="r" b="b" t="t" l="l"/>
            <a:pathLst>
              <a:path h="7978284" w="8840204">
                <a:moveTo>
                  <a:pt x="0" y="0"/>
                </a:moveTo>
                <a:lnTo>
                  <a:pt x="8840204" y="0"/>
                </a:lnTo>
                <a:lnTo>
                  <a:pt x="8840204" y="7978284"/>
                </a:lnTo>
                <a:lnTo>
                  <a:pt x="0" y="7978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7796" y="1154358"/>
            <a:ext cx="3587105" cy="6996126"/>
          </a:xfrm>
          <a:custGeom>
            <a:avLst/>
            <a:gdLst/>
            <a:ahLst/>
            <a:cxnLst/>
            <a:rect r="r" b="b" t="t" l="l"/>
            <a:pathLst>
              <a:path h="6996126" w="3587105">
                <a:moveTo>
                  <a:pt x="0" y="0"/>
                </a:moveTo>
                <a:lnTo>
                  <a:pt x="3587104" y="0"/>
                </a:lnTo>
                <a:lnTo>
                  <a:pt x="3587104" y="6996126"/>
                </a:lnTo>
                <a:lnTo>
                  <a:pt x="0" y="69961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66731" y="1789475"/>
            <a:ext cx="12990178" cy="6708051"/>
            <a:chOff x="0" y="0"/>
            <a:chExt cx="3421282" cy="17667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21281" cy="1766729"/>
            </a:xfrm>
            <a:custGeom>
              <a:avLst/>
              <a:gdLst/>
              <a:ahLst/>
              <a:cxnLst/>
              <a:rect r="r" b="b" t="t" l="l"/>
              <a:pathLst>
                <a:path h="1766729" w="3421281">
                  <a:moveTo>
                    <a:pt x="0" y="0"/>
                  </a:moveTo>
                  <a:lnTo>
                    <a:pt x="3421281" y="0"/>
                  </a:lnTo>
                  <a:lnTo>
                    <a:pt x="3421281" y="1766729"/>
                  </a:lnTo>
                  <a:lnTo>
                    <a:pt x="0" y="1766729"/>
                  </a:ln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3421282" cy="18334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83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512974" y="1353017"/>
            <a:ext cx="5530173" cy="7580966"/>
          </a:xfrm>
          <a:custGeom>
            <a:avLst/>
            <a:gdLst/>
            <a:ahLst/>
            <a:cxnLst/>
            <a:rect r="r" b="b" t="t" l="l"/>
            <a:pathLst>
              <a:path h="7580966" w="5530173">
                <a:moveTo>
                  <a:pt x="0" y="0"/>
                </a:moveTo>
                <a:lnTo>
                  <a:pt x="5530172" y="0"/>
                </a:lnTo>
                <a:lnTo>
                  <a:pt x="5530172" y="7580966"/>
                </a:lnTo>
                <a:lnTo>
                  <a:pt x="0" y="75809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7083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545" y="1616381"/>
            <a:ext cx="7054237" cy="705423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80471" y="1771307"/>
            <a:ext cx="6744385" cy="674438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2483957" y="2243993"/>
            <a:ext cx="5799037" cy="5799014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>
                <a:alphaModFix amt="23000"/>
              </a:blip>
              <a:stretch>
                <a:fillRect l="0" t="-12500" r="0" b="-12500"/>
              </a:stretch>
            </a:blipFill>
          </p:spPr>
        </p:sp>
      </p:grpSp>
      <p:sp>
        <p:nvSpPr>
          <p:cNvPr name="AutoShape 15" id="15"/>
          <p:cNvSpPr/>
          <p:nvPr/>
        </p:nvSpPr>
        <p:spPr>
          <a:xfrm rot="-5400000">
            <a:off x="-658653" y="1356351"/>
            <a:ext cx="3374706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-5400000">
            <a:off x="-505058" y="8729429"/>
            <a:ext cx="3067517" cy="0"/>
          </a:xfrm>
          <a:prstGeom prst="line">
            <a:avLst/>
          </a:prstGeom>
          <a:ln cap="flat" w="476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4659671" y="8865970"/>
            <a:ext cx="824403" cy="136026"/>
          </a:xfrm>
          <a:custGeom>
            <a:avLst/>
            <a:gdLst/>
            <a:ahLst/>
            <a:cxnLst/>
            <a:rect r="r" b="b" t="t" l="l"/>
            <a:pathLst>
              <a:path h="136026" w="824403">
                <a:moveTo>
                  <a:pt x="0" y="0"/>
                </a:moveTo>
                <a:lnTo>
                  <a:pt x="824403" y="0"/>
                </a:lnTo>
                <a:lnTo>
                  <a:pt x="824403" y="136026"/>
                </a:lnTo>
                <a:lnTo>
                  <a:pt x="0" y="1360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5400000">
            <a:off x="15861988" y="929138"/>
            <a:ext cx="601368" cy="300684"/>
          </a:xfrm>
          <a:custGeom>
            <a:avLst/>
            <a:gdLst/>
            <a:ahLst/>
            <a:cxnLst/>
            <a:rect r="r" b="b" t="t" l="l"/>
            <a:pathLst>
              <a:path h="300684" w="601368">
                <a:moveTo>
                  <a:pt x="0" y="300684"/>
                </a:moveTo>
                <a:lnTo>
                  <a:pt x="601368" y="300684"/>
                </a:lnTo>
                <a:lnTo>
                  <a:pt x="601368" y="0"/>
                </a:lnTo>
                <a:lnTo>
                  <a:pt x="0" y="0"/>
                </a:lnTo>
                <a:lnTo>
                  <a:pt x="0" y="30068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true" rot="5400000">
            <a:off x="15501066" y="929138"/>
            <a:ext cx="601368" cy="300684"/>
          </a:xfrm>
          <a:custGeom>
            <a:avLst/>
            <a:gdLst/>
            <a:ahLst/>
            <a:cxnLst/>
            <a:rect r="r" b="b" t="t" l="l"/>
            <a:pathLst>
              <a:path h="300684" w="601368">
                <a:moveTo>
                  <a:pt x="0" y="300684"/>
                </a:moveTo>
                <a:lnTo>
                  <a:pt x="601368" y="300684"/>
                </a:lnTo>
                <a:lnTo>
                  <a:pt x="601368" y="0"/>
                </a:lnTo>
                <a:lnTo>
                  <a:pt x="0" y="0"/>
                </a:lnTo>
                <a:lnTo>
                  <a:pt x="0" y="30068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true" rot="5400000">
            <a:off x="15143232" y="929138"/>
            <a:ext cx="601368" cy="300684"/>
          </a:xfrm>
          <a:custGeom>
            <a:avLst/>
            <a:gdLst/>
            <a:ahLst/>
            <a:cxnLst/>
            <a:rect r="r" b="b" t="t" l="l"/>
            <a:pathLst>
              <a:path h="300684" w="601368">
                <a:moveTo>
                  <a:pt x="0" y="300684"/>
                </a:moveTo>
                <a:lnTo>
                  <a:pt x="601368" y="300684"/>
                </a:lnTo>
                <a:lnTo>
                  <a:pt x="601368" y="0"/>
                </a:lnTo>
                <a:lnTo>
                  <a:pt x="0" y="0"/>
                </a:lnTo>
                <a:lnTo>
                  <a:pt x="0" y="300684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38446" y="2463068"/>
            <a:ext cx="7466402" cy="132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8"/>
              </a:lnSpc>
            </a:pPr>
            <a:r>
              <a:rPr lang="en-US" sz="10142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My Time</a:t>
            </a:r>
          </a:p>
        </p:txBody>
      </p:sp>
      <p:sp>
        <p:nvSpPr>
          <p:cNvPr name="TextBox 22" id="22"/>
          <p:cNvSpPr txBox="true"/>
          <p:nvPr/>
        </p:nvSpPr>
        <p:spPr>
          <a:xfrm rot="-5400000">
            <a:off x="-1204498" y="4510166"/>
            <a:ext cx="4399437" cy="46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3"/>
              </a:lnSpc>
              <a:spcBef>
                <a:spcPct val="0"/>
              </a:spcBef>
            </a:pPr>
            <a:r>
              <a:rPr lang="en-US" b="true" sz="263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Pantech elearning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38446" y="3859978"/>
            <a:ext cx="7466402" cy="418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1"/>
              </a:lnSpc>
            </a:pPr>
            <a:r>
              <a:rPr lang="en-US" sz="2969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just a simple reminder</a:t>
            </a:r>
          </a:p>
          <a:p>
            <a:pPr algn="l">
              <a:lnSpc>
                <a:spcPts val="4751"/>
              </a:lnSpc>
            </a:pPr>
            <a:r>
              <a:rPr lang="en-US" sz="2969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Don't use rude words when you're in a bad mood,</a:t>
            </a:r>
          </a:p>
          <a:p>
            <a:pPr algn="l">
              <a:lnSpc>
                <a:spcPts val="4751"/>
              </a:lnSpc>
            </a:pPr>
            <a:r>
              <a:rPr lang="en-US" sz="2969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because you will have many chances to change your mood but</a:t>
            </a:r>
          </a:p>
          <a:p>
            <a:pPr algn="l">
              <a:lnSpc>
                <a:spcPts val="4751"/>
              </a:lnSpc>
            </a:pPr>
            <a:r>
              <a:rPr lang="en-US" sz="2969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you will never get an opportunity to take back what you said.........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16795"/>
            <a:ext cx="18288000" cy="9670205"/>
            <a:chOff x="0" y="0"/>
            <a:chExt cx="4816593" cy="25468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546885"/>
            </a:xfrm>
            <a:custGeom>
              <a:avLst/>
              <a:gdLst/>
              <a:ahLst/>
              <a:cxnLst/>
              <a:rect r="r" b="b" t="t" l="l"/>
              <a:pathLst>
                <a:path h="254688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546885"/>
                  </a:lnTo>
                  <a:lnTo>
                    <a:pt x="0" y="2546885"/>
                  </a:lnTo>
                  <a:close/>
                </a:path>
              </a:pathLst>
            </a:custGeom>
            <a:solidFill>
              <a:srgbClr val="FF52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2604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2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576361"/>
            <a:chOff x="0" y="0"/>
            <a:chExt cx="4816593" cy="1517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51799"/>
            </a:xfrm>
            <a:custGeom>
              <a:avLst/>
              <a:gdLst/>
              <a:ahLst/>
              <a:cxnLst/>
              <a:rect r="r" b="b" t="t" l="l"/>
              <a:pathLst>
                <a:path h="15179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1799"/>
                  </a:lnTo>
                  <a:lnTo>
                    <a:pt x="0" y="15179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16593" cy="208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5141" y="9031181"/>
            <a:ext cx="227119" cy="22711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25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145741" y="915141"/>
            <a:ext cx="227119" cy="22711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2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188646" y="561153"/>
            <a:ext cx="14099354" cy="9725847"/>
          </a:xfrm>
          <a:custGeom>
            <a:avLst/>
            <a:gdLst/>
            <a:ahLst/>
            <a:cxnLst/>
            <a:rect r="r" b="b" t="t" l="l"/>
            <a:pathLst>
              <a:path h="9725847" w="14099354">
                <a:moveTo>
                  <a:pt x="0" y="0"/>
                </a:moveTo>
                <a:lnTo>
                  <a:pt x="14099354" y="0"/>
                </a:lnTo>
                <a:lnTo>
                  <a:pt x="14099354" y="9725847"/>
                </a:lnTo>
                <a:lnTo>
                  <a:pt x="0" y="97258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-4761" t="0" r="-4761" b="-584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607270"/>
            <a:ext cx="4593653" cy="106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8"/>
              </a:lnSpc>
            </a:pPr>
            <a:r>
              <a:rPr lang="en-US" sz="6944" spc="-368" b="true">
                <a:solidFill>
                  <a:srgbClr val="000000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MY TIME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4833" y="1658198"/>
            <a:ext cx="4203579" cy="324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830" b="true">
                <a:solidFill>
                  <a:srgbClr val="8AC44F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MOTIVATION FOR YOU AND ME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36890" y="2213069"/>
            <a:ext cx="4713527" cy="1625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2"/>
              </a:lnSpc>
            </a:pPr>
            <a:r>
              <a:rPr lang="en-US" sz="5551" spc="-294" b="true">
                <a:solidFill>
                  <a:srgbClr val="F9ECCF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Travel is not pretty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93653" y="3982781"/>
            <a:ext cx="7297023" cy="597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3053" b="true">
                <a:solidFill>
                  <a:srgbClr val="000000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it isn’t always comfortable. Sometimes it hurts, it even breaks your heart. </a:t>
            </a:r>
          </a:p>
          <a:p>
            <a:pPr algn="l">
              <a:lnSpc>
                <a:spcPts val="4274"/>
              </a:lnSpc>
            </a:pPr>
            <a:r>
              <a:rPr lang="en-US" sz="3053" b="true">
                <a:solidFill>
                  <a:srgbClr val="000000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But that’s okay. </a:t>
            </a:r>
          </a:p>
          <a:p>
            <a:pPr algn="l">
              <a:lnSpc>
                <a:spcPts val="4274"/>
              </a:lnSpc>
            </a:pPr>
            <a:r>
              <a:rPr lang="en-US" sz="3053" b="true">
                <a:solidFill>
                  <a:srgbClr val="000000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The journey changes you;</a:t>
            </a:r>
          </a:p>
          <a:p>
            <a:pPr algn="l">
              <a:lnSpc>
                <a:spcPts val="4274"/>
              </a:lnSpc>
            </a:pPr>
            <a:r>
              <a:rPr lang="en-US" sz="3053" b="true">
                <a:solidFill>
                  <a:srgbClr val="000000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 it should change you. </a:t>
            </a:r>
          </a:p>
          <a:p>
            <a:pPr algn="l">
              <a:lnSpc>
                <a:spcPts val="4274"/>
              </a:lnSpc>
            </a:pPr>
            <a:r>
              <a:rPr lang="en-US" sz="3053" b="true">
                <a:solidFill>
                  <a:srgbClr val="000000"/>
                </a:solidFill>
                <a:latin typeface="Poppins Medium Bold"/>
                <a:ea typeface="Poppins Medium Bold"/>
                <a:cs typeface="Poppins Medium Bold"/>
                <a:sym typeface="Poppins Medium Bold"/>
              </a:rPr>
              <a:t>It leaves marks on your memory, on your consciousness, on your heart, and on your body. You take something with you. Hopefully, you leave something good behind.”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DAFdQNjBLCg</dc:identifier>
  <dcterms:modified xsi:type="dcterms:W3CDTF">2011-08-01T06:04:30Z</dcterms:modified>
  <cp:revision>1</cp:revision>
  <dc:title>py_basic_data structures</dc:title>
</cp:coreProperties>
</file>