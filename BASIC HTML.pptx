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1" r:id="rId8"/>
    <p:sldId id="26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jpe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2.jpe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3.jpe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4.jpe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5.jpe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6.jpe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7.jpe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8.jpe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9.xml"/><Relationship Id="rId3" Type="http://schemas.openxmlformats.org/officeDocument/2006/relationships/image" Target="../media/image9.jpe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openxmlformats.org/officeDocument/2006/relationships/image" Target="../media/image10.jpe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5.xml"/><Relationship Id="rId3" Type="http://schemas.openxmlformats.org/officeDocument/2006/relationships/image" Target="../media/image11.jpeg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.xml"/><Relationship Id="rId3" Type="http://schemas.openxmlformats.org/officeDocument/2006/relationships/image" Target="../media/image12.jpeg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1.xml"/><Relationship Id="rId3" Type="http://schemas.openxmlformats.org/officeDocument/2006/relationships/image" Target="../media/image13.jpeg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4.xml"/><Relationship Id="rId3" Type="http://schemas.openxmlformats.org/officeDocument/2006/relationships/image" Target="../media/image14.jpeg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7.xml"/><Relationship Id="rId3" Type="http://schemas.openxmlformats.org/officeDocument/2006/relationships/image" Target="../media/image15.jpeg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html1"/>
          <p:cNvPicPr>
            <a:picLocks noChangeAspect="1"/>
          </p:cNvPicPr>
          <p:nvPr/>
        </p:nvPicPr>
        <p:blipFill>
          <a:blip r:embed="rId3"/>
          <a:srcRect r="7551" b="25501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HTML2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-635"/>
            <a:ext cx="12192635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HTML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b="12050"/>
          <a:stretch>
            <a:fillRect/>
          </a:stretch>
        </p:blipFill>
        <p:spPr>
          <a:xfrm>
            <a:off x="635" y="635"/>
            <a:ext cx="1219136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HTML4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r="6349" b="12622"/>
          <a:stretch>
            <a:fillRect/>
          </a:stretch>
        </p:blipFill>
        <p:spPr>
          <a:xfrm>
            <a:off x="0" y="-635"/>
            <a:ext cx="12191365" cy="68592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HTML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HTML6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HTML7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-635"/>
            <a:ext cx="12191365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HTML8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r="9793" b="13268"/>
          <a:stretch>
            <a:fillRect/>
          </a:stretch>
        </p:blipFill>
        <p:spPr>
          <a:xfrm>
            <a:off x="-635" y="0"/>
            <a:ext cx="12192000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HTML9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r="10027" b="33170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HTML10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r="1269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HTML11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r="19367"/>
          <a:stretch>
            <a:fillRect/>
          </a:stretch>
        </p:blipFill>
        <p:spPr>
          <a:xfrm>
            <a:off x="-635" y="0"/>
            <a:ext cx="1219263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HTML12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r="6906" b="14074"/>
          <a:stretch>
            <a:fillRect/>
          </a:stretch>
        </p:blipFill>
        <p:spPr>
          <a:xfrm>
            <a:off x="-635" y="-635"/>
            <a:ext cx="12192635" cy="68592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HTML1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HTML14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HTMLTABLEEXCERCISE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000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dell</dc:creator>
  <cp:lastModifiedBy>BHARATH</cp:lastModifiedBy>
  <cp:revision>1</cp:revision>
  <dcterms:created xsi:type="dcterms:W3CDTF">2026-09-23T10:33:41Z</dcterms:created>
  <dcterms:modified xsi:type="dcterms:W3CDTF">2026-09-23T10:33:41Z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0E09B33AD2F540FD8E1E719DD8EFD3A5_11</vt:lpwstr>
  </property>
</Properties>
</file>