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</p:sldMasterIdLst>
  <p:notesMasterIdLst>
    <p:notesMasterId r:id="rId51"/>
  </p:notesMasterIdLst>
  <p:sldIdLst>
    <p:sldId id="271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72" r:id="rId20"/>
    <p:sldId id="273" r:id="rId21"/>
    <p:sldId id="282" r:id="rId22"/>
    <p:sldId id="283" r:id="rId23"/>
    <p:sldId id="284" r:id="rId24"/>
    <p:sldId id="285" r:id="rId25"/>
    <p:sldId id="286" r:id="rId26"/>
    <p:sldId id="287" r:id="rId27"/>
    <p:sldId id="289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notesMaster" Target="notesMasters/notesMaster1.xml"/><Relationship Id="rId50" Type="http://schemas.openxmlformats.org/officeDocument/2006/relationships/slide" Target="slides/slide4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9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0" Type="http://schemas.openxmlformats.org/officeDocument/2006/relationships/slide" Target="slides/slide3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3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4.png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2.png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image" Target="../media/image2.png"/><Relationship Id="rId2" Type="http://schemas.openxmlformats.org/officeDocument/2006/relationships/tags" Target="../tags/tag36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2.png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image" Target="../media/image2.png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image" Target="../media/image2.png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2.png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image" Target="../media/image5.png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microsoft.com/office/2007/relationships/hdphoto" Target="../media/image9.wdp"/><Relationship Id="rId7" Type="http://schemas.openxmlformats.org/officeDocument/2006/relationships/image" Target="../media/image8.png"/><Relationship Id="rId6" Type="http://schemas.openxmlformats.org/officeDocument/2006/relationships/tags" Target="../tags/tag79.xml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image" Target="../media/image11.png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image" Target="NULL" TargetMode="External"/><Relationship Id="rId10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microsoft.com/office/2007/relationships/hdphoto" Target="../media/image14.wdp"/><Relationship Id="rId7" Type="http://schemas.openxmlformats.org/officeDocument/2006/relationships/image" Target="../media/image13.png"/><Relationship Id="rId6" Type="http://schemas.openxmlformats.org/officeDocument/2006/relationships/tags" Target="../tags/tag95.xml"/><Relationship Id="rId5" Type="http://schemas.openxmlformats.org/officeDocument/2006/relationships/image" Target="NULL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image" Target="NULL" TargetMode="External"/><Relationship Id="rId7" Type="http://schemas.openxmlformats.org/officeDocument/2006/relationships/image" Target="../media/image17.png"/><Relationship Id="rId6" Type="http://schemas.openxmlformats.org/officeDocument/2006/relationships/tags" Target="../tags/tag102.xml"/><Relationship Id="rId5" Type="http://schemas.microsoft.com/office/2007/relationships/hdphoto" Target="../media/image16.wdp"/><Relationship Id="rId4" Type="http://schemas.openxmlformats.org/officeDocument/2006/relationships/image" Target="../media/image15.png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microsoft.com/office/2007/relationships/hdphoto" Target="../media/image19.wdp"/><Relationship Id="rId11" Type="http://schemas.openxmlformats.org/officeDocument/2006/relationships/image" Target="../media/image18.png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image" Target="../media/image20.png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image" Target="../media/image20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image" Target="NULL" TargetMode="External"/><Relationship Id="rId7" Type="http://schemas.openxmlformats.org/officeDocument/2006/relationships/image" Target="../media/image21.png"/><Relationship Id="rId6" Type="http://schemas.openxmlformats.org/officeDocument/2006/relationships/tags" Target="../tags/tag147.xml"/><Relationship Id="rId5" Type="http://schemas.microsoft.com/office/2007/relationships/hdphoto" Target="../media/image9.wdp"/><Relationship Id="rId4" Type="http://schemas.openxmlformats.org/officeDocument/2006/relationships/image" Target="../media/image8.png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8" Type="http://schemas.openxmlformats.org/officeDocument/2006/relationships/tags" Target="../tags/tag154.xml"/><Relationship Id="rId17" Type="http://schemas.openxmlformats.org/officeDocument/2006/relationships/tags" Target="../tags/tag153.xml"/><Relationship Id="rId16" Type="http://schemas.openxmlformats.org/officeDocument/2006/relationships/tags" Target="../tags/tag152.xml"/><Relationship Id="rId15" Type="http://schemas.openxmlformats.org/officeDocument/2006/relationships/image" Target="../media/image11.png"/><Relationship Id="rId14" Type="http://schemas.openxmlformats.org/officeDocument/2006/relationships/tags" Target="../tags/tag151.xml"/><Relationship Id="rId13" Type="http://schemas.microsoft.com/office/2007/relationships/hdphoto" Target="../media/image7.wdp"/><Relationship Id="rId12" Type="http://schemas.openxmlformats.org/officeDocument/2006/relationships/image" Target="../media/image6.png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tags" Target="../tags/tag169.xml"/><Relationship Id="rId7" Type="http://schemas.openxmlformats.org/officeDocument/2006/relationships/image" Target="../media/image23.png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0" Type="http://schemas.openxmlformats.org/officeDocument/2006/relationships/tags" Target="../tags/tag189.xml"/><Relationship Id="rId3" Type="http://schemas.openxmlformats.org/officeDocument/2006/relationships/tags" Target="../tags/tag165.xml"/><Relationship Id="rId29" Type="http://schemas.openxmlformats.org/officeDocument/2006/relationships/tags" Target="../tags/tag188.xml"/><Relationship Id="rId28" Type="http://schemas.openxmlformats.org/officeDocument/2006/relationships/tags" Target="../tags/tag187.xml"/><Relationship Id="rId27" Type="http://schemas.openxmlformats.org/officeDocument/2006/relationships/tags" Target="../tags/tag186.xml"/><Relationship Id="rId26" Type="http://schemas.openxmlformats.org/officeDocument/2006/relationships/tags" Target="../tags/tag185.xml"/><Relationship Id="rId25" Type="http://schemas.openxmlformats.org/officeDocument/2006/relationships/tags" Target="../tags/tag184.xml"/><Relationship Id="rId24" Type="http://schemas.openxmlformats.org/officeDocument/2006/relationships/tags" Target="../tags/tag183.xml"/><Relationship Id="rId23" Type="http://schemas.openxmlformats.org/officeDocument/2006/relationships/tags" Target="../tags/tag182.xml"/><Relationship Id="rId22" Type="http://schemas.openxmlformats.org/officeDocument/2006/relationships/tags" Target="../tags/tag181.xml"/><Relationship Id="rId21" Type="http://schemas.openxmlformats.org/officeDocument/2006/relationships/tags" Target="../tags/tag180.xml"/><Relationship Id="rId20" Type="http://schemas.openxmlformats.org/officeDocument/2006/relationships/tags" Target="../tags/tag179.xml"/><Relationship Id="rId2" Type="http://schemas.openxmlformats.org/officeDocument/2006/relationships/tags" Target="../tags/tag164.xml"/><Relationship Id="rId19" Type="http://schemas.openxmlformats.org/officeDocument/2006/relationships/tags" Target="../tags/tag178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image" Target="../media/image25.png"/><Relationship Id="rId10" Type="http://schemas.openxmlformats.org/officeDocument/2006/relationships/tags" Target="../tags/tag170.xml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image" Target="../media/image26.jpeg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2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microsoft.com/office/2007/relationships/hdphoto" Target="../media/image28.wdp"/><Relationship Id="rId12" Type="http://schemas.openxmlformats.org/officeDocument/2006/relationships/image" Target="../media/image27.png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9" Type="http://schemas.openxmlformats.org/officeDocument/2006/relationships/tags" Target="../tags/tag233.xml"/><Relationship Id="rId8" Type="http://schemas.openxmlformats.org/officeDocument/2006/relationships/tags" Target="../tags/tag232.xml"/><Relationship Id="rId7" Type="http://schemas.openxmlformats.org/officeDocument/2006/relationships/tags" Target="../tags/tag231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tags" Target="../tags/tag255.xml"/><Relationship Id="rId7" Type="http://schemas.openxmlformats.org/officeDocument/2006/relationships/image" Target="../media/image23.png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9" Type="http://schemas.openxmlformats.org/officeDocument/2006/relationships/tags" Target="../tags/tag274.xml"/><Relationship Id="rId28" Type="http://schemas.openxmlformats.org/officeDocument/2006/relationships/tags" Target="../tags/tag273.xml"/><Relationship Id="rId27" Type="http://schemas.openxmlformats.org/officeDocument/2006/relationships/tags" Target="../tags/tag272.xml"/><Relationship Id="rId26" Type="http://schemas.openxmlformats.org/officeDocument/2006/relationships/tags" Target="../tags/tag271.xml"/><Relationship Id="rId25" Type="http://schemas.openxmlformats.org/officeDocument/2006/relationships/tags" Target="../tags/tag270.xml"/><Relationship Id="rId24" Type="http://schemas.openxmlformats.org/officeDocument/2006/relationships/tags" Target="../tags/tag269.xml"/><Relationship Id="rId23" Type="http://schemas.openxmlformats.org/officeDocument/2006/relationships/tags" Target="../tags/tag268.xml"/><Relationship Id="rId22" Type="http://schemas.openxmlformats.org/officeDocument/2006/relationships/tags" Target="../tags/tag267.xml"/><Relationship Id="rId21" Type="http://schemas.openxmlformats.org/officeDocument/2006/relationships/tags" Target="../tags/tag266.xml"/><Relationship Id="rId20" Type="http://schemas.openxmlformats.org/officeDocument/2006/relationships/tags" Target="../tags/tag265.xml"/><Relationship Id="rId2" Type="http://schemas.openxmlformats.org/officeDocument/2006/relationships/tags" Target="../tags/tag250.xml"/><Relationship Id="rId19" Type="http://schemas.openxmlformats.org/officeDocument/2006/relationships/tags" Target="../tags/tag264.xml"/><Relationship Id="rId18" Type="http://schemas.openxmlformats.org/officeDocument/2006/relationships/tags" Target="../tags/tag263.xml"/><Relationship Id="rId17" Type="http://schemas.openxmlformats.org/officeDocument/2006/relationships/tags" Target="../tags/tag262.xml"/><Relationship Id="rId16" Type="http://schemas.openxmlformats.org/officeDocument/2006/relationships/tags" Target="../tags/tag261.xml"/><Relationship Id="rId15" Type="http://schemas.openxmlformats.org/officeDocument/2006/relationships/tags" Target="../tags/tag260.xml"/><Relationship Id="rId14" Type="http://schemas.openxmlformats.org/officeDocument/2006/relationships/tags" Target="../tags/tag259.xml"/><Relationship Id="rId13" Type="http://schemas.openxmlformats.org/officeDocument/2006/relationships/tags" Target="../tags/tag258.xml"/><Relationship Id="rId12" Type="http://schemas.openxmlformats.org/officeDocument/2006/relationships/tags" Target="../tags/tag257.xml"/><Relationship Id="rId11" Type="http://schemas.openxmlformats.org/officeDocument/2006/relationships/image" Target="../media/image25.png"/><Relationship Id="rId10" Type="http://schemas.openxmlformats.org/officeDocument/2006/relationships/tags" Target="../tags/tag256.xml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93" Type="http://schemas.openxmlformats.org/officeDocument/2006/relationships/tags" Target="../tags/tag372.xml"/><Relationship Id="rId92" Type="http://schemas.openxmlformats.org/officeDocument/2006/relationships/tags" Target="../tags/tag371.xml"/><Relationship Id="rId91" Type="http://schemas.openxmlformats.org/officeDocument/2006/relationships/tags" Target="../tags/tag370.xml"/><Relationship Id="rId90" Type="http://schemas.openxmlformats.org/officeDocument/2006/relationships/tags" Target="../tags/tag369.xml"/><Relationship Id="rId9" Type="http://schemas.openxmlformats.org/officeDocument/2006/relationships/tags" Target="../tags/tag289.xml"/><Relationship Id="rId89" Type="http://schemas.openxmlformats.org/officeDocument/2006/relationships/tags" Target="../tags/tag368.xml"/><Relationship Id="rId88" Type="http://schemas.openxmlformats.org/officeDocument/2006/relationships/tags" Target="../tags/tag367.xml"/><Relationship Id="rId87" Type="http://schemas.openxmlformats.org/officeDocument/2006/relationships/image" Target="../media/image29.png"/><Relationship Id="rId86" Type="http://schemas.openxmlformats.org/officeDocument/2006/relationships/tags" Target="../tags/tag366.xml"/><Relationship Id="rId85" Type="http://schemas.openxmlformats.org/officeDocument/2006/relationships/tags" Target="../tags/tag365.xml"/><Relationship Id="rId84" Type="http://schemas.openxmlformats.org/officeDocument/2006/relationships/tags" Target="../tags/tag364.xml"/><Relationship Id="rId83" Type="http://schemas.openxmlformats.org/officeDocument/2006/relationships/tags" Target="../tags/tag363.xml"/><Relationship Id="rId82" Type="http://schemas.openxmlformats.org/officeDocument/2006/relationships/tags" Target="../tags/tag362.xml"/><Relationship Id="rId81" Type="http://schemas.openxmlformats.org/officeDocument/2006/relationships/tags" Target="../tags/tag361.xml"/><Relationship Id="rId80" Type="http://schemas.openxmlformats.org/officeDocument/2006/relationships/tags" Target="../tags/tag360.xml"/><Relationship Id="rId8" Type="http://schemas.openxmlformats.org/officeDocument/2006/relationships/tags" Target="../tags/tag288.xml"/><Relationship Id="rId79" Type="http://schemas.openxmlformats.org/officeDocument/2006/relationships/tags" Target="../tags/tag359.xml"/><Relationship Id="rId78" Type="http://schemas.openxmlformats.org/officeDocument/2006/relationships/tags" Target="../tags/tag358.xml"/><Relationship Id="rId77" Type="http://schemas.openxmlformats.org/officeDocument/2006/relationships/tags" Target="../tags/tag357.xml"/><Relationship Id="rId76" Type="http://schemas.openxmlformats.org/officeDocument/2006/relationships/tags" Target="../tags/tag356.xml"/><Relationship Id="rId75" Type="http://schemas.openxmlformats.org/officeDocument/2006/relationships/tags" Target="../tags/tag355.xml"/><Relationship Id="rId74" Type="http://schemas.openxmlformats.org/officeDocument/2006/relationships/tags" Target="../tags/tag354.xml"/><Relationship Id="rId73" Type="http://schemas.openxmlformats.org/officeDocument/2006/relationships/tags" Target="../tags/tag353.xml"/><Relationship Id="rId72" Type="http://schemas.openxmlformats.org/officeDocument/2006/relationships/tags" Target="../tags/tag352.xml"/><Relationship Id="rId71" Type="http://schemas.openxmlformats.org/officeDocument/2006/relationships/tags" Target="../tags/tag351.xml"/><Relationship Id="rId70" Type="http://schemas.openxmlformats.org/officeDocument/2006/relationships/tags" Target="../tags/tag350.xml"/><Relationship Id="rId7" Type="http://schemas.openxmlformats.org/officeDocument/2006/relationships/tags" Target="../tags/tag287.xml"/><Relationship Id="rId69" Type="http://schemas.openxmlformats.org/officeDocument/2006/relationships/tags" Target="../tags/tag349.xml"/><Relationship Id="rId68" Type="http://schemas.openxmlformats.org/officeDocument/2006/relationships/tags" Target="../tags/tag348.xml"/><Relationship Id="rId67" Type="http://schemas.openxmlformats.org/officeDocument/2006/relationships/tags" Target="../tags/tag347.xml"/><Relationship Id="rId66" Type="http://schemas.openxmlformats.org/officeDocument/2006/relationships/tags" Target="../tags/tag346.xml"/><Relationship Id="rId65" Type="http://schemas.openxmlformats.org/officeDocument/2006/relationships/tags" Target="../tags/tag345.xml"/><Relationship Id="rId64" Type="http://schemas.openxmlformats.org/officeDocument/2006/relationships/tags" Target="../tags/tag344.xml"/><Relationship Id="rId63" Type="http://schemas.openxmlformats.org/officeDocument/2006/relationships/tags" Target="../tags/tag343.xml"/><Relationship Id="rId62" Type="http://schemas.openxmlformats.org/officeDocument/2006/relationships/tags" Target="../tags/tag342.xml"/><Relationship Id="rId61" Type="http://schemas.openxmlformats.org/officeDocument/2006/relationships/tags" Target="../tags/tag341.xml"/><Relationship Id="rId60" Type="http://schemas.openxmlformats.org/officeDocument/2006/relationships/tags" Target="../tags/tag340.xml"/><Relationship Id="rId6" Type="http://schemas.openxmlformats.org/officeDocument/2006/relationships/tags" Target="../tags/tag286.xml"/><Relationship Id="rId59" Type="http://schemas.openxmlformats.org/officeDocument/2006/relationships/tags" Target="../tags/tag339.xml"/><Relationship Id="rId58" Type="http://schemas.openxmlformats.org/officeDocument/2006/relationships/tags" Target="../tags/tag338.xml"/><Relationship Id="rId57" Type="http://schemas.openxmlformats.org/officeDocument/2006/relationships/tags" Target="../tags/tag337.xml"/><Relationship Id="rId56" Type="http://schemas.openxmlformats.org/officeDocument/2006/relationships/tags" Target="../tags/tag336.xml"/><Relationship Id="rId55" Type="http://schemas.openxmlformats.org/officeDocument/2006/relationships/tags" Target="../tags/tag335.xml"/><Relationship Id="rId54" Type="http://schemas.openxmlformats.org/officeDocument/2006/relationships/tags" Target="../tags/tag334.xml"/><Relationship Id="rId53" Type="http://schemas.openxmlformats.org/officeDocument/2006/relationships/tags" Target="../tags/tag333.xml"/><Relationship Id="rId52" Type="http://schemas.openxmlformats.org/officeDocument/2006/relationships/tags" Target="../tags/tag332.xml"/><Relationship Id="rId51" Type="http://schemas.openxmlformats.org/officeDocument/2006/relationships/tags" Target="../tags/tag331.xml"/><Relationship Id="rId50" Type="http://schemas.openxmlformats.org/officeDocument/2006/relationships/tags" Target="../tags/tag330.xml"/><Relationship Id="rId5" Type="http://schemas.openxmlformats.org/officeDocument/2006/relationships/tags" Target="../tags/tag285.xml"/><Relationship Id="rId49" Type="http://schemas.openxmlformats.org/officeDocument/2006/relationships/tags" Target="../tags/tag329.xml"/><Relationship Id="rId48" Type="http://schemas.openxmlformats.org/officeDocument/2006/relationships/tags" Target="../tags/tag328.xml"/><Relationship Id="rId47" Type="http://schemas.openxmlformats.org/officeDocument/2006/relationships/tags" Target="../tags/tag327.xml"/><Relationship Id="rId46" Type="http://schemas.openxmlformats.org/officeDocument/2006/relationships/tags" Target="../tags/tag326.xml"/><Relationship Id="rId45" Type="http://schemas.openxmlformats.org/officeDocument/2006/relationships/tags" Target="../tags/tag325.xml"/><Relationship Id="rId44" Type="http://schemas.openxmlformats.org/officeDocument/2006/relationships/tags" Target="../tags/tag324.xml"/><Relationship Id="rId43" Type="http://schemas.openxmlformats.org/officeDocument/2006/relationships/tags" Target="../tags/tag323.xml"/><Relationship Id="rId42" Type="http://schemas.openxmlformats.org/officeDocument/2006/relationships/tags" Target="../tags/tag322.xml"/><Relationship Id="rId41" Type="http://schemas.openxmlformats.org/officeDocument/2006/relationships/tags" Target="../tags/tag321.xml"/><Relationship Id="rId40" Type="http://schemas.openxmlformats.org/officeDocument/2006/relationships/tags" Target="../tags/tag320.xml"/><Relationship Id="rId4" Type="http://schemas.openxmlformats.org/officeDocument/2006/relationships/tags" Target="../tags/tag284.xml"/><Relationship Id="rId39" Type="http://schemas.openxmlformats.org/officeDocument/2006/relationships/tags" Target="../tags/tag319.xml"/><Relationship Id="rId38" Type="http://schemas.openxmlformats.org/officeDocument/2006/relationships/tags" Target="../tags/tag318.xml"/><Relationship Id="rId37" Type="http://schemas.openxmlformats.org/officeDocument/2006/relationships/tags" Target="../tags/tag317.xml"/><Relationship Id="rId36" Type="http://schemas.openxmlformats.org/officeDocument/2006/relationships/tags" Target="../tags/tag316.xml"/><Relationship Id="rId35" Type="http://schemas.openxmlformats.org/officeDocument/2006/relationships/tags" Target="../tags/tag315.xml"/><Relationship Id="rId34" Type="http://schemas.openxmlformats.org/officeDocument/2006/relationships/tags" Target="../tags/tag314.xml"/><Relationship Id="rId33" Type="http://schemas.openxmlformats.org/officeDocument/2006/relationships/tags" Target="../tags/tag313.xml"/><Relationship Id="rId32" Type="http://schemas.openxmlformats.org/officeDocument/2006/relationships/tags" Target="../tags/tag312.xml"/><Relationship Id="rId31" Type="http://schemas.openxmlformats.org/officeDocument/2006/relationships/tags" Target="../tags/tag311.xml"/><Relationship Id="rId30" Type="http://schemas.openxmlformats.org/officeDocument/2006/relationships/tags" Target="../tags/tag310.xml"/><Relationship Id="rId3" Type="http://schemas.openxmlformats.org/officeDocument/2006/relationships/tags" Target="../tags/tag283.xml"/><Relationship Id="rId29" Type="http://schemas.openxmlformats.org/officeDocument/2006/relationships/tags" Target="../tags/tag309.xml"/><Relationship Id="rId28" Type="http://schemas.openxmlformats.org/officeDocument/2006/relationships/tags" Target="../tags/tag308.xml"/><Relationship Id="rId27" Type="http://schemas.openxmlformats.org/officeDocument/2006/relationships/tags" Target="../tags/tag307.xml"/><Relationship Id="rId26" Type="http://schemas.openxmlformats.org/officeDocument/2006/relationships/tags" Target="../tags/tag306.xml"/><Relationship Id="rId25" Type="http://schemas.openxmlformats.org/officeDocument/2006/relationships/tags" Target="../tags/tag305.xml"/><Relationship Id="rId24" Type="http://schemas.openxmlformats.org/officeDocument/2006/relationships/tags" Target="../tags/tag304.xml"/><Relationship Id="rId23" Type="http://schemas.openxmlformats.org/officeDocument/2006/relationships/tags" Target="../tags/tag303.xml"/><Relationship Id="rId22" Type="http://schemas.openxmlformats.org/officeDocument/2006/relationships/tags" Target="../tags/tag302.xml"/><Relationship Id="rId21" Type="http://schemas.openxmlformats.org/officeDocument/2006/relationships/tags" Target="../tags/tag301.xml"/><Relationship Id="rId20" Type="http://schemas.openxmlformats.org/officeDocument/2006/relationships/tags" Target="../tags/tag300.xml"/><Relationship Id="rId2" Type="http://schemas.openxmlformats.org/officeDocument/2006/relationships/tags" Target="../tags/tag282.xml"/><Relationship Id="rId19" Type="http://schemas.openxmlformats.org/officeDocument/2006/relationships/tags" Target="../tags/tag299.xml"/><Relationship Id="rId18" Type="http://schemas.openxmlformats.org/officeDocument/2006/relationships/tags" Target="../tags/tag298.xml"/><Relationship Id="rId17" Type="http://schemas.openxmlformats.org/officeDocument/2006/relationships/tags" Target="../tags/tag297.xml"/><Relationship Id="rId16" Type="http://schemas.openxmlformats.org/officeDocument/2006/relationships/tags" Target="../tags/tag296.xml"/><Relationship Id="rId15" Type="http://schemas.openxmlformats.org/officeDocument/2006/relationships/tags" Target="../tags/tag295.xml"/><Relationship Id="rId14" Type="http://schemas.openxmlformats.org/officeDocument/2006/relationships/tags" Target="../tags/tag294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9" Type="http://schemas.openxmlformats.org/officeDocument/2006/relationships/tags" Target="../tags/tag380.xml"/><Relationship Id="rId8" Type="http://schemas.openxmlformats.org/officeDocument/2006/relationships/tags" Target="../tags/tag379.xml"/><Relationship Id="rId7" Type="http://schemas.openxmlformats.org/officeDocument/2006/relationships/tags" Target="../tags/tag378.xml"/><Relationship Id="rId6" Type="http://schemas.openxmlformats.org/officeDocument/2006/relationships/tags" Target="../tags/tag377.xml"/><Relationship Id="rId5" Type="http://schemas.openxmlformats.org/officeDocument/2006/relationships/tags" Target="../tags/tag376.xml"/><Relationship Id="rId48" Type="http://schemas.openxmlformats.org/officeDocument/2006/relationships/tags" Target="../tags/tag419.xml"/><Relationship Id="rId47" Type="http://schemas.openxmlformats.org/officeDocument/2006/relationships/tags" Target="../tags/tag418.xml"/><Relationship Id="rId46" Type="http://schemas.openxmlformats.org/officeDocument/2006/relationships/tags" Target="../tags/tag417.xml"/><Relationship Id="rId45" Type="http://schemas.openxmlformats.org/officeDocument/2006/relationships/tags" Target="../tags/tag416.xml"/><Relationship Id="rId44" Type="http://schemas.openxmlformats.org/officeDocument/2006/relationships/tags" Target="../tags/tag415.xml"/><Relationship Id="rId43" Type="http://schemas.openxmlformats.org/officeDocument/2006/relationships/tags" Target="../tags/tag414.xml"/><Relationship Id="rId42" Type="http://schemas.openxmlformats.org/officeDocument/2006/relationships/tags" Target="../tags/tag413.xml"/><Relationship Id="rId41" Type="http://schemas.openxmlformats.org/officeDocument/2006/relationships/tags" Target="../tags/tag412.xml"/><Relationship Id="rId40" Type="http://schemas.openxmlformats.org/officeDocument/2006/relationships/tags" Target="../tags/tag411.xml"/><Relationship Id="rId4" Type="http://schemas.openxmlformats.org/officeDocument/2006/relationships/tags" Target="../tags/tag375.xml"/><Relationship Id="rId39" Type="http://schemas.openxmlformats.org/officeDocument/2006/relationships/tags" Target="../tags/tag410.xml"/><Relationship Id="rId38" Type="http://schemas.openxmlformats.org/officeDocument/2006/relationships/tags" Target="../tags/tag409.xml"/><Relationship Id="rId37" Type="http://schemas.openxmlformats.org/officeDocument/2006/relationships/tags" Target="../tags/tag408.xml"/><Relationship Id="rId36" Type="http://schemas.openxmlformats.org/officeDocument/2006/relationships/tags" Target="../tags/tag407.xml"/><Relationship Id="rId35" Type="http://schemas.openxmlformats.org/officeDocument/2006/relationships/tags" Target="../tags/tag406.xml"/><Relationship Id="rId34" Type="http://schemas.openxmlformats.org/officeDocument/2006/relationships/tags" Target="../tags/tag405.xml"/><Relationship Id="rId33" Type="http://schemas.openxmlformats.org/officeDocument/2006/relationships/tags" Target="../tags/tag404.xml"/><Relationship Id="rId32" Type="http://schemas.openxmlformats.org/officeDocument/2006/relationships/tags" Target="../tags/tag403.xml"/><Relationship Id="rId31" Type="http://schemas.openxmlformats.org/officeDocument/2006/relationships/tags" Target="../tags/tag402.xml"/><Relationship Id="rId30" Type="http://schemas.openxmlformats.org/officeDocument/2006/relationships/tags" Target="../tags/tag401.xml"/><Relationship Id="rId3" Type="http://schemas.openxmlformats.org/officeDocument/2006/relationships/tags" Target="../tags/tag374.xml"/><Relationship Id="rId29" Type="http://schemas.openxmlformats.org/officeDocument/2006/relationships/tags" Target="../tags/tag400.xml"/><Relationship Id="rId28" Type="http://schemas.openxmlformats.org/officeDocument/2006/relationships/tags" Target="../tags/tag399.xml"/><Relationship Id="rId27" Type="http://schemas.openxmlformats.org/officeDocument/2006/relationships/tags" Target="../tags/tag398.xml"/><Relationship Id="rId26" Type="http://schemas.openxmlformats.org/officeDocument/2006/relationships/tags" Target="../tags/tag397.xml"/><Relationship Id="rId25" Type="http://schemas.openxmlformats.org/officeDocument/2006/relationships/tags" Target="../tags/tag396.xml"/><Relationship Id="rId24" Type="http://schemas.openxmlformats.org/officeDocument/2006/relationships/tags" Target="../tags/tag395.xml"/><Relationship Id="rId23" Type="http://schemas.openxmlformats.org/officeDocument/2006/relationships/tags" Target="../tags/tag394.xml"/><Relationship Id="rId22" Type="http://schemas.openxmlformats.org/officeDocument/2006/relationships/tags" Target="../tags/tag393.xml"/><Relationship Id="rId21" Type="http://schemas.openxmlformats.org/officeDocument/2006/relationships/tags" Target="../tags/tag392.xml"/><Relationship Id="rId20" Type="http://schemas.openxmlformats.org/officeDocument/2006/relationships/tags" Target="../tags/tag391.xml"/><Relationship Id="rId2" Type="http://schemas.openxmlformats.org/officeDocument/2006/relationships/tags" Target="../tags/tag373.xml"/><Relationship Id="rId19" Type="http://schemas.openxmlformats.org/officeDocument/2006/relationships/tags" Target="../tags/tag390.xml"/><Relationship Id="rId18" Type="http://schemas.openxmlformats.org/officeDocument/2006/relationships/tags" Target="../tags/tag389.xml"/><Relationship Id="rId17" Type="http://schemas.openxmlformats.org/officeDocument/2006/relationships/tags" Target="../tags/tag388.xml"/><Relationship Id="rId16" Type="http://schemas.openxmlformats.org/officeDocument/2006/relationships/tags" Target="../tags/tag387.xml"/><Relationship Id="rId15" Type="http://schemas.openxmlformats.org/officeDocument/2006/relationships/tags" Target="../tags/tag386.xml"/><Relationship Id="rId14" Type="http://schemas.openxmlformats.org/officeDocument/2006/relationships/tags" Target="../tags/tag385.xml"/><Relationship Id="rId13" Type="http://schemas.openxmlformats.org/officeDocument/2006/relationships/tags" Target="../tags/tag384.xml"/><Relationship Id="rId12" Type="http://schemas.openxmlformats.org/officeDocument/2006/relationships/tags" Target="../tags/tag383.xml"/><Relationship Id="rId11" Type="http://schemas.openxmlformats.org/officeDocument/2006/relationships/tags" Target="../tags/tag382.xml"/><Relationship Id="rId10" Type="http://schemas.openxmlformats.org/officeDocument/2006/relationships/tags" Target="../tags/tag381.xml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9" Type="http://schemas.openxmlformats.org/officeDocument/2006/relationships/tags" Target="../tags/tag426.xml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tags" Target="../tags/tag423.xml"/><Relationship Id="rId5" Type="http://schemas.openxmlformats.org/officeDocument/2006/relationships/tags" Target="../tags/tag422.xml"/><Relationship Id="rId48" Type="http://schemas.openxmlformats.org/officeDocument/2006/relationships/tags" Target="../tags/tag465.xml"/><Relationship Id="rId47" Type="http://schemas.openxmlformats.org/officeDocument/2006/relationships/tags" Target="../tags/tag464.xml"/><Relationship Id="rId46" Type="http://schemas.openxmlformats.org/officeDocument/2006/relationships/tags" Target="../tags/tag463.xml"/><Relationship Id="rId45" Type="http://schemas.openxmlformats.org/officeDocument/2006/relationships/tags" Target="../tags/tag462.xml"/><Relationship Id="rId44" Type="http://schemas.openxmlformats.org/officeDocument/2006/relationships/tags" Target="../tags/tag461.xml"/><Relationship Id="rId43" Type="http://schemas.openxmlformats.org/officeDocument/2006/relationships/tags" Target="../tags/tag460.xml"/><Relationship Id="rId42" Type="http://schemas.openxmlformats.org/officeDocument/2006/relationships/tags" Target="../tags/tag459.xml"/><Relationship Id="rId41" Type="http://schemas.openxmlformats.org/officeDocument/2006/relationships/tags" Target="../tags/tag458.xml"/><Relationship Id="rId40" Type="http://schemas.openxmlformats.org/officeDocument/2006/relationships/tags" Target="../tags/tag457.xml"/><Relationship Id="rId4" Type="http://schemas.openxmlformats.org/officeDocument/2006/relationships/image" Target="../media/image29.png"/><Relationship Id="rId39" Type="http://schemas.openxmlformats.org/officeDocument/2006/relationships/tags" Target="../tags/tag456.xml"/><Relationship Id="rId38" Type="http://schemas.openxmlformats.org/officeDocument/2006/relationships/tags" Target="../tags/tag455.xml"/><Relationship Id="rId37" Type="http://schemas.openxmlformats.org/officeDocument/2006/relationships/tags" Target="../tags/tag454.xml"/><Relationship Id="rId36" Type="http://schemas.openxmlformats.org/officeDocument/2006/relationships/tags" Target="../tags/tag453.xml"/><Relationship Id="rId35" Type="http://schemas.openxmlformats.org/officeDocument/2006/relationships/tags" Target="../tags/tag452.xml"/><Relationship Id="rId34" Type="http://schemas.openxmlformats.org/officeDocument/2006/relationships/tags" Target="../tags/tag451.xml"/><Relationship Id="rId33" Type="http://schemas.openxmlformats.org/officeDocument/2006/relationships/tags" Target="../tags/tag450.xml"/><Relationship Id="rId32" Type="http://schemas.openxmlformats.org/officeDocument/2006/relationships/tags" Target="../tags/tag449.xml"/><Relationship Id="rId31" Type="http://schemas.openxmlformats.org/officeDocument/2006/relationships/tags" Target="../tags/tag448.xml"/><Relationship Id="rId30" Type="http://schemas.openxmlformats.org/officeDocument/2006/relationships/tags" Target="../tags/tag447.xml"/><Relationship Id="rId3" Type="http://schemas.openxmlformats.org/officeDocument/2006/relationships/tags" Target="../tags/tag421.xml"/><Relationship Id="rId29" Type="http://schemas.openxmlformats.org/officeDocument/2006/relationships/tags" Target="../tags/tag446.xml"/><Relationship Id="rId28" Type="http://schemas.openxmlformats.org/officeDocument/2006/relationships/tags" Target="../tags/tag445.xml"/><Relationship Id="rId27" Type="http://schemas.openxmlformats.org/officeDocument/2006/relationships/tags" Target="../tags/tag444.xml"/><Relationship Id="rId26" Type="http://schemas.openxmlformats.org/officeDocument/2006/relationships/tags" Target="../tags/tag443.xml"/><Relationship Id="rId25" Type="http://schemas.openxmlformats.org/officeDocument/2006/relationships/tags" Target="../tags/tag442.xml"/><Relationship Id="rId24" Type="http://schemas.openxmlformats.org/officeDocument/2006/relationships/tags" Target="../tags/tag441.xml"/><Relationship Id="rId23" Type="http://schemas.openxmlformats.org/officeDocument/2006/relationships/tags" Target="../tags/tag440.xml"/><Relationship Id="rId22" Type="http://schemas.openxmlformats.org/officeDocument/2006/relationships/tags" Target="../tags/tag439.xml"/><Relationship Id="rId21" Type="http://schemas.openxmlformats.org/officeDocument/2006/relationships/tags" Target="../tags/tag438.xml"/><Relationship Id="rId20" Type="http://schemas.openxmlformats.org/officeDocument/2006/relationships/tags" Target="../tags/tag437.xml"/><Relationship Id="rId2" Type="http://schemas.openxmlformats.org/officeDocument/2006/relationships/tags" Target="../tags/tag420.xml"/><Relationship Id="rId19" Type="http://schemas.openxmlformats.org/officeDocument/2006/relationships/tags" Target="../tags/tag436.xml"/><Relationship Id="rId18" Type="http://schemas.openxmlformats.org/officeDocument/2006/relationships/tags" Target="../tags/tag435.xml"/><Relationship Id="rId17" Type="http://schemas.openxmlformats.org/officeDocument/2006/relationships/tags" Target="../tags/tag434.xml"/><Relationship Id="rId16" Type="http://schemas.openxmlformats.org/officeDocument/2006/relationships/tags" Target="../tags/tag433.xml"/><Relationship Id="rId15" Type="http://schemas.openxmlformats.org/officeDocument/2006/relationships/tags" Target="../tags/tag432.xml"/><Relationship Id="rId14" Type="http://schemas.openxmlformats.org/officeDocument/2006/relationships/tags" Target="../tags/tag431.xml"/><Relationship Id="rId13" Type="http://schemas.openxmlformats.org/officeDocument/2006/relationships/tags" Target="../tags/tag430.xml"/><Relationship Id="rId12" Type="http://schemas.openxmlformats.org/officeDocument/2006/relationships/tags" Target="../tags/tag429.xml"/><Relationship Id="rId11" Type="http://schemas.openxmlformats.org/officeDocument/2006/relationships/tags" Target="../tags/tag428.xml"/><Relationship Id="rId10" Type="http://schemas.openxmlformats.org/officeDocument/2006/relationships/tags" Target="../tags/tag427.xml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93" Type="http://schemas.openxmlformats.org/officeDocument/2006/relationships/tags" Target="../tags/tag556.xml"/><Relationship Id="rId92" Type="http://schemas.openxmlformats.org/officeDocument/2006/relationships/tags" Target="../tags/tag555.xml"/><Relationship Id="rId91" Type="http://schemas.openxmlformats.org/officeDocument/2006/relationships/tags" Target="../tags/tag554.xml"/><Relationship Id="rId90" Type="http://schemas.openxmlformats.org/officeDocument/2006/relationships/tags" Target="../tags/tag553.xml"/><Relationship Id="rId9" Type="http://schemas.openxmlformats.org/officeDocument/2006/relationships/tags" Target="../tags/tag472.xml"/><Relationship Id="rId89" Type="http://schemas.openxmlformats.org/officeDocument/2006/relationships/tags" Target="../tags/tag552.xml"/><Relationship Id="rId88" Type="http://schemas.openxmlformats.org/officeDocument/2006/relationships/tags" Target="../tags/tag551.xml"/><Relationship Id="rId87" Type="http://schemas.openxmlformats.org/officeDocument/2006/relationships/tags" Target="../tags/tag550.xml"/><Relationship Id="rId86" Type="http://schemas.openxmlformats.org/officeDocument/2006/relationships/tags" Target="../tags/tag549.xml"/><Relationship Id="rId85" Type="http://schemas.openxmlformats.org/officeDocument/2006/relationships/tags" Target="../tags/tag548.xml"/><Relationship Id="rId84" Type="http://schemas.openxmlformats.org/officeDocument/2006/relationships/tags" Target="../tags/tag547.xml"/><Relationship Id="rId83" Type="http://schemas.openxmlformats.org/officeDocument/2006/relationships/tags" Target="../tags/tag546.xml"/><Relationship Id="rId82" Type="http://schemas.openxmlformats.org/officeDocument/2006/relationships/tags" Target="../tags/tag545.xml"/><Relationship Id="rId81" Type="http://schemas.openxmlformats.org/officeDocument/2006/relationships/tags" Target="../tags/tag544.xml"/><Relationship Id="rId80" Type="http://schemas.openxmlformats.org/officeDocument/2006/relationships/tags" Target="../tags/tag543.xml"/><Relationship Id="rId8" Type="http://schemas.openxmlformats.org/officeDocument/2006/relationships/tags" Target="../tags/tag471.xml"/><Relationship Id="rId79" Type="http://schemas.openxmlformats.org/officeDocument/2006/relationships/tags" Target="../tags/tag542.xml"/><Relationship Id="rId78" Type="http://schemas.openxmlformats.org/officeDocument/2006/relationships/tags" Target="../tags/tag541.xml"/><Relationship Id="rId77" Type="http://schemas.openxmlformats.org/officeDocument/2006/relationships/tags" Target="../tags/tag540.xml"/><Relationship Id="rId76" Type="http://schemas.openxmlformats.org/officeDocument/2006/relationships/tags" Target="../tags/tag539.xml"/><Relationship Id="rId75" Type="http://schemas.openxmlformats.org/officeDocument/2006/relationships/tags" Target="../tags/tag538.xml"/><Relationship Id="rId74" Type="http://schemas.openxmlformats.org/officeDocument/2006/relationships/tags" Target="../tags/tag537.xml"/><Relationship Id="rId73" Type="http://schemas.openxmlformats.org/officeDocument/2006/relationships/tags" Target="../tags/tag536.xml"/><Relationship Id="rId72" Type="http://schemas.openxmlformats.org/officeDocument/2006/relationships/tags" Target="../tags/tag535.xml"/><Relationship Id="rId71" Type="http://schemas.openxmlformats.org/officeDocument/2006/relationships/tags" Target="../tags/tag534.xml"/><Relationship Id="rId70" Type="http://schemas.openxmlformats.org/officeDocument/2006/relationships/tags" Target="../tags/tag533.xml"/><Relationship Id="rId7" Type="http://schemas.openxmlformats.org/officeDocument/2006/relationships/tags" Target="../tags/tag470.xml"/><Relationship Id="rId69" Type="http://schemas.openxmlformats.org/officeDocument/2006/relationships/tags" Target="../tags/tag532.xml"/><Relationship Id="rId68" Type="http://schemas.openxmlformats.org/officeDocument/2006/relationships/tags" Target="../tags/tag531.xml"/><Relationship Id="rId67" Type="http://schemas.openxmlformats.org/officeDocument/2006/relationships/tags" Target="../tags/tag530.xml"/><Relationship Id="rId66" Type="http://schemas.openxmlformats.org/officeDocument/2006/relationships/tags" Target="../tags/tag529.xml"/><Relationship Id="rId65" Type="http://schemas.openxmlformats.org/officeDocument/2006/relationships/tags" Target="../tags/tag528.xml"/><Relationship Id="rId64" Type="http://schemas.openxmlformats.org/officeDocument/2006/relationships/tags" Target="../tags/tag527.xml"/><Relationship Id="rId63" Type="http://schemas.openxmlformats.org/officeDocument/2006/relationships/tags" Target="../tags/tag526.xml"/><Relationship Id="rId62" Type="http://schemas.openxmlformats.org/officeDocument/2006/relationships/tags" Target="../tags/tag525.xml"/><Relationship Id="rId61" Type="http://schemas.openxmlformats.org/officeDocument/2006/relationships/tags" Target="../tags/tag524.xml"/><Relationship Id="rId60" Type="http://schemas.openxmlformats.org/officeDocument/2006/relationships/tags" Target="../tags/tag523.xml"/><Relationship Id="rId6" Type="http://schemas.openxmlformats.org/officeDocument/2006/relationships/image" Target="../media/image29.png"/><Relationship Id="rId59" Type="http://schemas.openxmlformats.org/officeDocument/2006/relationships/tags" Target="../tags/tag522.xml"/><Relationship Id="rId58" Type="http://schemas.openxmlformats.org/officeDocument/2006/relationships/tags" Target="../tags/tag521.xml"/><Relationship Id="rId57" Type="http://schemas.openxmlformats.org/officeDocument/2006/relationships/tags" Target="../tags/tag520.xml"/><Relationship Id="rId56" Type="http://schemas.openxmlformats.org/officeDocument/2006/relationships/tags" Target="../tags/tag519.xml"/><Relationship Id="rId55" Type="http://schemas.openxmlformats.org/officeDocument/2006/relationships/tags" Target="../tags/tag518.xml"/><Relationship Id="rId54" Type="http://schemas.openxmlformats.org/officeDocument/2006/relationships/tags" Target="../tags/tag517.xml"/><Relationship Id="rId53" Type="http://schemas.openxmlformats.org/officeDocument/2006/relationships/tags" Target="../tags/tag516.xml"/><Relationship Id="rId52" Type="http://schemas.openxmlformats.org/officeDocument/2006/relationships/tags" Target="../tags/tag515.xml"/><Relationship Id="rId51" Type="http://schemas.openxmlformats.org/officeDocument/2006/relationships/tags" Target="../tags/tag514.xml"/><Relationship Id="rId50" Type="http://schemas.openxmlformats.org/officeDocument/2006/relationships/tags" Target="../tags/tag513.xml"/><Relationship Id="rId5" Type="http://schemas.openxmlformats.org/officeDocument/2006/relationships/tags" Target="../tags/tag469.xml"/><Relationship Id="rId49" Type="http://schemas.openxmlformats.org/officeDocument/2006/relationships/tags" Target="../tags/tag512.xml"/><Relationship Id="rId48" Type="http://schemas.openxmlformats.org/officeDocument/2006/relationships/tags" Target="../tags/tag511.xml"/><Relationship Id="rId47" Type="http://schemas.openxmlformats.org/officeDocument/2006/relationships/tags" Target="../tags/tag510.xml"/><Relationship Id="rId46" Type="http://schemas.openxmlformats.org/officeDocument/2006/relationships/tags" Target="../tags/tag509.xml"/><Relationship Id="rId45" Type="http://schemas.openxmlformats.org/officeDocument/2006/relationships/tags" Target="../tags/tag508.xml"/><Relationship Id="rId44" Type="http://schemas.openxmlformats.org/officeDocument/2006/relationships/tags" Target="../tags/tag507.xml"/><Relationship Id="rId43" Type="http://schemas.openxmlformats.org/officeDocument/2006/relationships/tags" Target="../tags/tag506.xml"/><Relationship Id="rId42" Type="http://schemas.openxmlformats.org/officeDocument/2006/relationships/tags" Target="../tags/tag505.xml"/><Relationship Id="rId41" Type="http://schemas.openxmlformats.org/officeDocument/2006/relationships/tags" Target="../tags/tag504.xml"/><Relationship Id="rId40" Type="http://schemas.openxmlformats.org/officeDocument/2006/relationships/tags" Target="../tags/tag503.xml"/><Relationship Id="rId4" Type="http://schemas.openxmlformats.org/officeDocument/2006/relationships/tags" Target="../tags/tag468.xml"/><Relationship Id="rId39" Type="http://schemas.openxmlformats.org/officeDocument/2006/relationships/tags" Target="../tags/tag502.xml"/><Relationship Id="rId38" Type="http://schemas.openxmlformats.org/officeDocument/2006/relationships/tags" Target="../tags/tag501.xml"/><Relationship Id="rId37" Type="http://schemas.openxmlformats.org/officeDocument/2006/relationships/tags" Target="../tags/tag500.xml"/><Relationship Id="rId36" Type="http://schemas.openxmlformats.org/officeDocument/2006/relationships/tags" Target="../tags/tag499.xml"/><Relationship Id="rId35" Type="http://schemas.openxmlformats.org/officeDocument/2006/relationships/tags" Target="../tags/tag498.xml"/><Relationship Id="rId34" Type="http://schemas.openxmlformats.org/officeDocument/2006/relationships/tags" Target="../tags/tag497.xml"/><Relationship Id="rId33" Type="http://schemas.openxmlformats.org/officeDocument/2006/relationships/tags" Target="../tags/tag496.xml"/><Relationship Id="rId32" Type="http://schemas.openxmlformats.org/officeDocument/2006/relationships/tags" Target="../tags/tag495.xml"/><Relationship Id="rId31" Type="http://schemas.openxmlformats.org/officeDocument/2006/relationships/tags" Target="../tags/tag494.xml"/><Relationship Id="rId30" Type="http://schemas.openxmlformats.org/officeDocument/2006/relationships/tags" Target="../tags/tag493.xml"/><Relationship Id="rId3" Type="http://schemas.openxmlformats.org/officeDocument/2006/relationships/tags" Target="../tags/tag467.xml"/><Relationship Id="rId29" Type="http://schemas.openxmlformats.org/officeDocument/2006/relationships/tags" Target="../tags/tag492.xml"/><Relationship Id="rId28" Type="http://schemas.openxmlformats.org/officeDocument/2006/relationships/tags" Target="../tags/tag491.xml"/><Relationship Id="rId27" Type="http://schemas.openxmlformats.org/officeDocument/2006/relationships/tags" Target="../tags/tag490.xml"/><Relationship Id="rId26" Type="http://schemas.openxmlformats.org/officeDocument/2006/relationships/tags" Target="../tags/tag489.xml"/><Relationship Id="rId25" Type="http://schemas.openxmlformats.org/officeDocument/2006/relationships/tags" Target="../tags/tag488.xml"/><Relationship Id="rId24" Type="http://schemas.openxmlformats.org/officeDocument/2006/relationships/tags" Target="../tags/tag487.xml"/><Relationship Id="rId23" Type="http://schemas.openxmlformats.org/officeDocument/2006/relationships/tags" Target="../tags/tag486.xml"/><Relationship Id="rId22" Type="http://schemas.openxmlformats.org/officeDocument/2006/relationships/tags" Target="../tags/tag485.xml"/><Relationship Id="rId21" Type="http://schemas.openxmlformats.org/officeDocument/2006/relationships/tags" Target="../tags/tag484.xml"/><Relationship Id="rId20" Type="http://schemas.openxmlformats.org/officeDocument/2006/relationships/tags" Target="../tags/tag483.xml"/><Relationship Id="rId2" Type="http://schemas.openxmlformats.org/officeDocument/2006/relationships/tags" Target="../tags/tag466.xml"/><Relationship Id="rId19" Type="http://schemas.openxmlformats.org/officeDocument/2006/relationships/tags" Target="../tags/tag482.xml"/><Relationship Id="rId18" Type="http://schemas.openxmlformats.org/officeDocument/2006/relationships/tags" Target="../tags/tag481.xml"/><Relationship Id="rId17" Type="http://schemas.openxmlformats.org/officeDocument/2006/relationships/tags" Target="../tags/tag480.xml"/><Relationship Id="rId16" Type="http://schemas.openxmlformats.org/officeDocument/2006/relationships/tags" Target="../tags/tag479.xml"/><Relationship Id="rId15" Type="http://schemas.openxmlformats.org/officeDocument/2006/relationships/tags" Target="../tags/tag478.xml"/><Relationship Id="rId14" Type="http://schemas.openxmlformats.org/officeDocument/2006/relationships/tags" Target="../tags/tag477.xml"/><Relationship Id="rId13" Type="http://schemas.openxmlformats.org/officeDocument/2006/relationships/tags" Target="../tags/tag476.xml"/><Relationship Id="rId12" Type="http://schemas.openxmlformats.org/officeDocument/2006/relationships/tags" Target="../tags/tag475.xml"/><Relationship Id="rId11" Type="http://schemas.openxmlformats.org/officeDocument/2006/relationships/tags" Target="../tags/tag474.xml"/><Relationship Id="rId10" Type="http://schemas.openxmlformats.org/officeDocument/2006/relationships/tags" Target="../tags/tag473.xml"/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9" Type="http://schemas.openxmlformats.org/officeDocument/2006/relationships/tags" Target="../tags/tag564.xml"/><Relationship Id="rId8" Type="http://schemas.openxmlformats.org/officeDocument/2006/relationships/tags" Target="../tags/tag563.xml"/><Relationship Id="rId7" Type="http://schemas.openxmlformats.org/officeDocument/2006/relationships/tags" Target="../tags/tag562.xml"/><Relationship Id="rId6" Type="http://schemas.openxmlformats.org/officeDocument/2006/relationships/tags" Target="../tags/tag561.xml"/><Relationship Id="rId5" Type="http://schemas.openxmlformats.org/officeDocument/2006/relationships/tags" Target="../tags/tag560.xml"/><Relationship Id="rId49" Type="http://schemas.openxmlformats.org/officeDocument/2006/relationships/tags" Target="../tags/tag604.xml"/><Relationship Id="rId48" Type="http://schemas.openxmlformats.org/officeDocument/2006/relationships/tags" Target="../tags/tag603.xml"/><Relationship Id="rId47" Type="http://schemas.openxmlformats.org/officeDocument/2006/relationships/tags" Target="../tags/tag602.xml"/><Relationship Id="rId46" Type="http://schemas.openxmlformats.org/officeDocument/2006/relationships/tags" Target="../tags/tag601.xml"/><Relationship Id="rId45" Type="http://schemas.openxmlformats.org/officeDocument/2006/relationships/tags" Target="../tags/tag600.xml"/><Relationship Id="rId44" Type="http://schemas.openxmlformats.org/officeDocument/2006/relationships/tags" Target="../tags/tag599.xml"/><Relationship Id="rId43" Type="http://schemas.openxmlformats.org/officeDocument/2006/relationships/tags" Target="../tags/tag598.xml"/><Relationship Id="rId42" Type="http://schemas.openxmlformats.org/officeDocument/2006/relationships/tags" Target="../tags/tag597.xml"/><Relationship Id="rId41" Type="http://schemas.openxmlformats.org/officeDocument/2006/relationships/tags" Target="../tags/tag596.xml"/><Relationship Id="rId40" Type="http://schemas.openxmlformats.org/officeDocument/2006/relationships/tags" Target="../tags/tag595.xml"/><Relationship Id="rId4" Type="http://schemas.openxmlformats.org/officeDocument/2006/relationships/tags" Target="../tags/tag559.xml"/><Relationship Id="rId39" Type="http://schemas.openxmlformats.org/officeDocument/2006/relationships/tags" Target="../tags/tag594.xml"/><Relationship Id="rId38" Type="http://schemas.openxmlformats.org/officeDocument/2006/relationships/tags" Target="../tags/tag593.xml"/><Relationship Id="rId37" Type="http://schemas.openxmlformats.org/officeDocument/2006/relationships/tags" Target="../tags/tag592.xml"/><Relationship Id="rId36" Type="http://schemas.openxmlformats.org/officeDocument/2006/relationships/tags" Target="../tags/tag591.xml"/><Relationship Id="rId35" Type="http://schemas.openxmlformats.org/officeDocument/2006/relationships/tags" Target="../tags/tag590.xml"/><Relationship Id="rId34" Type="http://schemas.openxmlformats.org/officeDocument/2006/relationships/tags" Target="../tags/tag589.xml"/><Relationship Id="rId33" Type="http://schemas.openxmlformats.org/officeDocument/2006/relationships/tags" Target="../tags/tag588.xml"/><Relationship Id="rId32" Type="http://schemas.openxmlformats.org/officeDocument/2006/relationships/tags" Target="../tags/tag587.xml"/><Relationship Id="rId31" Type="http://schemas.openxmlformats.org/officeDocument/2006/relationships/tags" Target="../tags/tag586.xml"/><Relationship Id="rId30" Type="http://schemas.openxmlformats.org/officeDocument/2006/relationships/tags" Target="../tags/tag585.xml"/><Relationship Id="rId3" Type="http://schemas.openxmlformats.org/officeDocument/2006/relationships/tags" Target="../tags/tag558.xml"/><Relationship Id="rId29" Type="http://schemas.openxmlformats.org/officeDocument/2006/relationships/tags" Target="../tags/tag584.xml"/><Relationship Id="rId28" Type="http://schemas.openxmlformats.org/officeDocument/2006/relationships/tags" Target="../tags/tag583.xml"/><Relationship Id="rId27" Type="http://schemas.openxmlformats.org/officeDocument/2006/relationships/tags" Target="../tags/tag582.xml"/><Relationship Id="rId26" Type="http://schemas.openxmlformats.org/officeDocument/2006/relationships/tags" Target="../tags/tag581.xml"/><Relationship Id="rId25" Type="http://schemas.openxmlformats.org/officeDocument/2006/relationships/tags" Target="../tags/tag580.xml"/><Relationship Id="rId24" Type="http://schemas.openxmlformats.org/officeDocument/2006/relationships/tags" Target="../tags/tag579.xml"/><Relationship Id="rId23" Type="http://schemas.openxmlformats.org/officeDocument/2006/relationships/tags" Target="../tags/tag578.xml"/><Relationship Id="rId22" Type="http://schemas.openxmlformats.org/officeDocument/2006/relationships/tags" Target="../tags/tag577.xml"/><Relationship Id="rId21" Type="http://schemas.openxmlformats.org/officeDocument/2006/relationships/tags" Target="../tags/tag576.xml"/><Relationship Id="rId20" Type="http://schemas.openxmlformats.org/officeDocument/2006/relationships/tags" Target="../tags/tag575.xml"/><Relationship Id="rId2" Type="http://schemas.openxmlformats.org/officeDocument/2006/relationships/tags" Target="../tags/tag557.xml"/><Relationship Id="rId19" Type="http://schemas.openxmlformats.org/officeDocument/2006/relationships/tags" Target="../tags/tag574.xml"/><Relationship Id="rId18" Type="http://schemas.openxmlformats.org/officeDocument/2006/relationships/tags" Target="../tags/tag573.xml"/><Relationship Id="rId17" Type="http://schemas.openxmlformats.org/officeDocument/2006/relationships/tags" Target="../tags/tag572.xml"/><Relationship Id="rId16" Type="http://schemas.openxmlformats.org/officeDocument/2006/relationships/tags" Target="../tags/tag571.xml"/><Relationship Id="rId15" Type="http://schemas.openxmlformats.org/officeDocument/2006/relationships/tags" Target="../tags/tag570.xml"/><Relationship Id="rId14" Type="http://schemas.openxmlformats.org/officeDocument/2006/relationships/tags" Target="../tags/tag569.xml"/><Relationship Id="rId13" Type="http://schemas.openxmlformats.org/officeDocument/2006/relationships/tags" Target="../tags/tag568.xml"/><Relationship Id="rId12" Type="http://schemas.openxmlformats.org/officeDocument/2006/relationships/tags" Target="../tags/tag567.xml"/><Relationship Id="rId11" Type="http://schemas.openxmlformats.org/officeDocument/2006/relationships/tags" Target="../tags/tag566.xml"/><Relationship Id="rId10" Type="http://schemas.openxmlformats.org/officeDocument/2006/relationships/tags" Target="../tags/tag565.xml"/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9" Type="http://schemas.openxmlformats.org/officeDocument/2006/relationships/tags" Target="../tags/tag612.xml"/><Relationship Id="rId8" Type="http://schemas.openxmlformats.org/officeDocument/2006/relationships/tags" Target="../tags/tag611.xml"/><Relationship Id="rId7" Type="http://schemas.openxmlformats.org/officeDocument/2006/relationships/tags" Target="../tags/tag610.xml"/><Relationship Id="rId6" Type="http://schemas.openxmlformats.org/officeDocument/2006/relationships/tags" Target="../tags/tag609.xml"/><Relationship Id="rId51" Type="http://schemas.openxmlformats.org/officeDocument/2006/relationships/tags" Target="../tags/tag654.xml"/><Relationship Id="rId50" Type="http://schemas.openxmlformats.org/officeDocument/2006/relationships/tags" Target="../tags/tag653.xml"/><Relationship Id="rId5" Type="http://schemas.openxmlformats.org/officeDocument/2006/relationships/tags" Target="../tags/tag608.xml"/><Relationship Id="rId49" Type="http://schemas.openxmlformats.org/officeDocument/2006/relationships/tags" Target="../tags/tag652.xml"/><Relationship Id="rId48" Type="http://schemas.openxmlformats.org/officeDocument/2006/relationships/tags" Target="../tags/tag651.xml"/><Relationship Id="rId47" Type="http://schemas.openxmlformats.org/officeDocument/2006/relationships/tags" Target="../tags/tag650.xml"/><Relationship Id="rId46" Type="http://schemas.openxmlformats.org/officeDocument/2006/relationships/tags" Target="../tags/tag649.xml"/><Relationship Id="rId45" Type="http://schemas.openxmlformats.org/officeDocument/2006/relationships/tags" Target="../tags/tag648.xml"/><Relationship Id="rId44" Type="http://schemas.openxmlformats.org/officeDocument/2006/relationships/tags" Target="../tags/tag647.xml"/><Relationship Id="rId43" Type="http://schemas.openxmlformats.org/officeDocument/2006/relationships/tags" Target="../tags/tag646.xml"/><Relationship Id="rId42" Type="http://schemas.openxmlformats.org/officeDocument/2006/relationships/tags" Target="../tags/tag645.xml"/><Relationship Id="rId41" Type="http://schemas.openxmlformats.org/officeDocument/2006/relationships/tags" Target="../tags/tag644.xml"/><Relationship Id="rId40" Type="http://schemas.openxmlformats.org/officeDocument/2006/relationships/tags" Target="../tags/tag643.xml"/><Relationship Id="rId4" Type="http://schemas.openxmlformats.org/officeDocument/2006/relationships/tags" Target="../tags/tag607.xml"/><Relationship Id="rId39" Type="http://schemas.openxmlformats.org/officeDocument/2006/relationships/tags" Target="../tags/tag642.xml"/><Relationship Id="rId38" Type="http://schemas.openxmlformats.org/officeDocument/2006/relationships/tags" Target="../tags/tag641.xml"/><Relationship Id="rId37" Type="http://schemas.openxmlformats.org/officeDocument/2006/relationships/tags" Target="../tags/tag640.xml"/><Relationship Id="rId36" Type="http://schemas.openxmlformats.org/officeDocument/2006/relationships/tags" Target="../tags/tag639.xml"/><Relationship Id="rId35" Type="http://schemas.openxmlformats.org/officeDocument/2006/relationships/tags" Target="../tags/tag638.xml"/><Relationship Id="rId34" Type="http://schemas.openxmlformats.org/officeDocument/2006/relationships/tags" Target="../tags/tag637.xml"/><Relationship Id="rId33" Type="http://schemas.openxmlformats.org/officeDocument/2006/relationships/tags" Target="../tags/tag636.xml"/><Relationship Id="rId32" Type="http://schemas.openxmlformats.org/officeDocument/2006/relationships/tags" Target="../tags/tag635.xml"/><Relationship Id="rId31" Type="http://schemas.openxmlformats.org/officeDocument/2006/relationships/tags" Target="../tags/tag634.xml"/><Relationship Id="rId30" Type="http://schemas.openxmlformats.org/officeDocument/2006/relationships/tags" Target="../tags/tag633.xml"/><Relationship Id="rId3" Type="http://schemas.openxmlformats.org/officeDocument/2006/relationships/tags" Target="../tags/tag606.xml"/><Relationship Id="rId29" Type="http://schemas.openxmlformats.org/officeDocument/2006/relationships/tags" Target="../tags/tag632.xml"/><Relationship Id="rId28" Type="http://schemas.openxmlformats.org/officeDocument/2006/relationships/tags" Target="../tags/tag631.xml"/><Relationship Id="rId27" Type="http://schemas.openxmlformats.org/officeDocument/2006/relationships/tags" Target="../tags/tag630.xml"/><Relationship Id="rId26" Type="http://schemas.openxmlformats.org/officeDocument/2006/relationships/tags" Target="../tags/tag629.xml"/><Relationship Id="rId25" Type="http://schemas.openxmlformats.org/officeDocument/2006/relationships/tags" Target="../tags/tag628.xml"/><Relationship Id="rId24" Type="http://schemas.openxmlformats.org/officeDocument/2006/relationships/tags" Target="../tags/tag627.xml"/><Relationship Id="rId23" Type="http://schemas.openxmlformats.org/officeDocument/2006/relationships/tags" Target="../tags/tag626.xml"/><Relationship Id="rId22" Type="http://schemas.openxmlformats.org/officeDocument/2006/relationships/tags" Target="../tags/tag625.xml"/><Relationship Id="rId21" Type="http://schemas.openxmlformats.org/officeDocument/2006/relationships/tags" Target="../tags/tag624.xml"/><Relationship Id="rId20" Type="http://schemas.openxmlformats.org/officeDocument/2006/relationships/tags" Target="../tags/tag623.xml"/><Relationship Id="rId2" Type="http://schemas.openxmlformats.org/officeDocument/2006/relationships/tags" Target="../tags/tag605.xml"/><Relationship Id="rId19" Type="http://schemas.openxmlformats.org/officeDocument/2006/relationships/tags" Target="../tags/tag622.xml"/><Relationship Id="rId18" Type="http://schemas.openxmlformats.org/officeDocument/2006/relationships/tags" Target="../tags/tag621.xml"/><Relationship Id="rId17" Type="http://schemas.openxmlformats.org/officeDocument/2006/relationships/tags" Target="../tags/tag620.xml"/><Relationship Id="rId16" Type="http://schemas.openxmlformats.org/officeDocument/2006/relationships/tags" Target="../tags/tag619.xml"/><Relationship Id="rId15" Type="http://schemas.openxmlformats.org/officeDocument/2006/relationships/tags" Target="../tags/tag618.xml"/><Relationship Id="rId14" Type="http://schemas.openxmlformats.org/officeDocument/2006/relationships/tags" Target="../tags/tag617.xml"/><Relationship Id="rId13" Type="http://schemas.openxmlformats.org/officeDocument/2006/relationships/tags" Target="../tags/tag616.xml"/><Relationship Id="rId12" Type="http://schemas.openxmlformats.org/officeDocument/2006/relationships/tags" Target="../tags/tag615.xml"/><Relationship Id="rId11" Type="http://schemas.openxmlformats.org/officeDocument/2006/relationships/tags" Target="../tags/tag614.xml"/><Relationship Id="rId10" Type="http://schemas.openxmlformats.org/officeDocument/2006/relationships/tags" Target="../tags/tag613.xml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9" Type="http://schemas.openxmlformats.org/officeDocument/2006/relationships/tags" Target="../tags/tag662.xml"/><Relationship Id="rId8" Type="http://schemas.openxmlformats.org/officeDocument/2006/relationships/tags" Target="../tags/tag661.xml"/><Relationship Id="rId7" Type="http://schemas.openxmlformats.org/officeDocument/2006/relationships/tags" Target="../tags/tag660.xml"/><Relationship Id="rId6" Type="http://schemas.openxmlformats.org/officeDocument/2006/relationships/tags" Target="../tags/tag659.xml"/><Relationship Id="rId5" Type="http://schemas.openxmlformats.org/officeDocument/2006/relationships/tags" Target="../tags/tag658.xml"/><Relationship Id="rId47" Type="http://schemas.openxmlformats.org/officeDocument/2006/relationships/tags" Target="../tags/tag700.xml"/><Relationship Id="rId46" Type="http://schemas.openxmlformats.org/officeDocument/2006/relationships/tags" Target="../tags/tag699.xml"/><Relationship Id="rId45" Type="http://schemas.openxmlformats.org/officeDocument/2006/relationships/tags" Target="../tags/tag698.xml"/><Relationship Id="rId44" Type="http://schemas.openxmlformats.org/officeDocument/2006/relationships/tags" Target="../tags/tag697.xml"/><Relationship Id="rId43" Type="http://schemas.openxmlformats.org/officeDocument/2006/relationships/tags" Target="../tags/tag696.xml"/><Relationship Id="rId42" Type="http://schemas.openxmlformats.org/officeDocument/2006/relationships/tags" Target="../tags/tag695.xml"/><Relationship Id="rId41" Type="http://schemas.openxmlformats.org/officeDocument/2006/relationships/tags" Target="../tags/tag694.xml"/><Relationship Id="rId40" Type="http://schemas.openxmlformats.org/officeDocument/2006/relationships/tags" Target="../tags/tag693.xml"/><Relationship Id="rId4" Type="http://schemas.openxmlformats.org/officeDocument/2006/relationships/tags" Target="../tags/tag657.xml"/><Relationship Id="rId39" Type="http://schemas.openxmlformats.org/officeDocument/2006/relationships/tags" Target="../tags/tag692.xml"/><Relationship Id="rId38" Type="http://schemas.openxmlformats.org/officeDocument/2006/relationships/tags" Target="../tags/tag691.xml"/><Relationship Id="rId37" Type="http://schemas.openxmlformats.org/officeDocument/2006/relationships/tags" Target="../tags/tag690.xml"/><Relationship Id="rId36" Type="http://schemas.openxmlformats.org/officeDocument/2006/relationships/tags" Target="../tags/tag689.xml"/><Relationship Id="rId35" Type="http://schemas.openxmlformats.org/officeDocument/2006/relationships/tags" Target="../tags/tag688.xml"/><Relationship Id="rId34" Type="http://schemas.openxmlformats.org/officeDocument/2006/relationships/tags" Target="../tags/tag687.xml"/><Relationship Id="rId33" Type="http://schemas.openxmlformats.org/officeDocument/2006/relationships/tags" Target="../tags/tag686.xml"/><Relationship Id="rId32" Type="http://schemas.openxmlformats.org/officeDocument/2006/relationships/tags" Target="../tags/tag685.xml"/><Relationship Id="rId31" Type="http://schemas.openxmlformats.org/officeDocument/2006/relationships/tags" Target="../tags/tag684.xml"/><Relationship Id="rId30" Type="http://schemas.openxmlformats.org/officeDocument/2006/relationships/tags" Target="../tags/tag683.xml"/><Relationship Id="rId3" Type="http://schemas.openxmlformats.org/officeDocument/2006/relationships/tags" Target="../tags/tag656.xml"/><Relationship Id="rId29" Type="http://schemas.openxmlformats.org/officeDocument/2006/relationships/tags" Target="../tags/tag682.xml"/><Relationship Id="rId28" Type="http://schemas.openxmlformats.org/officeDocument/2006/relationships/tags" Target="../tags/tag681.xml"/><Relationship Id="rId27" Type="http://schemas.openxmlformats.org/officeDocument/2006/relationships/tags" Target="../tags/tag680.xml"/><Relationship Id="rId26" Type="http://schemas.openxmlformats.org/officeDocument/2006/relationships/tags" Target="../tags/tag679.xml"/><Relationship Id="rId25" Type="http://schemas.openxmlformats.org/officeDocument/2006/relationships/tags" Target="../tags/tag678.xml"/><Relationship Id="rId24" Type="http://schemas.openxmlformats.org/officeDocument/2006/relationships/tags" Target="../tags/tag677.xml"/><Relationship Id="rId23" Type="http://schemas.openxmlformats.org/officeDocument/2006/relationships/tags" Target="../tags/tag676.xml"/><Relationship Id="rId22" Type="http://schemas.openxmlformats.org/officeDocument/2006/relationships/tags" Target="../tags/tag675.xml"/><Relationship Id="rId21" Type="http://schemas.openxmlformats.org/officeDocument/2006/relationships/tags" Target="../tags/tag674.xml"/><Relationship Id="rId20" Type="http://schemas.openxmlformats.org/officeDocument/2006/relationships/tags" Target="../tags/tag673.xml"/><Relationship Id="rId2" Type="http://schemas.openxmlformats.org/officeDocument/2006/relationships/tags" Target="../tags/tag655.xml"/><Relationship Id="rId19" Type="http://schemas.openxmlformats.org/officeDocument/2006/relationships/tags" Target="../tags/tag672.xml"/><Relationship Id="rId18" Type="http://schemas.openxmlformats.org/officeDocument/2006/relationships/tags" Target="../tags/tag671.xml"/><Relationship Id="rId17" Type="http://schemas.openxmlformats.org/officeDocument/2006/relationships/tags" Target="../tags/tag670.xml"/><Relationship Id="rId16" Type="http://schemas.openxmlformats.org/officeDocument/2006/relationships/tags" Target="../tags/tag669.xml"/><Relationship Id="rId15" Type="http://schemas.openxmlformats.org/officeDocument/2006/relationships/tags" Target="../tags/tag668.xml"/><Relationship Id="rId14" Type="http://schemas.openxmlformats.org/officeDocument/2006/relationships/tags" Target="../tags/tag667.xml"/><Relationship Id="rId13" Type="http://schemas.openxmlformats.org/officeDocument/2006/relationships/tags" Target="../tags/tag666.xml"/><Relationship Id="rId12" Type="http://schemas.openxmlformats.org/officeDocument/2006/relationships/tags" Target="../tags/tag665.xml"/><Relationship Id="rId11" Type="http://schemas.openxmlformats.org/officeDocument/2006/relationships/tags" Target="../tags/tag664.xml"/><Relationship Id="rId10" Type="http://schemas.openxmlformats.org/officeDocument/2006/relationships/tags" Target="../tags/tag663.xml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9" Type="http://schemas.openxmlformats.org/officeDocument/2006/relationships/tags" Target="../tags/tag708.xml"/><Relationship Id="rId8" Type="http://schemas.openxmlformats.org/officeDocument/2006/relationships/tags" Target="../tags/tag707.xml"/><Relationship Id="rId7" Type="http://schemas.openxmlformats.org/officeDocument/2006/relationships/tags" Target="../tags/tag706.xml"/><Relationship Id="rId6" Type="http://schemas.openxmlformats.org/officeDocument/2006/relationships/tags" Target="../tags/tag705.xml"/><Relationship Id="rId5" Type="http://schemas.openxmlformats.org/officeDocument/2006/relationships/tags" Target="../tags/tag704.xml"/><Relationship Id="rId46" Type="http://schemas.openxmlformats.org/officeDocument/2006/relationships/tags" Target="../tags/tag745.xml"/><Relationship Id="rId45" Type="http://schemas.openxmlformats.org/officeDocument/2006/relationships/tags" Target="../tags/tag744.xml"/><Relationship Id="rId44" Type="http://schemas.openxmlformats.org/officeDocument/2006/relationships/tags" Target="../tags/tag743.xml"/><Relationship Id="rId43" Type="http://schemas.openxmlformats.org/officeDocument/2006/relationships/tags" Target="../tags/tag742.xml"/><Relationship Id="rId42" Type="http://schemas.openxmlformats.org/officeDocument/2006/relationships/tags" Target="../tags/tag741.xml"/><Relationship Id="rId41" Type="http://schemas.openxmlformats.org/officeDocument/2006/relationships/tags" Target="../tags/tag740.xml"/><Relationship Id="rId40" Type="http://schemas.openxmlformats.org/officeDocument/2006/relationships/tags" Target="../tags/tag739.xml"/><Relationship Id="rId4" Type="http://schemas.openxmlformats.org/officeDocument/2006/relationships/tags" Target="../tags/tag703.xml"/><Relationship Id="rId39" Type="http://schemas.openxmlformats.org/officeDocument/2006/relationships/tags" Target="../tags/tag738.xml"/><Relationship Id="rId38" Type="http://schemas.openxmlformats.org/officeDocument/2006/relationships/tags" Target="../tags/tag737.xml"/><Relationship Id="rId37" Type="http://schemas.openxmlformats.org/officeDocument/2006/relationships/tags" Target="../tags/tag736.xml"/><Relationship Id="rId36" Type="http://schemas.openxmlformats.org/officeDocument/2006/relationships/tags" Target="../tags/tag735.xml"/><Relationship Id="rId35" Type="http://schemas.openxmlformats.org/officeDocument/2006/relationships/tags" Target="../tags/tag734.xml"/><Relationship Id="rId34" Type="http://schemas.openxmlformats.org/officeDocument/2006/relationships/tags" Target="../tags/tag733.xml"/><Relationship Id="rId33" Type="http://schemas.openxmlformats.org/officeDocument/2006/relationships/tags" Target="../tags/tag732.xml"/><Relationship Id="rId32" Type="http://schemas.openxmlformats.org/officeDocument/2006/relationships/tags" Target="../tags/tag731.xml"/><Relationship Id="rId31" Type="http://schemas.openxmlformats.org/officeDocument/2006/relationships/tags" Target="../tags/tag730.xml"/><Relationship Id="rId30" Type="http://schemas.openxmlformats.org/officeDocument/2006/relationships/tags" Target="../tags/tag729.xml"/><Relationship Id="rId3" Type="http://schemas.openxmlformats.org/officeDocument/2006/relationships/tags" Target="../tags/tag702.xml"/><Relationship Id="rId29" Type="http://schemas.openxmlformats.org/officeDocument/2006/relationships/tags" Target="../tags/tag728.xml"/><Relationship Id="rId28" Type="http://schemas.openxmlformats.org/officeDocument/2006/relationships/tags" Target="../tags/tag727.xml"/><Relationship Id="rId27" Type="http://schemas.openxmlformats.org/officeDocument/2006/relationships/tags" Target="../tags/tag726.xml"/><Relationship Id="rId26" Type="http://schemas.openxmlformats.org/officeDocument/2006/relationships/tags" Target="../tags/tag725.xml"/><Relationship Id="rId25" Type="http://schemas.openxmlformats.org/officeDocument/2006/relationships/tags" Target="../tags/tag724.xml"/><Relationship Id="rId24" Type="http://schemas.openxmlformats.org/officeDocument/2006/relationships/tags" Target="../tags/tag723.xml"/><Relationship Id="rId23" Type="http://schemas.openxmlformats.org/officeDocument/2006/relationships/tags" Target="../tags/tag722.xml"/><Relationship Id="rId22" Type="http://schemas.openxmlformats.org/officeDocument/2006/relationships/tags" Target="../tags/tag721.xml"/><Relationship Id="rId21" Type="http://schemas.openxmlformats.org/officeDocument/2006/relationships/tags" Target="../tags/tag720.xml"/><Relationship Id="rId20" Type="http://schemas.openxmlformats.org/officeDocument/2006/relationships/tags" Target="../tags/tag719.xml"/><Relationship Id="rId2" Type="http://schemas.openxmlformats.org/officeDocument/2006/relationships/tags" Target="../tags/tag701.xml"/><Relationship Id="rId19" Type="http://schemas.openxmlformats.org/officeDocument/2006/relationships/tags" Target="../tags/tag718.xml"/><Relationship Id="rId18" Type="http://schemas.openxmlformats.org/officeDocument/2006/relationships/tags" Target="../tags/tag717.xml"/><Relationship Id="rId17" Type="http://schemas.openxmlformats.org/officeDocument/2006/relationships/tags" Target="../tags/tag716.xml"/><Relationship Id="rId16" Type="http://schemas.openxmlformats.org/officeDocument/2006/relationships/tags" Target="../tags/tag715.xml"/><Relationship Id="rId15" Type="http://schemas.openxmlformats.org/officeDocument/2006/relationships/tags" Target="../tags/tag714.xml"/><Relationship Id="rId14" Type="http://schemas.openxmlformats.org/officeDocument/2006/relationships/tags" Target="../tags/tag713.xml"/><Relationship Id="rId13" Type="http://schemas.openxmlformats.org/officeDocument/2006/relationships/tags" Target="../tags/tag712.xml"/><Relationship Id="rId12" Type="http://schemas.openxmlformats.org/officeDocument/2006/relationships/tags" Target="../tags/tag711.xml"/><Relationship Id="rId11" Type="http://schemas.openxmlformats.org/officeDocument/2006/relationships/tags" Target="../tags/tag710.xml"/><Relationship Id="rId10" Type="http://schemas.openxmlformats.org/officeDocument/2006/relationships/tags" Target="../tags/tag709.xml"/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9" Type="http://schemas.openxmlformats.org/officeDocument/2006/relationships/tags" Target="../tags/tag753.xml"/><Relationship Id="rId8" Type="http://schemas.openxmlformats.org/officeDocument/2006/relationships/tags" Target="../tags/tag752.xml"/><Relationship Id="rId7" Type="http://schemas.openxmlformats.org/officeDocument/2006/relationships/tags" Target="../tags/tag751.xml"/><Relationship Id="rId6" Type="http://schemas.openxmlformats.org/officeDocument/2006/relationships/tags" Target="../tags/tag750.xml"/><Relationship Id="rId5" Type="http://schemas.openxmlformats.org/officeDocument/2006/relationships/tags" Target="../tags/tag749.xml"/><Relationship Id="rId47" Type="http://schemas.openxmlformats.org/officeDocument/2006/relationships/tags" Target="../tags/tag791.xml"/><Relationship Id="rId46" Type="http://schemas.openxmlformats.org/officeDocument/2006/relationships/tags" Target="../tags/tag790.xml"/><Relationship Id="rId45" Type="http://schemas.openxmlformats.org/officeDocument/2006/relationships/tags" Target="../tags/tag789.xml"/><Relationship Id="rId44" Type="http://schemas.openxmlformats.org/officeDocument/2006/relationships/tags" Target="../tags/tag788.xml"/><Relationship Id="rId43" Type="http://schemas.openxmlformats.org/officeDocument/2006/relationships/tags" Target="../tags/tag787.xml"/><Relationship Id="rId42" Type="http://schemas.openxmlformats.org/officeDocument/2006/relationships/tags" Target="../tags/tag786.xml"/><Relationship Id="rId41" Type="http://schemas.openxmlformats.org/officeDocument/2006/relationships/tags" Target="../tags/tag785.xml"/><Relationship Id="rId40" Type="http://schemas.openxmlformats.org/officeDocument/2006/relationships/tags" Target="../tags/tag784.xml"/><Relationship Id="rId4" Type="http://schemas.openxmlformats.org/officeDocument/2006/relationships/tags" Target="../tags/tag748.xml"/><Relationship Id="rId39" Type="http://schemas.openxmlformats.org/officeDocument/2006/relationships/tags" Target="../tags/tag783.xml"/><Relationship Id="rId38" Type="http://schemas.openxmlformats.org/officeDocument/2006/relationships/tags" Target="../tags/tag782.xml"/><Relationship Id="rId37" Type="http://schemas.openxmlformats.org/officeDocument/2006/relationships/tags" Target="../tags/tag781.xml"/><Relationship Id="rId36" Type="http://schemas.openxmlformats.org/officeDocument/2006/relationships/tags" Target="../tags/tag780.xml"/><Relationship Id="rId35" Type="http://schemas.openxmlformats.org/officeDocument/2006/relationships/tags" Target="../tags/tag779.xml"/><Relationship Id="rId34" Type="http://schemas.openxmlformats.org/officeDocument/2006/relationships/tags" Target="../tags/tag778.xml"/><Relationship Id="rId33" Type="http://schemas.openxmlformats.org/officeDocument/2006/relationships/tags" Target="../tags/tag777.xml"/><Relationship Id="rId32" Type="http://schemas.openxmlformats.org/officeDocument/2006/relationships/tags" Target="../tags/tag776.xml"/><Relationship Id="rId31" Type="http://schemas.openxmlformats.org/officeDocument/2006/relationships/tags" Target="../tags/tag775.xml"/><Relationship Id="rId30" Type="http://schemas.openxmlformats.org/officeDocument/2006/relationships/tags" Target="../tags/tag774.xml"/><Relationship Id="rId3" Type="http://schemas.openxmlformats.org/officeDocument/2006/relationships/tags" Target="../tags/tag747.xml"/><Relationship Id="rId29" Type="http://schemas.openxmlformats.org/officeDocument/2006/relationships/tags" Target="../tags/tag773.xml"/><Relationship Id="rId28" Type="http://schemas.openxmlformats.org/officeDocument/2006/relationships/tags" Target="../tags/tag772.xml"/><Relationship Id="rId27" Type="http://schemas.openxmlformats.org/officeDocument/2006/relationships/tags" Target="../tags/tag771.xml"/><Relationship Id="rId26" Type="http://schemas.openxmlformats.org/officeDocument/2006/relationships/tags" Target="../tags/tag770.xml"/><Relationship Id="rId25" Type="http://schemas.openxmlformats.org/officeDocument/2006/relationships/tags" Target="../tags/tag769.xml"/><Relationship Id="rId24" Type="http://schemas.openxmlformats.org/officeDocument/2006/relationships/tags" Target="../tags/tag768.xml"/><Relationship Id="rId23" Type="http://schemas.openxmlformats.org/officeDocument/2006/relationships/tags" Target="../tags/tag767.xml"/><Relationship Id="rId22" Type="http://schemas.openxmlformats.org/officeDocument/2006/relationships/tags" Target="../tags/tag766.xml"/><Relationship Id="rId21" Type="http://schemas.openxmlformats.org/officeDocument/2006/relationships/tags" Target="../tags/tag765.xml"/><Relationship Id="rId20" Type="http://schemas.openxmlformats.org/officeDocument/2006/relationships/tags" Target="../tags/tag764.xml"/><Relationship Id="rId2" Type="http://schemas.openxmlformats.org/officeDocument/2006/relationships/tags" Target="../tags/tag746.xml"/><Relationship Id="rId19" Type="http://schemas.openxmlformats.org/officeDocument/2006/relationships/tags" Target="../tags/tag763.xml"/><Relationship Id="rId18" Type="http://schemas.openxmlformats.org/officeDocument/2006/relationships/tags" Target="../tags/tag762.xml"/><Relationship Id="rId17" Type="http://schemas.openxmlformats.org/officeDocument/2006/relationships/tags" Target="../tags/tag761.xml"/><Relationship Id="rId16" Type="http://schemas.openxmlformats.org/officeDocument/2006/relationships/tags" Target="../tags/tag760.xml"/><Relationship Id="rId15" Type="http://schemas.openxmlformats.org/officeDocument/2006/relationships/tags" Target="../tags/tag759.xml"/><Relationship Id="rId14" Type="http://schemas.openxmlformats.org/officeDocument/2006/relationships/tags" Target="../tags/tag758.xml"/><Relationship Id="rId13" Type="http://schemas.openxmlformats.org/officeDocument/2006/relationships/tags" Target="../tags/tag757.xml"/><Relationship Id="rId12" Type="http://schemas.openxmlformats.org/officeDocument/2006/relationships/tags" Target="../tags/tag756.xml"/><Relationship Id="rId11" Type="http://schemas.openxmlformats.org/officeDocument/2006/relationships/tags" Target="../tags/tag755.xml"/><Relationship Id="rId10" Type="http://schemas.openxmlformats.org/officeDocument/2006/relationships/tags" Target="../tags/tag754.xml"/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9" Type="http://schemas.openxmlformats.org/officeDocument/2006/relationships/tags" Target="../tags/tag799.xml"/><Relationship Id="rId8" Type="http://schemas.openxmlformats.org/officeDocument/2006/relationships/tags" Target="../tags/tag798.xml"/><Relationship Id="rId7" Type="http://schemas.openxmlformats.org/officeDocument/2006/relationships/tags" Target="../tags/tag797.xml"/><Relationship Id="rId6" Type="http://schemas.openxmlformats.org/officeDocument/2006/relationships/tags" Target="../tags/tag796.xml"/><Relationship Id="rId5" Type="http://schemas.openxmlformats.org/officeDocument/2006/relationships/tags" Target="../tags/tag795.xml"/><Relationship Id="rId48" Type="http://schemas.openxmlformats.org/officeDocument/2006/relationships/tags" Target="../tags/tag838.xml"/><Relationship Id="rId47" Type="http://schemas.openxmlformats.org/officeDocument/2006/relationships/tags" Target="../tags/tag837.xml"/><Relationship Id="rId46" Type="http://schemas.openxmlformats.org/officeDocument/2006/relationships/tags" Target="../tags/tag836.xml"/><Relationship Id="rId45" Type="http://schemas.openxmlformats.org/officeDocument/2006/relationships/tags" Target="../tags/tag835.xml"/><Relationship Id="rId44" Type="http://schemas.openxmlformats.org/officeDocument/2006/relationships/tags" Target="../tags/tag834.xml"/><Relationship Id="rId43" Type="http://schemas.openxmlformats.org/officeDocument/2006/relationships/tags" Target="../tags/tag833.xml"/><Relationship Id="rId42" Type="http://schemas.openxmlformats.org/officeDocument/2006/relationships/tags" Target="../tags/tag832.xml"/><Relationship Id="rId41" Type="http://schemas.openxmlformats.org/officeDocument/2006/relationships/tags" Target="../tags/tag831.xml"/><Relationship Id="rId40" Type="http://schemas.openxmlformats.org/officeDocument/2006/relationships/tags" Target="../tags/tag830.xml"/><Relationship Id="rId4" Type="http://schemas.openxmlformats.org/officeDocument/2006/relationships/tags" Target="../tags/tag794.xml"/><Relationship Id="rId39" Type="http://schemas.openxmlformats.org/officeDocument/2006/relationships/tags" Target="../tags/tag829.xml"/><Relationship Id="rId38" Type="http://schemas.openxmlformats.org/officeDocument/2006/relationships/tags" Target="../tags/tag828.xml"/><Relationship Id="rId37" Type="http://schemas.openxmlformats.org/officeDocument/2006/relationships/tags" Target="../tags/tag827.xml"/><Relationship Id="rId36" Type="http://schemas.openxmlformats.org/officeDocument/2006/relationships/tags" Target="../tags/tag826.xml"/><Relationship Id="rId35" Type="http://schemas.openxmlformats.org/officeDocument/2006/relationships/tags" Target="../tags/tag825.xml"/><Relationship Id="rId34" Type="http://schemas.openxmlformats.org/officeDocument/2006/relationships/tags" Target="../tags/tag824.xml"/><Relationship Id="rId33" Type="http://schemas.openxmlformats.org/officeDocument/2006/relationships/tags" Target="../tags/tag823.xml"/><Relationship Id="rId32" Type="http://schemas.openxmlformats.org/officeDocument/2006/relationships/tags" Target="../tags/tag822.xml"/><Relationship Id="rId31" Type="http://schemas.openxmlformats.org/officeDocument/2006/relationships/tags" Target="../tags/tag821.xml"/><Relationship Id="rId30" Type="http://schemas.openxmlformats.org/officeDocument/2006/relationships/tags" Target="../tags/tag820.xml"/><Relationship Id="rId3" Type="http://schemas.openxmlformats.org/officeDocument/2006/relationships/tags" Target="../tags/tag793.xml"/><Relationship Id="rId29" Type="http://schemas.openxmlformats.org/officeDocument/2006/relationships/tags" Target="../tags/tag819.xml"/><Relationship Id="rId28" Type="http://schemas.openxmlformats.org/officeDocument/2006/relationships/tags" Target="../tags/tag818.xml"/><Relationship Id="rId27" Type="http://schemas.openxmlformats.org/officeDocument/2006/relationships/tags" Target="../tags/tag817.xml"/><Relationship Id="rId26" Type="http://schemas.openxmlformats.org/officeDocument/2006/relationships/tags" Target="../tags/tag816.xml"/><Relationship Id="rId25" Type="http://schemas.openxmlformats.org/officeDocument/2006/relationships/tags" Target="../tags/tag815.xml"/><Relationship Id="rId24" Type="http://schemas.openxmlformats.org/officeDocument/2006/relationships/tags" Target="../tags/tag814.xml"/><Relationship Id="rId23" Type="http://schemas.openxmlformats.org/officeDocument/2006/relationships/tags" Target="../tags/tag813.xml"/><Relationship Id="rId22" Type="http://schemas.openxmlformats.org/officeDocument/2006/relationships/tags" Target="../tags/tag812.xml"/><Relationship Id="rId21" Type="http://schemas.openxmlformats.org/officeDocument/2006/relationships/tags" Target="../tags/tag811.xml"/><Relationship Id="rId20" Type="http://schemas.openxmlformats.org/officeDocument/2006/relationships/tags" Target="../tags/tag810.xml"/><Relationship Id="rId2" Type="http://schemas.openxmlformats.org/officeDocument/2006/relationships/tags" Target="../tags/tag792.xml"/><Relationship Id="rId19" Type="http://schemas.openxmlformats.org/officeDocument/2006/relationships/tags" Target="../tags/tag809.xml"/><Relationship Id="rId18" Type="http://schemas.openxmlformats.org/officeDocument/2006/relationships/tags" Target="../tags/tag808.xml"/><Relationship Id="rId17" Type="http://schemas.openxmlformats.org/officeDocument/2006/relationships/tags" Target="../tags/tag807.xml"/><Relationship Id="rId16" Type="http://schemas.openxmlformats.org/officeDocument/2006/relationships/tags" Target="../tags/tag806.xml"/><Relationship Id="rId15" Type="http://schemas.openxmlformats.org/officeDocument/2006/relationships/tags" Target="../tags/tag805.xml"/><Relationship Id="rId14" Type="http://schemas.openxmlformats.org/officeDocument/2006/relationships/tags" Target="../tags/tag804.xml"/><Relationship Id="rId13" Type="http://schemas.openxmlformats.org/officeDocument/2006/relationships/tags" Target="../tags/tag803.xml"/><Relationship Id="rId12" Type="http://schemas.openxmlformats.org/officeDocument/2006/relationships/tags" Target="../tags/tag802.xml"/><Relationship Id="rId11" Type="http://schemas.openxmlformats.org/officeDocument/2006/relationships/tags" Target="../tags/tag801.xml"/><Relationship Id="rId10" Type="http://schemas.openxmlformats.org/officeDocument/2006/relationships/tags" Target="../tags/tag800.xml"/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92" Type="http://schemas.openxmlformats.org/officeDocument/2006/relationships/tags" Target="../tags/tag928.xml"/><Relationship Id="rId91" Type="http://schemas.openxmlformats.org/officeDocument/2006/relationships/tags" Target="../tags/tag927.xml"/><Relationship Id="rId90" Type="http://schemas.openxmlformats.org/officeDocument/2006/relationships/tags" Target="../tags/tag926.xml"/><Relationship Id="rId9" Type="http://schemas.openxmlformats.org/officeDocument/2006/relationships/tags" Target="../tags/tag845.xml"/><Relationship Id="rId89" Type="http://schemas.openxmlformats.org/officeDocument/2006/relationships/tags" Target="../tags/tag925.xml"/><Relationship Id="rId88" Type="http://schemas.openxmlformats.org/officeDocument/2006/relationships/tags" Target="../tags/tag924.xml"/><Relationship Id="rId87" Type="http://schemas.openxmlformats.org/officeDocument/2006/relationships/tags" Target="../tags/tag923.xml"/><Relationship Id="rId86" Type="http://schemas.openxmlformats.org/officeDocument/2006/relationships/tags" Target="../tags/tag922.xml"/><Relationship Id="rId85" Type="http://schemas.openxmlformats.org/officeDocument/2006/relationships/tags" Target="../tags/tag921.xml"/><Relationship Id="rId84" Type="http://schemas.openxmlformats.org/officeDocument/2006/relationships/tags" Target="../tags/tag920.xml"/><Relationship Id="rId83" Type="http://schemas.openxmlformats.org/officeDocument/2006/relationships/tags" Target="../tags/tag919.xml"/><Relationship Id="rId82" Type="http://schemas.openxmlformats.org/officeDocument/2006/relationships/tags" Target="../tags/tag918.xml"/><Relationship Id="rId81" Type="http://schemas.openxmlformats.org/officeDocument/2006/relationships/tags" Target="../tags/tag917.xml"/><Relationship Id="rId80" Type="http://schemas.openxmlformats.org/officeDocument/2006/relationships/tags" Target="../tags/tag916.xml"/><Relationship Id="rId8" Type="http://schemas.openxmlformats.org/officeDocument/2006/relationships/tags" Target="../tags/tag844.xml"/><Relationship Id="rId79" Type="http://schemas.openxmlformats.org/officeDocument/2006/relationships/tags" Target="../tags/tag915.xml"/><Relationship Id="rId78" Type="http://schemas.openxmlformats.org/officeDocument/2006/relationships/tags" Target="../tags/tag914.xml"/><Relationship Id="rId77" Type="http://schemas.openxmlformats.org/officeDocument/2006/relationships/tags" Target="../tags/tag913.xml"/><Relationship Id="rId76" Type="http://schemas.openxmlformats.org/officeDocument/2006/relationships/tags" Target="../tags/tag912.xml"/><Relationship Id="rId75" Type="http://schemas.openxmlformats.org/officeDocument/2006/relationships/tags" Target="../tags/tag911.xml"/><Relationship Id="rId74" Type="http://schemas.openxmlformats.org/officeDocument/2006/relationships/tags" Target="../tags/tag910.xml"/><Relationship Id="rId73" Type="http://schemas.openxmlformats.org/officeDocument/2006/relationships/tags" Target="../tags/tag909.xml"/><Relationship Id="rId72" Type="http://schemas.openxmlformats.org/officeDocument/2006/relationships/tags" Target="../tags/tag908.xml"/><Relationship Id="rId71" Type="http://schemas.openxmlformats.org/officeDocument/2006/relationships/tags" Target="../tags/tag907.xml"/><Relationship Id="rId70" Type="http://schemas.openxmlformats.org/officeDocument/2006/relationships/tags" Target="../tags/tag906.xml"/><Relationship Id="rId7" Type="http://schemas.openxmlformats.org/officeDocument/2006/relationships/tags" Target="../tags/tag843.xml"/><Relationship Id="rId69" Type="http://schemas.openxmlformats.org/officeDocument/2006/relationships/tags" Target="../tags/tag905.xml"/><Relationship Id="rId68" Type="http://schemas.openxmlformats.org/officeDocument/2006/relationships/tags" Target="../tags/tag904.xml"/><Relationship Id="rId67" Type="http://schemas.openxmlformats.org/officeDocument/2006/relationships/tags" Target="../tags/tag903.xml"/><Relationship Id="rId66" Type="http://schemas.openxmlformats.org/officeDocument/2006/relationships/tags" Target="../tags/tag902.xml"/><Relationship Id="rId65" Type="http://schemas.openxmlformats.org/officeDocument/2006/relationships/tags" Target="../tags/tag901.xml"/><Relationship Id="rId64" Type="http://schemas.openxmlformats.org/officeDocument/2006/relationships/tags" Target="../tags/tag900.xml"/><Relationship Id="rId63" Type="http://schemas.openxmlformats.org/officeDocument/2006/relationships/tags" Target="../tags/tag899.xml"/><Relationship Id="rId62" Type="http://schemas.openxmlformats.org/officeDocument/2006/relationships/tags" Target="../tags/tag898.xml"/><Relationship Id="rId61" Type="http://schemas.openxmlformats.org/officeDocument/2006/relationships/tags" Target="../tags/tag897.xml"/><Relationship Id="rId60" Type="http://schemas.openxmlformats.org/officeDocument/2006/relationships/tags" Target="../tags/tag896.xml"/><Relationship Id="rId6" Type="http://schemas.openxmlformats.org/officeDocument/2006/relationships/tags" Target="../tags/tag842.xml"/><Relationship Id="rId59" Type="http://schemas.openxmlformats.org/officeDocument/2006/relationships/tags" Target="../tags/tag895.xml"/><Relationship Id="rId58" Type="http://schemas.openxmlformats.org/officeDocument/2006/relationships/tags" Target="../tags/tag894.xml"/><Relationship Id="rId57" Type="http://schemas.openxmlformats.org/officeDocument/2006/relationships/tags" Target="../tags/tag893.xml"/><Relationship Id="rId56" Type="http://schemas.openxmlformats.org/officeDocument/2006/relationships/tags" Target="../tags/tag892.xml"/><Relationship Id="rId55" Type="http://schemas.openxmlformats.org/officeDocument/2006/relationships/tags" Target="../tags/tag891.xml"/><Relationship Id="rId54" Type="http://schemas.openxmlformats.org/officeDocument/2006/relationships/tags" Target="../tags/tag890.xml"/><Relationship Id="rId53" Type="http://schemas.openxmlformats.org/officeDocument/2006/relationships/tags" Target="../tags/tag889.xml"/><Relationship Id="rId52" Type="http://schemas.openxmlformats.org/officeDocument/2006/relationships/tags" Target="../tags/tag888.xml"/><Relationship Id="rId51" Type="http://schemas.openxmlformats.org/officeDocument/2006/relationships/tags" Target="../tags/tag887.xml"/><Relationship Id="rId50" Type="http://schemas.openxmlformats.org/officeDocument/2006/relationships/tags" Target="../tags/tag886.xml"/><Relationship Id="rId5" Type="http://schemas.openxmlformats.org/officeDocument/2006/relationships/image" Target="../media/image29.png"/><Relationship Id="rId49" Type="http://schemas.openxmlformats.org/officeDocument/2006/relationships/tags" Target="../tags/tag885.xml"/><Relationship Id="rId48" Type="http://schemas.openxmlformats.org/officeDocument/2006/relationships/tags" Target="../tags/tag884.xml"/><Relationship Id="rId47" Type="http://schemas.openxmlformats.org/officeDocument/2006/relationships/tags" Target="../tags/tag883.xml"/><Relationship Id="rId46" Type="http://schemas.openxmlformats.org/officeDocument/2006/relationships/tags" Target="../tags/tag882.xml"/><Relationship Id="rId45" Type="http://schemas.openxmlformats.org/officeDocument/2006/relationships/tags" Target="../tags/tag881.xml"/><Relationship Id="rId44" Type="http://schemas.openxmlformats.org/officeDocument/2006/relationships/tags" Target="../tags/tag880.xml"/><Relationship Id="rId43" Type="http://schemas.openxmlformats.org/officeDocument/2006/relationships/tags" Target="../tags/tag879.xml"/><Relationship Id="rId42" Type="http://schemas.openxmlformats.org/officeDocument/2006/relationships/tags" Target="../tags/tag878.xml"/><Relationship Id="rId41" Type="http://schemas.openxmlformats.org/officeDocument/2006/relationships/tags" Target="../tags/tag877.xml"/><Relationship Id="rId40" Type="http://schemas.openxmlformats.org/officeDocument/2006/relationships/tags" Target="../tags/tag876.xml"/><Relationship Id="rId4" Type="http://schemas.openxmlformats.org/officeDocument/2006/relationships/tags" Target="../tags/tag841.xml"/><Relationship Id="rId39" Type="http://schemas.openxmlformats.org/officeDocument/2006/relationships/tags" Target="../tags/tag875.xml"/><Relationship Id="rId38" Type="http://schemas.openxmlformats.org/officeDocument/2006/relationships/tags" Target="../tags/tag874.xml"/><Relationship Id="rId37" Type="http://schemas.openxmlformats.org/officeDocument/2006/relationships/tags" Target="../tags/tag873.xml"/><Relationship Id="rId36" Type="http://schemas.openxmlformats.org/officeDocument/2006/relationships/tags" Target="../tags/tag872.xml"/><Relationship Id="rId35" Type="http://schemas.openxmlformats.org/officeDocument/2006/relationships/tags" Target="../tags/tag871.xml"/><Relationship Id="rId34" Type="http://schemas.openxmlformats.org/officeDocument/2006/relationships/tags" Target="../tags/tag870.xml"/><Relationship Id="rId33" Type="http://schemas.openxmlformats.org/officeDocument/2006/relationships/tags" Target="../tags/tag869.xml"/><Relationship Id="rId32" Type="http://schemas.openxmlformats.org/officeDocument/2006/relationships/tags" Target="../tags/tag868.xml"/><Relationship Id="rId31" Type="http://schemas.openxmlformats.org/officeDocument/2006/relationships/tags" Target="../tags/tag867.xml"/><Relationship Id="rId30" Type="http://schemas.openxmlformats.org/officeDocument/2006/relationships/tags" Target="../tags/tag866.xml"/><Relationship Id="rId3" Type="http://schemas.openxmlformats.org/officeDocument/2006/relationships/tags" Target="../tags/tag840.xml"/><Relationship Id="rId29" Type="http://schemas.openxmlformats.org/officeDocument/2006/relationships/tags" Target="../tags/tag865.xml"/><Relationship Id="rId28" Type="http://schemas.openxmlformats.org/officeDocument/2006/relationships/tags" Target="../tags/tag864.xml"/><Relationship Id="rId27" Type="http://schemas.openxmlformats.org/officeDocument/2006/relationships/tags" Target="../tags/tag863.xml"/><Relationship Id="rId26" Type="http://schemas.openxmlformats.org/officeDocument/2006/relationships/tags" Target="../tags/tag862.xml"/><Relationship Id="rId25" Type="http://schemas.openxmlformats.org/officeDocument/2006/relationships/tags" Target="../tags/tag861.xml"/><Relationship Id="rId24" Type="http://schemas.openxmlformats.org/officeDocument/2006/relationships/tags" Target="../tags/tag860.xml"/><Relationship Id="rId23" Type="http://schemas.openxmlformats.org/officeDocument/2006/relationships/tags" Target="../tags/tag859.xml"/><Relationship Id="rId22" Type="http://schemas.openxmlformats.org/officeDocument/2006/relationships/tags" Target="../tags/tag858.xml"/><Relationship Id="rId21" Type="http://schemas.openxmlformats.org/officeDocument/2006/relationships/tags" Target="../tags/tag857.xml"/><Relationship Id="rId20" Type="http://schemas.openxmlformats.org/officeDocument/2006/relationships/tags" Target="../tags/tag856.xml"/><Relationship Id="rId2" Type="http://schemas.openxmlformats.org/officeDocument/2006/relationships/tags" Target="../tags/tag839.xml"/><Relationship Id="rId19" Type="http://schemas.openxmlformats.org/officeDocument/2006/relationships/tags" Target="../tags/tag855.xml"/><Relationship Id="rId18" Type="http://schemas.openxmlformats.org/officeDocument/2006/relationships/tags" Target="../tags/tag854.xml"/><Relationship Id="rId17" Type="http://schemas.openxmlformats.org/officeDocument/2006/relationships/tags" Target="../tags/tag853.xml"/><Relationship Id="rId16" Type="http://schemas.openxmlformats.org/officeDocument/2006/relationships/tags" Target="../tags/tag852.xml"/><Relationship Id="rId15" Type="http://schemas.openxmlformats.org/officeDocument/2006/relationships/tags" Target="../tags/tag851.xml"/><Relationship Id="rId14" Type="http://schemas.openxmlformats.org/officeDocument/2006/relationships/tags" Target="../tags/tag850.xml"/><Relationship Id="rId13" Type="http://schemas.openxmlformats.org/officeDocument/2006/relationships/tags" Target="../tags/tag849.xml"/><Relationship Id="rId12" Type="http://schemas.openxmlformats.org/officeDocument/2006/relationships/tags" Target="../tags/tag848.xml"/><Relationship Id="rId11" Type="http://schemas.openxmlformats.org/officeDocument/2006/relationships/tags" Target="../tags/tag847.xml"/><Relationship Id="rId10" Type="http://schemas.openxmlformats.org/officeDocument/2006/relationships/tags" Target="../tags/tag846.xml"/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tags" Target="../tags/tag976.xml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3" hasCustomPrompt="1"/>
            <p:custDataLst>
              <p:tags r:id="rId2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单击此处编辑副标题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3" hasCustomPrompt="1"/>
            <p:custDataLst>
              <p:tags r:id="rId2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单击此处编辑副标题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3" hasCustomPrompt="1"/>
            <p:custDataLst>
              <p:tags r:id="rId2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单击此处编辑副标题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演示文稿3_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59155" y="676910"/>
            <a:ext cx="7910195" cy="9899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838200" y="1666875"/>
            <a:ext cx="7910195" cy="28409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859155" y="4657090"/>
            <a:ext cx="1644650" cy="408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0" rIns="9144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4"/>
            </p:custDataLst>
          </p:nvPr>
        </p:nvSpPr>
        <p:spPr>
          <a:xfrm>
            <a:off x="695960" y="1244600"/>
            <a:ext cx="1080008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325" y="6356350"/>
            <a:ext cx="2886075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 flipH="1">
            <a:off x="4117975" y="6412230"/>
            <a:ext cx="7478395" cy="0"/>
          </a:xfrm>
          <a:prstGeom prst="line">
            <a:avLst/>
          </a:prstGeom>
          <a:ln w="3175">
            <a:solidFill>
              <a:schemeClr val="accent2">
                <a:alpha val="2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59130" y="567690"/>
            <a:ext cx="5282565" cy="818515"/>
          </a:xfrm>
          <a:prstGeom prst="rect">
            <a:avLst/>
          </a:prstGeom>
          <a:noFill/>
        </p:spPr>
        <p:txBody>
          <a:bodyPr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39165" y="1842135"/>
            <a:ext cx="2371725" cy="1375410"/>
          </a:xfrm>
          <a:prstGeom prst="rect">
            <a:avLst/>
          </a:prstGeom>
          <a:noFill/>
        </p:spPr>
        <p:txBody>
          <a:bodyPr wrap="non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sz="7200" b="1" i="0" u="none" strike="noStrike" kern="1200" cap="none" spc="0" normalizeH="0" baseline="0" noProof="1" dirty="0">
                <a:ln w="19050">
                  <a:solidFill>
                    <a:schemeClr val="accent1"/>
                  </a:solidFill>
                </a:ln>
                <a:noFill/>
                <a:latin typeface="+mn-lt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939165" y="3217545"/>
            <a:ext cx="7214235" cy="229489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95960" y="1244600"/>
            <a:ext cx="508889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4"/>
            </p:custDataLst>
          </p:nvPr>
        </p:nvSpPr>
        <p:spPr>
          <a:xfrm>
            <a:off x="6235065" y="1669415"/>
            <a:ext cx="5260975" cy="45085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5"/>
            </p:custDataLst>
          </p:nvPr>
        </p:nvSpPr>
        <p:spPr>
          <a:xfrm>
            <a:off x="6235065" y="124460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6"/>
            </p:custDataLst>
          </p:nvPr>
        </p:nvSpPr>
        <p:spPr>
          <a:xfrm>
            <a:off x="696595" y="1669415"/>
            <a:ext cx="5253990" cy="450786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7"/>
            </p:custDataLst>
          </p:nvPr>
        </p:nvSpPr>
        <p:spPr>
          <a:xfrm>
            <a:off x="696595" y="1244600"/>
            <a:ext cx="525399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dk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3_0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ysDash"/>
          </a:ln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1244600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325" y="6356350"/>
            <a:ext cx="2886075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010920"/>
            <a:ext cx="10800080" cy="340995"/>
          </a:xfrm>
          <a:prstGeom prst="rect">
            <a:avLst/>
          </a:prstGeom>
          <a:noFill/>
        </p:spPr>
        <p:txBody>
          <a:bodyPr wrap="square" t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1" i="0" u="none" strike="noStrike" kern="1200" cap="none" spc="0" normalizeH="0" baseline="0" noProof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2150" y="6356350"/>
            <a:ext cx="288925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5161915" y="1767840"/>
            <a:ext cx="6218555" cy="18446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5161915" y="4053840"/>
            <a:ext cx="1644650" cy="408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0" rIns="9144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 flipH="1" flipV="1"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>
                  <a:lumMod val="60000"/>
                  <a:lumOff val="40000"/>
                </a:schemeClr>
              </a:gs>
              <a:gs pos="81000">
                <a:schemeClr val="bg1"/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7775" y="5528120"/>
            <a:ext cx="2414225" cy="13473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267" y="0"/>
            <a:ext cx="4956478" cy="4895512"/>
          </a:xfrm>
          <a:prstGeom prst="rect">
            <a:avLst/>
          </a:prstGeom>
        </p:spPr>
      </p:pic>
      <p:pic>
        <p:nvPicPr>
          <p:cNvPr id="9" name="@png2x_01_封面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r:link="rId11"/>
          <a:stretch>
            <a:fillRect/>
          </a:stretch>
        </p:blipFill>
        <p:spPr>
          <a:xfrm>
            <a:off x="0" y="18514"/>
            <a:ext cx="89789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1013460" y="2205355"/>
            <a:ext cx="10515600" cy="211518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551" y="5785011"/>
            <a:ext cx="2560542" cy="1072989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1019175" y="819150"/>
            <a:ext cx="10515600" cy="1371600"/>
          </a:xfrm>
        </p:spPr>
        <p:txBody>
          <a:bodyPr anchor="b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1015681" y="4327980"/>
            <a:ext cx="10525125" cy="1745274"/>
          </a:xfrm>
        </p:spPr>
        <p:txBody>
          <a:bodyPr anchor="t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8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9"/>
            <p:custDataLst>
              <p:tags r:id="rId1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2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t" anchorCtr="0"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1270" y="0"/>
            <a:ext cx="3658870" cy="6858000"/>
          </a:xfrm>
          <a:prstGeom prst="rect">
            <a:avLst/>
          </a:prstGeom>
          <a:gradFill>
            <a:gsLst>
              <a:gs pos="38000">
                <a:schemeClr val="accent4">
                  <a:alpha val="100000"/>
                </a:schemeClr>
              </a:gs>
              <a:gs pos="0">
                <a:schemeClr val="accent2"/>
              </a:gs>
              <a:gs pos="84000">
                <a:schemeClr val="accent1">
                  <a:alpha val="10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@png2x_01_目录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2540" y="0"/>
            <a:ext cx="36576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-2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0" y="5784850"/>
            <a:ext cx="1292225" cy="10731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209550" y="1160145"/>
            <a:ext cx="3242310" cy="4537710"/>
          </a:xfrm>
        </p:spPr>
        <p:txBody>
          <a:bodyPr anchor="ctr">
            <a:normAutofit/>
          </a:bodyPr>
          <a:lstStyle>
            <a:lvl1pPr algn="ctr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>
                  <a:lumMod val="60000"/>
                  <a:lumOff val="40000"/>
                </a:schemeClr>
              </a:gs>
              <a:gs pos="81000">
                <a:schemeClr val="bg1"/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231" y="0"/>
            <a:ext cx="4956478" cy="4895512"/>
          </a:xfrm>
          <a:prstGeom prst="rect">
            <a:avLst/>
          </a:prstGeom>
        </p:spPr>
      </p:pic>
      <p:pic>
        <p:nvPicPr>
          <p:cNvPr id="10" name="@png2x_01_章节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3027997" y="0"/>
            <a:ext cx="916178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377180" y="3471545"/>
            <a:ext cx="6288405" cy="2688590"/>
          </a:xfrm>
        </p:spPr>
        <p:txBody>
          <a:bodyPr anchor="t">
            <a:normAutofit/>
          </a:bodyPr>
          <a:lstStyle>
            <a:lvl1pPr algn="just">
              <a:defRPr sz="4400"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20000"/>
                    </a14:imgEffect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510667"/>
            <a:ext cx="2231329" cy="1347333"/>
          </a:xfrm>
          <a:prstGeom prst="rect">
            <a:avLst/>
          </a:prstGeom>
        </p:spPr>
      </p:pic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5365432" y="464457"/>
            <a:ext cx="4817288" cy="2908699"/>
          </a:xfrm>
        </p:spPr>
        <p:txBody>
          <a:bodyPr wrap="none" anchor="b">
            <a:normAutofit/>
          </a:bodyPr>
          <a:lstStyle>
            <a:lvl1pPr marL="0" indent="0" algn="just">
              <a:buNone/>
              <a:defRPr sz="3600" b="1">
                <a:solidFill>
                  <a:schemeClr val="accent2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t" anchorCtr="0">
            <a:normAutofit/>
          </a:bodyPr>
          <a:lstStyle>
            <a:lvl1pPr algn="l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838200" y="1364400"/>
            <a:ext cx="5181600" cy="48132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64400"/>
            <a:ext cx="5181600" cy="48132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t" anchorCtr="0">
            <a:normAutofit/>
          </a:bodyPr>
          <a:lstStyle>
            <a:lvl1pPr algn="l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9788" y="1364400"/>
            <a:ext cx="5157787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839788" y="2061275"/>
            <a:ext cx="5157787" cy="41283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64400"/>
            <a:ext cx="518318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2061275"/>
            <a:ext cx="5183188" cy="41283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t" anchorCtr="0"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-635" y="-635"/>
            <a:ext cx="12190730" cy="353695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4">
                  <a:lumMod val="67000"/>
                  <a:lumOff val="3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847" y="-727"/>
            <a:ext cx="2121592" cy="1883827"/>
          </a:xfrm>
          <a:prstGeom prst="rect">
            <a:avLst/>
          </a:prstGeom>
        </p:spPr>
      </p:pic>
      <p:sp>
        <p:nvSpPr>
          <p:cNvPr id="7" name="任意多边形 9"/>
          <p:cNvSpPr/>
          <p:nvPr userDrawn="1">
            <p:custDataLst>
              <p:tags r:id="rId5"/>
            </p:custDataLst>
          </p:nvPr>
        </p:nvSpPr>
        <p:spPr>
          <a:xfrm>
            <a:off x="1270" y="371476"/>
            <a:ext cx="12190730" cy="6487160"/>
          </a:xfrm>
          <a:custGeom>
            <a:avLst/>
            <a:gdLst>
              <a:gd name="adj" fmla="val 8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8977">
                <a:moveTo>
                  <a:pt x="861" y="0"/>
                </a:moveTo>
                <a:lnTo>
                  <a:pt x="18337" y="0"/>
                </a:lnTo>
                <a:cubicBezTo>
                  <a:pt x="18813" y="0"/>
                  <a:pt x="19198" y="385"/>
                  <a:pt x="19198" y="861"/>
                </a:cubicBezTo>
                <a:lnTo>
                  <a:pt x="19198" y="8977"/>
                </a:lnTo>
                <a:lnTo>
                  <a:pt x="0" y="8977"/>
                </a:lnTo>
                <a:lnTo>
                  <a:pt x="0" y="861"/>
                </a:lnTo>
                <a:cubicBezTo>
                  <a:pt x="0" y="385"/>
                  <a:pt x="385" y="0"/>
                  <a:pt x="8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-635" y="-635"/>
            <a:ext cx="12190730" cy="353695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4">
                  <a:lumMod val="67000"/>
                  <a:lumOff val="3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847" y="-727"/>
            <a:ext cx="2121592" cy="1883827"/>
          </a:xfrm>
          <a:prstGeom prst="rect">
            <a:avLst/>
          </a:prstGeom>
        </p:spPr>
      </p:pic>
      <p:sp>
        <p:nvSpPr>
          <p:cNvPr id="8" name="任意多边形 9"/>
          <p:cNvSpPr/>
          <p:nvPr userDrawn="1">
            <p:custDataLst>
              <p:tags r:id="rId5"/>
            </p:custDataLst>
          </p:nvPr>
        </p:nvSpPr>
        <p:spPr>
          <a:xfrm>
            <a:off x="1270" y="371476"/>
            <a:ext cx="12190730" cy="6487160"/>
          </a:xfrm>
          <a:custGeom>
            <a:avLst/>
            <a:gdLst>
              <a:gd name="adj" fmla="val 8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8977">
                <a:moveTo>
                  <a:pt x="861" y="0"/>
                </a:moveTo>
                <a:lnTo>
                  <a:pt x="18337" y="0"/>
                </a:lnTo>
                <a:cubicBezTo>
                  <a:pt x="18813" y="0"/>
                  <a:pt x="19198" y="385"/>
                  <a:pt x="19198" y="861"/>
                </a:cubicBezTo>
                <a:lnTo>
                  <a:pt x="19198" y="8977"/>
                </a:lnTo>
                <a:lnTo>
                  <a:pt x="0" y="8977"/>
                </a:lnTo>
                <a:lnTo>
                  <a:pt x="0" y="861"/>
                </a:lnTo>
                <a:cubicBezTo>
                  <a:pt x="0" y="385"/>
                  <a:pt x="385" y="0"/>
                  <a:pt x="8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>
          <a:xfrm>
            <a:off x="838200" y="870857"/>
            <a:ext cx="10515600" cy="530705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40105" y="360045"/>
            <a:ext cx="10515600" cy="763270"/>
          </a:xfrm>
        </p:spPr>
        <p:txBody>
          <a:bodyPr anchor="t" anchorCtr="0"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8200" y="1296000"/>
            <a:ext cx="10514012" cy="576000"/>
          </a:xfrm>
        </p:spPr>
        <p:txBody>
          <a:bodyPr anchor="t"/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flipH="1" flipV="1"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>
                  <a:lumMod val="60000"/>
                  <a:lumOff val="40000"/>
                </a:schemeClr>
              </a:gs>
              <a:gs pos="81000">
                <a:schemeClr val="bg1"/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267" y="0"/>
            <a:ext cx="4956478" cy="4895512"/>
          </a:xfrm>
          <a:prstGeom prst="rect">
            <a:avLst/>
          </a:prstGeom>
        </p:spPr>
      </p:pic>
      <p:pic>
        <p:nvPicPr>
          <p:cNvPr id="9" name="@png2x_01_结束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1587" y="0"/>
            <a:ext cx="89789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1001486" y="1103086"/>
            <a:ext cx="7489371" cy="2453412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tx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7775" y="5555279"/>
            <a:ext cx="2414225" cy="134733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551" y="5785011"/>
            <a:ext cx="2560542" cy="1072989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1001485" y="3898612"/>
            <a:ext cx="7489371" cy="2125541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6000">
                <a:schemeClr val="bg2">
                  <a:lumMod val="90000"/>
                </a:schemeClr>
              </a:gs>
              <a:gs pos="4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 userDrawn="1">
            <p:custDataLst>
              <p:tags r:id="rId3"/>
            </p:custDataLst>
          </p:nvPr>
        </p:nvSpPr>
        <p:spPr>
          <a:xfrm>
            <a:off x="5939306" y="1494972"/>
            <a:ext cx="6252695" cy="5363028"/>
          </a:xfrm>
          <a:custGeom>
            <a:avLst/>
            <a:gdLst>
              <a:gd name="connsiteX0" fmla="*/ 4187372 w 6252695"/>
              <a:gd name="connsiteY0" fmla="*/ 0 h 5363028"/>
              <a:gd name="connsiteX1" fmla="*/ 6183322 w 6252695"/>
              <a:gd name="connsiteY1" fmla="*/ 505393 h 5363028"/>
              <a:gd name="connsiteX2" fmla="*/ 6252695 w 6252695"/>
              <a:gd name="connsiteY2" fmla="*/ 545282 h 5363028"/>
              <a:gd name="connsiteX3" fmla="*/ 6252695 w 6252695"/>
              <a:gd name="connsiteY3" fmla="*/ 5363028 h 5363028"/>
              <a:gd name="connsiteX4" fmla="*/ 170376 w 6252695"/>
              <a:gd name="connsiteY4" fmla="*/ 5363028 h 5363028"/>
              <a:gd name="connsiteX5" fmla="*/ 85073 w 6252695"/>
              <a:gd name="connsiteY5" fmla="*/ 5031273 h 5363028"/>
              <a:gd name="connsiteX6" fmla="*/ 0 w 6252695"/>
              <a:gd name="connsiteY6" fmla="*/ 4187371 h 5363028"/>
              <a:gd name="connsiteX7" fmla="*/ 4187372 w 6252695"/>
              <a:gd name="connsiteY7" fmla="*/ 0 h 536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695" h="5363028">
                <a:moveTo>
                  <a:pt x="4187372" y="0"/>
                </a:moveTo>
                <a:cubicBezTo>
                  <a:pt x="4910066" y="0"/>
                  <a:pt x="5590000" y="183081"/>
                  <a:pt x="6183322" y="505393"/>
                </a:cubicBezTo>
                <a:lnTo>
                  <a:pt x="6252695" y="545282"/>
                </a:lnTo>
                <a:lnTo>
                  <a:pt x="6252695" y="5363028"/>
                </a:lnTo>
                <a:lnTo>
                  <a:pt x="170376" y="5363028"/>
                </a:lnTo>
                <a:lnTo>
                  <a:pt x="85073" y="5031273"/>
                </a:lnTo>
                <a:cubicBezTo>
                  <a:pt x="29293" y="4758685"/>
                  <a:pt x="0" y="4476449"/>
                  <a:pt x="0" y="4187371"/>
                </a:cubicBezTo>
                <a:cubicBezTo>
                  <a:pt x="0" y="1874750"/>
                  <a:pt x="1874750" y="0"/>
                  <a:pt x="418737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9050">
            <a:noFill/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3" name="任意多边形: 形状 65"/>
          <p:cNvSpPr/>
          <p:nvPr userDrawn="1">
            <p:custDataLst>
              <p:tags r:id="rId4"/>
            </p:custDataLst>
          </p:nvPr>
        </p:nvSpPr>
        <p:spPr>
          <a:xfrm>
            <a:off x="5939306" y="1494972"/>
            <a:ext cx="6252845" cy="5363210"/>
          </a:xfrm>
          <a:custGeom>
            <a:avLst/>
            <a:gdLst>
              <a:gd name="connsiteX0" fmla="*/ 268 w 9847"/>
              <a:gd name="connsiteY0" fmla="*/ 8446 h 8446"/>
              <a:gd name="connsiteX1" fmla="*/ 134 w 9847"/>
              <a:gd name="connsiteY1" fmla="*/ 7923 h 8446"/>
              <a:gd name="connsiteX2" fmla="*/ 0 w 9847"/>
              <a:gd name="connsiteY2" fmla="*/ 6594 h 8446"/>
              <a:gd name="connsiteX3" fmla="*/ 6594 w 9847"/>
              <a:gd name="connsiteY3" fmla="*/ 0 h 8446"/>
              <a:gd name="connsiteX4" fmla="*/ 9738 w 9847"/>
              <a:gd name="connsiteY4" fmla="*/ 796 h 8446"/>
              <a:gd name="connsiteX5" fmla="*/ 9847 w 9847"/>
              <a:gd name="connsiteY5" fmla="*/ 859 h 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7" h="8446">
                <a:moveTo>
                  <a:pt x="268" y="8446"/>
                </a:moveTo>
                <a:lnTo>
                  <a:pt x="134" y="7923"/>
                </a:lnTo>
                <a:cubicBezTo>
                  <a:pt x="46" y="7494"/>
                  <a:pt x="0" y="7050"/>
                  <a:pt x="0" y="6594"/>
                </a:cubicBezTo>
                <a:cubicBezTo>
                  <a:pt x="0" y="2952"/>
                  <a:pt x="2952" y="0"/>
                  <a:pt x="6594" y="0"/>
                </a:cubicBezTo>
                <a:cubicBezTo>
                  <a:pt x="7732" y="0"/>
                  <a:pt x="8803" y="288"/>
                  <a:pt x="9738" y="796"/>
                </a:cubicBezTo>
                <a:lnTo>
                  <a:pt x="9847" y="859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64" name="任意多边形: 形状 63"/>
          <p:cNvSpPr/>
          <p:nvPr userDrawn="1">
            <p:custDataLst>
              <p:tags r:id="rId5"/>
            </p:custDataLst>
          </p:nvPr>
        </p:nvSpPr>
        <p:spPr>
          <a:xfrm>
            <a:off x="6295131" y="1899285"/>
            <a:ext cx="5896869" cy="4958715"/>
          </a:xfrm>
          <a:custGeom>
            <a:avLst/>
            <a:gdLst>
              <a:gd name="connsiteX0" fmla="*/ 3824288 w 5896869"/>
              <a:gd name="connsiteY0" fmla="*/ 0 h 4958715"/>
              <a:gd name="connsiteX1" fmla="*/ 5807321 w 5896869"/>
              <a:gd name="connsiteY1" fmla="*/ 553655 h 4958715"/>
              <a:gd name="connsiteX2" fmla="*/ 5896869 w 5896869"/>
              <a:gd name="connsiteY2" fmla="*/ 611064 h 4958715"/>
              <a:gd name="connsiteX3" fmla="*/ 5896869 w 5896869"/>
              <a:gd name="connsiteY3" fmla="*/ 4958715 h 4958715"/>
              <a:gd name="connsiteX4" fmla="*/ 171213 w 5896869"/>
              <a:gd name="connsiteY4" fmla="*/ 4958715 h 4958715"/>
              <a:gd name="connsiteX5" fmla="*/ 77696 w 5896869"/>
              <a:gd name="connsiteY5" fmla="*/ 4595016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550321" y="0"/>
                  <a:pt x="5229100" y="202320"/>
                  <a:pt x="5807321" y="553655"/>
                </a:cubicBezTo>
                <a:lnTo>
                  <a:pt x="5896869" y="611064"/>
                </a:lnTo>
                <a:lnTo>
                  <a:pt x="5896869" y="4958715"/>
                </a:lnTo>
                <a:lnTo>
                  <a:pt x="171213" y="4958715"/>
                </a:lnTo>
                <a:lnTo>
                  <a:pt x="77696" y="4595016"/>
                </a:lnTo>
                <a:cubicBezTo>
                  <a:pt x="26753" y="4346064"/>
                  <a:pt x="0" y="4088300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  <a:gradFill>
            <a:gsLst>
              <a:gs pos="30000">
                <a:schemeClr val="accent1"/>
              </a:gs>
              <a:gs pos="79000">
                <a:schemeClr val="accent2">
                  <a:lumMod val="7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pic>
        <p:nvPicPr>
          <p:cNvPr id="62" name="图片 6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295132" y="1899286"/>
            <a:ext cx="5896869" cy="4958715"/>
          </a:xfrm>
          <a:custGeom>
            <a:avLst/>
            <a:gdLst>
              <a:gd name="connsiteX0" fmla="*/ 3824288 w 5896869"/>
              <a:gd name="connsiteY0" fmla="*/ 0 h 4958715"/>
              <a:gd name="connsiteX1" fmla="*/ 5647171 w 5896869"/>
              <a:gd name="connsiteY1" fmla="*/ 461571 h 4958715"/>
              <a:gd name="connsiteX2" fmla="*/ 5896869 w 5896869"/>
              <a:gd name="connsiteY2" fmla="*/ 613267 h 4958715"/>
              <a:gd name="connsiteX3" fmla="*/ 5896869 w 5896869"/>
              <a:gd name="connsiteY3" fmla="*/ 4958715 h 4958715"/>
              <a:gd name="connsiteX4" fmla="*/ 171138 w 5896869"/>
              <a:gd name="connsiteY4" fmla="*/ 4958715 h 4958715"/>
              <a:gd name="connsiteX5" fmla="*/ 120399 w 5896869"/>
              <a:gd name="connsiteY5" fmla="*/ 4780037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484318" y="0"/>
                  <a:pt x="5105295" y="167206"/>
                  <a:pt x="5647171" y="461571"/>
                </a:cubicBezTo>
                <a:lnTo>
                  <a:pt x="5896869" y="613267"/>
                </a:lnTo>
                <a:lnTo>
                  <a:pt x="5896869" y="4958715"/>
                </a:lnTo>
                <a:lnTo>
                  <a:pt x="171138" y="4958715"/>
                </a:lnTo>
                <a:lnTo>
                  <a:pt x="120399" y="4780037"/>
                </a:lnTo>
                <a:cubicBezTo>
                  <a:pt x="41802" y="4474555"/>
                  <a:pt x="0" y="4154303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</p:spPr>
      </p:pic>
      <p:pic>
        <p:nvPicPr>
          <p:cNvPr id="53" name="图片 5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10934701" y="3028950"/>
            <a:ext cx="1257299" cy="3829050"/>
          </a:xfrm>
          <a:custGeom>
            <a:avLst/>
            <a:gdLst>
              <a:gd name="connsiteX0" fmla="*/ 0 w 1257299"/>
              <a:gd name="connsiteY0" fmla="*/ 0 h 3829050"/>
              <a:gd name="connsiteX1" fmla="*/ 1257299 w 1257299"/>
              <a:gd name="connsiteY1" fmla="*/ 0 h 3829050"/>
              <a:gd name="connsiteX2" fmla="*/ 1257299 w 1257299"/>
              <a:gd name="connsiteY2" fmla="*/ 3829050 h 3829050"/>
              <a:gd name="connsiteX3" fmla="*/ 0 w 1257299"/>
              <a:gd name="connsiteY3" fmla="*/ 3829050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7299" h="3829050">
                <a:moveTo>
                  <a:pt x="0" y="0"/>
                </a:moveTo>
                <a:lnTo>
                  <a:pt x="1257299" y="0"/>
                </a:lnTo>
                <a:lnTo>
                  <a:pt x="1257299" y="3829050"/>
                </a:lnTo>
                <a:lnTo>
                  <a:pt x="0" y="3829050"/>
                </a:lnTo>
                <a:close/>
              </a:path>
            </a:pathLst>
          </a:custGeom>
        </p:spPr>
      </p:pic>
      <p:pic>
        <p:nvPicPr>
          <p:cNvPr id="61" name="图片 60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9173030" y="571501"/>
            <a:ext cx="1930400" cy="4668157"/>
          </a:xfrm>
          <a:custGeom>
            <a:avLst/>
            <a:gdLst>
              <a:gd name="connsiteX0" fmla="*/ 0 w 1930400"/>
              <a:gd name="connsiteY0" fmla="*/ 0 h 4668157"/>
              <a:gd name="connsiteX1" fmla="*/ 1930400 w 1930400"/>
              <a:gd name="connsiteY1" fmla="*/ 0 h 4668157"/>
              <a:gd name="connsiteX2" fmla="*/ 1930400 w 1930400"/>
              <a:gd name="connsiteY2" fmla="*/ 4668157 h 4668157"/>
              <a:gd name="connsiteX3" fmla="*/ 0 w 1930400"/>
              <a:gd name="connsiteY3" fmla="*/ 4668157 h 4668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400" h="4668157">
                <a:moveTo>
                  <a:pt x="0" y="0"/>
                </a:moveTo>
                <a:lnTo>
                  <a:pt x="1930400" y="0"/>
                </a:lnTo>
                <a:lnTo>
                  <a:pt x="1930400" y="4668157"/>
                </a:lnTo>
                <a:lnTo>
                  <a:pt x="0" y="4668157"/>
                </a:lnTo>
                <a:close/>
              </a:path>
            </a:pathLst>
          </a:custGeom>
        </p:spPr>
      </p:pic>
      <p:cxnSp>
        <p:nvCxnSpPr>
          <p:cNvPr id="27" name="直接连接符 26"/>
          <p:cNvCxnSpPr/>
          <p:nvPr userDrawn="1">
            <p:custDataLst>
              <p:tags r:id="rId12"/>
            </p:custDataLst>
          </p:nvPr>
        </p:nvCxnSpPr>
        <p:spPr>
          <a:xfrm>
            <a:off x="1049345" y="756100"/>
            <a:ext cx="23732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3"/>
            </p:custDataLst>
          </p:nvPr>
        </p:nvCxnSpPr>
        <p:spPr>
          <a:xfrm>
            <a:off x="1049345" y="821637"/>
            <a:ext cx="23732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14"/>
            </p:custDataLst>
          </p:nvPr>
        </p:nvCxnSpPr>
        <p:spPr>
          <a:xfrm>
            <a:off x="1049345" y="887173"/>
            <a:ext cx="23732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 userDrawn="1">
            <p:custDataLst>
              <p:tags r:id="rId15"/>
            </p:custDataLst>
          </p:nvPr>
        </p:nvSpPr>
        <p:spPr>
          <a:xfrm>
            <a:off x="10586534" y="732719"/>
            <a:ext cx="127370" cy="12737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椭圆 31"/>
          <p:cNvSpPr/>
          <p:nvPr userDrawn="1">
            <p:custDataLst>
              <p:tags r:id="rId16"/>
            </p:custDataLst>
          </p:nvPr>
        </p:nvSpPr>
        <p:spPr>
          <a:xfrm>
            <a:off x="10824716" y="732719"/>
            <a:ext cx="127370" cy="12737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椭圆 32"/>
          <p:cNvSpPr/>
          <p:nvPr userDrawn="1">
            <p:custDataLst>
              <p:tags r:id="rId17"/>
            </p:custDataLst>
          </p:nvPr>
        </p:nvSpPr>
        <p:spPr>
          <a:xfrm>
            <a:off x="11064171" y="732719"/>
            <a:ext cx="127370" cy="12737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椭圆 33"/>
          <p:cNvSpPr/>
          <p:nvPr userDrawn="1">
            <p:custDataLst>
              <p:tags r:id="rId18"/>
            </p:custDataLst>
          </p:nvPr>
        </p:nvSpPr>
        <p:spPr>
          <a:xfrm>
            <a:off x="11302353" y="732719"/>
            <a:ext cx="127370" cy="12737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19"/>
            </p:custDataLst>
          </p:nvPr>
        </p:nvSpPr>
        <p:spPr>
          <a:xfrm>
            <a:off x="1" y="2"/>
            <a:ext cx="1739899" cy="1405430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198" y="136525"/>
            <a:ext cx="7772402" cy="3216275"/>
          </a:xfrm>
        </p:spPr>
        <p:txBody>
          <a:bodyPr/>
          <a:lstStyle>
            <a:lvl1pPr>
              <a:defRPr lang="en-US" sz="4800" baseline="0" dirty="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pPr marL="0" lvl="0"/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6" name="矩形 15"/>
          <p:cNvSpPr/>
          <p:nvPr userDrawn="1">
            <p:custDataLst>
              <p:tags r:id="rId24"/>
            </p:custDataLst>
          </p:nvPr>
        </p:nvSpPr>
        <p:spPr>
          <a:xfrm>
            <a:off x="0" y="5358130"/>
            <a:ext cx="12058650" cy="86042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5000">
                <a:schemeClr val="bg1"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等腰三角形 16"/>
          <p:cNvSpPr/>
          <p:nvPr userDrawn="1">
            <p:custDataLst>
              <p:tags r:id="rId25"/>
            </p:custDataLst>
          </p:nvPr>
        </p:nvSpPr>
        <p:spPr>
          <a:xfrm rot="5400000">
            <a:off x="11222741" y="5724939"/>
            <a:ext cx="159378" cy="13752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等腰三角形 18"/>
          <p:cNvSpPr/>
          <p:nvPr userDrawn="1">
            <p:custDataLst>
              <p:tags r:id="rId26"/>
            </p:custDataLst>
          </p:nvPr>
        </p:nvSpPr>
        <p:spPr>
          <a:xfrm rot="5400000" flipV="1">
            <a:off x="10981443" y="5724937"/>
            <a:ext cx="159377" cy="13752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1" name="直接连接符 20"/>
          <p:cNvCxnSpPr/>
          <p:nvPr userDrawn="1">
            <p:custDataLst>
              <p:tags r:id="rId27"/>
            </p:custDataLst>
          </p:nvPr>
        </p:nvCxnSpPr>
        <p:spPr>
          <a:xfrm>
            <a:off x="3839959" y="5788365"/>
            <a:ext cx="659609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占位符 23"/>
          <p:cNvSpPr>
            <a:spLocks noGrp="1"/>
          </p:cNvSpPr>
          <p:nvPr>
            <p:ph type="body" sz="quarter" idx="18" hasCustomPrompt="1"/>
            <p:custDataLst>
              <p:tags r:id="rId28"/>
            </p:custDataLst>
          </p:nvPr>
        </p:nvSpPr>
        <p:spPr>
          <a:xfrm>
            <a:off x="838198" y="4161089"/>
            <a:ext cx="2066925" cy="496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74000">
                <a:schemeClr val="accent2"/>
              </a:gs>
            </a:gsLst>
            <a:lin ang="5400000" scaled="0"/>
          </a:gra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aseline="0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9" name="副标题 2"/>
          <p:cNvSpPr>
            <a:spLocks noGrp="1"/>
          </p:cNvSpPr>
          <p:nvPr>
            <p:ph type="subTitle" idx="1" hasCustomPrompt="1"/>
            <p:custDataLst>
              <p:tags r:id="rId29"/>
            </p:custDataLst>
          </p:nvPr>
        </p:nvSpPr>
        <p:spPr>
          <a:xfrm>
            <a:off x="838200" y="3600000"/>
            <a:ext cx="5962650" cy="381450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0" name="公司名占位符 6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838198" y="55459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>
                    <a:lumMod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4"/>
            </p:custDataLst>
          </p:nvPr>
        </p:nvSpPr>
        <p:spPr>
          <a:xfrm flipH="1">
            <a:off x="9982201" y="0"/>
            <a:ext cx="2209799" cy="1784999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矩形: 圆顶角 26"/>
          <p:cNvSpPr/>
          <p:nvPr userDrawn="1">
            <p:custDataLst>
              <p:tags r:id="rId5"/>
            </p:custDataLst>
          </p:nvPr>
        </p:nvSpPr>
        <p:spPr>
          <a:xfrm flipV="1">
            <a:off x="0" y="6273800"/>
            <a:ext cx="12192000" cy="584200"/>
          </a:xfrm>
          <a:prstGeom prst="round2SameRect">
            <a:avLst>
              <a:gd name="adj1" fmla="val 0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839787" y="797429"/>
            <a:ext cx="6430808" cy="1081088"/>
          </a:xfrm>
        </p:spPr>
        <p:txBody>
          <a:bodyPr wrap="square" anchor="b">
            <a:normAutofit/>
          </a:bodyPr>
          <a:lstStyle>
            <a:lvl1pPr>
              <a:defRPr sz="60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 userDrawn="1">
            <p:custDataLst>
              <p:tags r:id="rId2"/>
            </p:custDataLst>
          </p:nvPr>
        </p:nvSpPr>
        <p:spPr>
          <a:xfrm flipH="1">
            <a:off x="635" y="0"/>
            <a:ext cx="12191365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6000">
                <a:schemeClr val="bg2">
                  <a:lumMod val="90000"/>
                </a:schemeClr>
              </a:gs>
              <a:gs pos="4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任意多边形: 形状 23"/>
          <p:cNvSpPr/>
          <p:nvPr userDrawn="1">
            <p:custDataLst>
              <p:tags r:id="rId3"/>
            </p:custDataLst>
          </p:nvPr>
        </p:nvSpPr>
        <p:spPr>
          <a:xfrm flipH="1">
            <a:off x="0" y="2133600"/>
            <a:ext cx="5508126" cy="4724400"/>
          </a:xfrm>
          <a:custGeom>
            <a:avLst/>
            <a:gdLst>
              <a:gd name="connsiteX0" fmla="*/ 4187372 w 6252695"/>
              <a:gd name="connsiteY0" fmla="*/ 0 h 5363028"/>
              <a:gd name="connsiteX1" fmla="*/ 6183322 w 6252695"/>
              <a:gd name="connsiteY1" fmla="*/ 505393 h 5363028"/>
              <a:gd name="connsiteX2" fmla="*/ 6252695 w 6252695"/>
              <a:gd name="connsiteY2" fmla="*/ 545282 h 5363028"/>
              <a:gd name="connsiteX3" fmla="*/ 6252695 w 6252695"/>
              <a:gd name="connsiteY3" fmla="*/ 5363028 h 5363028"/>
              <a:gd name="connsiteX4" fmla="*/ 170376 w 6252695"/>
              <a:gd name="connsiteY4" fmla="*/ 5363028 h 5363028"/>
              <a:gd name="connsiteX5" fmla="*/ 85073 w 6252695"/>
              <a:gd name="connsiteY5" fmla="*/ 5031273 h 5363028"/>
              <a:gd name="connsiteX6" fmla="*/ 0 w 6252695"/>
              <a:gd name="connsiteY6" fmla="*/ 4187371 h 5363028"/>
              <a:gd name="connsiteX7" fmla="*/ 4187372 w 6252695"/>
              <a:gd name="connsiteY7" fmla="*/ 0 h 536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695" h="5363028">
                <a:moveTo>
                  <a:pt x="4187372" y="0"/>
                </a:moveTo>
                <a:cubicBezTo>
                  <a:pt x="4910066" y="0"/>
                  <a:pt x="5590000" y="183081"/>
                  <a:pt x="6183322" y="505393"/>
                </a:cubicBezTo>
                <a:lnTo>
                  <a:pt x="6252695" y="545282"/>
                </a:lnTo>
                <a:lnTo>
                  <a:pt x="6252695" y="5363028"/>
                </a:lnTo>
                <a:lnTo>
                  <a:pt x="170376" y="5363028"/>
                </a:lnTo>
                <a:lnTo>
                  <a:pt x="85073" y="5031273"/>
                </a:lnTo>
                <a:cubicBezTo>
                  <a:pt x="29293" y="4758685"/>
                  <a:pt x="0" y="4476449"/>
                  <a:pt x="0" y="4187371"/>
                </a:cubicBezTo>
                <a:cubicBezTo>
                  <a:pt x="0" y="1874750"/>
                  <a:pt x="1874750" y="0"/>
                  <a:pt x="418737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9050">
            <a:noFill/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7" name="任意多边形: 形状 23"/>
          <p:cNvSpPr/>
          <p:nvPr userDrawn="1">
            <p:custDataLst>
              <p:tags r:id="rId4"/>
            </p:custDataLst>
          </p:nvPr>
        </p:nvSpPr>
        <p:spPr>
          <a:xfrm flipH="1">
            <a:off x="1406" y="2133600"/>
            <a:ext cx="5507990" cy="4724400"/>
          </a:xfrm>
          <a:custGeom>
            <a:avLst/>
            <a:gdLst>
              <a:gd name="connsiteX0" fmla="*/ 236 w 8674"/>
              <a:gd name="connsiteY0" fmla="*/ 7440 h 7440"/>
              <a:gd name="connsiteX1" fmla="*/ 118 w 8674"/>
              <a:gd name="connsiteY1" fmla="*/ 6980 h 7440"/>
              <a:gd name="connsiteX2" fmla="*/ 0 w 8674"/>
              <a:gd name="connsiteY2" fmla="*/ 5809 h 7440"/>
              <a:gd name="connsiteX3" fmla="*/ 5809 w 8674"/>
              <a:gd name="connsiteY3" fmla="*/ 0 h 7440"/>
              <a:gd name="connsiteX4" fmla="*/ 8578 w 8674"/>
              <a:gd name="connsiteY4" fmla="*/ 701 h 7440"/>
              <a:gd name="connsiteX5" fmla="*/ 8674 w 8674"/>
              <a:gd name="connsiteY5" fmla="*/ 756 h 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74" h="7440">
                <a:moveTo>
                  <a:pt x="236" y="7440"/>
                </a:moveTo>
                <a:lnTo>
                  <a:pt x="118" y="6980"/>
                </a:lnTo>
                <a:cubicBezTo>
                  <a:pt x="41" y="6602"/>
                  <a:pt x="0" y="6210"/>
                  <a:pt x="0" y="5809"/>
                </a:cubicBezTo>
                <a:cubicBezTo>
                  <a:pt x="0" y="2601"/>
                  <a:pt x="2601" y="0"/>
                  <a:pt x="5809" y="0"/>
                </a:cubicBezTo>
                <a:cubicBezTo>
                  <a:pt x="6812" y="0"/>
                  <a:pt x="7755" y="254"/>
                  <a:pt x="8578" y="701"/>
                </a:cubicBezTo>
                <a:lnTo>
                  <a:pt x="8674" y="756"/>
                </a:lnTo>
              </a:path>
            </a:pathLst>
          </a:custGeom>
          <a:noFill/>
          <a:ln w="19050">
            <a:solidFill>
              <a:srgbClr val="FFFFFF">
                <a:alpha val="67000"/>
              </a:srgbClr>
            </a:solidFill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5"/>
            </p:custDataLst>
          </p:nvPr>
        </p:nvSpPr>
        <p:spPr>
          <a:xfrm flipH="1">
            <a:off x="1" y="2489768"/>
            <a:ext cx="5194672" cy="4368232"/>
          </a:xfrm>
          <a:custGeom>
            <a:avLst/>
            <a:gdLst>
              <a:gd name="connsiteX0" fmla="*/ 3824288 w 5896869"/>
              <a:gd name="connsiteY0" fmla="*/ 0 h 4958715"/>
              <a:gd name="connsiteX1" fmla="*/ 5807321 w 5896869"/>
              <a:gd name="connsiteY1" fmla="*/ 553655 h 4958715"/>
              <a:gd name="connsiteX2" fmla="*/ 5896869 w 5896869"/>
              <a:gd name="connsiteY2" fmla="*/ 611064 h 4958715"/>
              <a:gd name="connsiteX3" fmla="*/ 5896869 w 5896869"/>
              <a:gd name="connsiteY3" fmla="*/ 4958715 h 4958715"/>
              <a:gd name="connsiteX4" fmla="*/ 171213 w 5896869"/>
              <a:gd name="connsiteY4" fmla="*/ 4958715 h 4958715"/>
              <a:gd name="connsiteX5" fmla="*/ 77696 w 5896869"/>
              <a:gd name="connsiteY5" fmla="*/ 4595016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550321" y="0"/>
                  <a:pt x="5229100" y="202320"/>
                  <a:pt x="5807321" y="553655"/>
                </a:cubicBezTo>
                <a:lnTo>
                  <a:pt x="5896869" y="611064"/>
                </a:lnTo>
                <a:lnTo>
                  <a:pt x="5896869" y="4958715"/>
                </a:lnTo>
                <a:lnTo>
                  <a:pt x="171213" y="4958715"/>
                </a:lnTo>
                <a:lnTo>
                  <a:pt x="77696" y="4595016"/>
                </a:lnTo>
                <a:cubicBezTo>
                  <a:pt x="26753" y="4346064"/>
                  <a:pt x="0" y="4088300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  <a:gradFill>
            <a:gsLst>
              <a:gs pos="30000">
                <a:schemeClr val="accent1"/>
              </a:gs>
              <a:gs pos="79000">
                <a:schemeClr val="accent2">
                  <a:lumMod val="7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56" name="椭圆 55"/>
          <p:cNvSpPr/>
          <p:nvPr userDrawn="1">
            <p:custDataLst>
              <p:tags r:id="rId6"/>
            </p:custDataLst>
          </p:nvPr>
        </p:nvSpPr>
        <p:spPr>
          <a:xfrm>
            <a:off x="10664482" y="672032"/>
            <a:ext cx="109018" cy="109018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椭圆 56"/>
          <p:cNvSpPr/>
          <p:nvPr userDrawn="1">
            <p:custDataLst>
              <p:tags r:id="rId7"/>
            </p:custDataLst>
          </p:nvPr>
        </p:nvSpPr>
        <p:spPr>
          <a:xfrm>
            <a:off x="10868346" y="672032"/>
            <a:ext cx="109018" cy="109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椭圆 57"/>
          <p:cNvSpPr/>
          <p:nvPr userDrawn="1">
            <p:custDataLst>
              <p:tags r:id="rId8"/>
            </p:custDataLst>
          </p:nvPr>
        </p:nvSpPr>
        <p:spPr>
          <a:xfrm>
            <a:off x="11073299" y="672032"/>
            <a:ext cx="109018" cy="109018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9" name="椭圆 58"/>
          <p:cNvSpPr/>
          <p:nvPr userDrawn="1">
            <p:custDataLst>
              <p:tags r:id="rId9"/>
            </p:custDataLst>
          </p:nvPr>
        </p:nvSpPr>
        <p:spPr>
          <a:xfrm>
            <a:off x="11277163" y="672032"/>
            <a:ext cx="109018" cy="109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10"/>
            </p:custDataLst>
          </p:nvPr>
        </p:nvSpPr>
        <p:spPr>
          <a:xfrm rot="16200000" flipH="1">
            <a:off x="-173355" y="175895"/>
            <a:ext cx="1814830" cy="1465580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1" name="图片 3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5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6304" r="479"/>
          <a:stretch>
            <a:fillRect/>
          </a:stretch>
        </p:blipFill>
        <p:spPr>
          <a:xfrm>
            <a:off x="0" y="2489768"/>
            <a:ext cx="5194672" cy="4368232"/>
          </a:xfrm>
          <a:custGeom>
            <a:avLst/>
            <a:gdLst>
              <a:gd name="connsiteX0" fmla="*/ 1825779 w 5194672"/>
              <a:gd name="connsiteY0" fmla="*/ 0 h 4368232"/>
              <a:gd name="connsiteX1" fmla="*/ 5194672 w 5194672"/>
              <a:gd name="connsiteY1" fmla="*/ 3368893 h 4368232"/>
              <a:gd name="connsiteX2" fmla="*/ 5126228 w 5194672"/>
              <a:gd name="connsiteY2" fmla="*/ 4047842 h 4368232"/>
              <a:gd name="connsiteX3" fmla="*/ 5043847 w 5194672"/>
              <a:gd name="connsiteY3" fmla="*/ 4368232 h 4368232"/>
              <a:gd name="connsiteX4" fmla="*/ 0 w 5194672"/>
              <a:gd name="connsiteY4" fmla="*/ 4368232 h 4368232"/>
              <a:gd name="connsiteX5" fmla="*/ 0 w 5194672"/>
              <a:gd name="connsiteY5" fmla="*/ 538299 h 4368232"/>
              <a:gd name="connsiteX6" fmla="*/ 78885 w 5194672"/>
              <a:gd name="connsiteY6" fmla="*/ 487726 h 4368232"/>
              <a:gd name="connsiteX7" fmla="*/ 1825779 w 5194672"/>
              <a:gd name="connsiteY7" fmla="*/ 0 h 436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4672" h="4368232">
                <a:moveTo>
                  <a:pt x="1825779" y="0"/>
                </a:moveTo>
                <a:cubicBezTo>
                  <a:pt x="3686367" y="0"/>
                  <a:pt x="5194672" y="1508305"/>
                  <a:pt x="5194672" y="3368893"/>
                </a:cubicBezTo>
                <a:cubicBezTo>
                  <a:pt x="5194672" y="3601466"/>
                  <a:pt x="5171105" y="3828536"/>
                  <a:pt x="5126228" y="4047842"/>
                </a:cubicBezTo>
                <a:lnTo>
                  <a:pt x="5043847" y="4368232"/>
                </a:lnTo>
                <a:lnTo>
                  <a:pt x="0" y="4368232"/>
                </a:lnTo>
                <a:lnTo>
                  <a:pt x="0" y="538299"/>
                </a:lnTo>
                <a:lnTo>
                  <a:pt x="78885" y="487726"/>
                </a:lnTo>
                <a:cubicBezTo>
                  <a:pt x="588252" y="178228"/>
                  <a:pt x="1186202" y="0"/>
                  <a:pt x="1825779" y="0"/>
                </a:cubicBezTo>
                <a:close/>
              </a:path>
            </a:pathLst>
          </a:custGeom>
        </p:spPr>
      </p:pic>
      <p:pic>
        <p:nvPicPr>
          <p:cNvPr id="29" name="图片 28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5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611" r="25913"/>
          <a:stretch>
            <a:fillRect/>
          </a:stretch>
        </p:blipFill>
        <p:spPr>
          <a:xfrm>
            <a:off x="0" y="933450"/>
            <a:ext cx="3867150" cy="5924550"/>
          </a:xfrm>
          <a:prstGeom prst="rect">
            <a:avLst/>
          </a:prstGeom>
        </p:spPr>
      </p:pic>
      <p:sp>
        <p:nvSpPr>
          <p:cNvPr id="30" name="任意多边形: 形状 29"/>
          <p:cNvSpPr/>
          <p:nvPr userDrawn="1">
            <p:custDataLst>
              <p:tags r:id="rId15"/>
            </p:custDataLst>
          </p:nvPr>
        </p:nvSpPr>
        <p:spPr>
          <a:xfrm rot="5400000" flipH="1">
            <a:off x="10657190" y="5323190"/>
            <a:ext cx="1698018" cy="1371600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4350657" y="2662911"/>
            <a:ext cx="7077296" cy="1684098"/>
          </a:xfrm>
        </p:spPr>
        <p:txBody>
          <a:bodyPr anchor="t" anchorCtr="0">
            <a:normAutofit/>
          </a:bodyPr>
          <a:lstStyle>
            <a:lvl1pPr algn="r">
              <a:defRPr lang="en-US" sz="5400" dirty="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pPr marL="0"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7"/>
            </p:custDataLst>
          </p:nvPr>
        </p:nvSpPr>
        <p:spPr>
          <a:xfrm>
            <a:off x="6400800" y="4526341"/>
            <a:ext cx="5027153" cy="633639"/>
          </a:xfrm>
        </p:spPr>
        <p:txBody>
          <a:bodyPr wrap="square">
            <a:normAutofit/>
          </a:bodyPr>
          <a:lstStyle>
            <a:lvl1pPr marL="0" indent="0" algn="r">
              <a:buNone/>
              <a:defRPr sz="1600" baseline="0">
                <a:solidFill>
                  <a:schemeClr val="tx1"/>
                </a:solidFill>
                <a:latin typeface="+mn-lt"/>
                <a:sym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4783689" y="1483933"/>
            <a:ext cx="6644264" cy="986972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6000" b="1">
                <a:ln w="12700">
                  <a:solidFill>
                    <a:schemeClr val="accent1"/>
                  </a:solidFill>
                </a:ln>
                <a:solidFill>
                  <a:schemeClr val="bg2">
                    <a:lumMod val="90000"/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6000">
                <a:schemeClr val="bg2">
                  <a:lumMod val="90000"/>
                </a:schemeClr>
              </a:gs>
              <a:gs pos="4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 userDrawn="1">
            <p:custDataLst>
              <p:tags r:id="rId3"/>
            </p:custDataLst>
          </p:nvPr>
        </p:nvSpPr>
        <p:spPr>
          <a:xfrm>
            <a:off x="5939306" y="1494972"/>
            <a:ext cx="6252695" cy="5363028"/>
          </a:xfrm>
          <a:custGeom>
            <a:avLst/>
            <a:gdLst>
              <a:gd name="connsiteX0" fmla="*/ 4187372 w 6252695"/>
              <a:gd name="connsiteY0" fmla="*/ 0 h 5363028"/>
              <a:gd name="connsiteX1" fmla="*/ 6183322 w 6252695"/>
              <a:gd name="connsiteY1" fmla="*/ 505393 h 5363028"/>
              <a:gd name="connsiteX2" fmla="*/ 6252695 w 6252695"/>
              <a:gd name="connsiteY2" fmla="*/ 545282 h 5363028"/>
              <a:gd name="connsiteX3" fmla="*/ 6252695 w 6252695"/>
              <a:gd name="connsiteY3" fmla="*/ 5363028 h 5363028"/>
              <a:gd name="connsiteX4" fmla="*/ 170376 w 6252695"/>
              <a:gd name="connsiteY4" fmla="*/ 5363028 h 5363028"/>
              <a:gd name="connsiteX5" fmla="*/ 85073 w 6252695"/>
              <a:gd name="connsiteY5" fmla="*/ 5031273 h 5363028"/>
              <a:gd name="connsiteX6" fmla="*/ 0 w 6252695"/>
              <a:gd name="connsiteY6" fmla="*/ 4187371 h 5363028"/>
              <a:gd name="connsiteX7" fmla="*/ 4187372 w 6252695"/>
              <a:gd name="connsiteY7" fmla="*/ 0 h 536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695" h="5363028">
                <a:moveTo>
                  <a:pt x="4187372" y="0"/>
                </a:moveTo>
                <a:cubicBezTo>
                  <a:pt x="4910066" y="0"/>
                  <a:pt x="5590000" y="183081"/>
                  <a:pt x="6183322" y="505393"/>
                </a:cubicBezTo>
                <a:lnTo>
                  <a:pt x="6252695" y="545282"/>
                </a:lnTo>
                <a:lnTo>
                  <a:pt x="6252695" y="5363028"/>
                </a:lnTo>
                <a:lnTo>
                  <a:pt x="170376" y="5363028"/>
                </a:lnTo>
                <a:lnTo>
                  <a:pt x="85073" y="5031273"/>
                </a:lnTo>
                <a:cubicBezTo>
                  <a:pt x="29293" y="4758685"/>
                  <a:pt x="0" y="4476449"/>
                  <a:pt x="0" y="4187371"/>
                </a:cubicBezTo>
                <a:cubicBezTo>
                  <a:pt x="0" y="1874750"/>
                  <a:pt x="1874750" y="0"/>
                  <a:pt x="418737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9050">
            <a:noFill/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7" name="任意多边形: 形状 65"/>
          <p:cNvSpPr/>
          <p:nvPr userDrawn="1">
            <p:custDataLst>
              <p:tags r:id="rId4"/>
            </p:custDataLst>
          </p:nvPr>
        </p:nvSpPr>
        <p:spPr>
          <a:xfrm>
            <a:off x="5939306" y="1494972"/>
            <a:ext cx="6252845" cy="5363210"/>
          </a:xfrm>
          <a:custGeom>
            <a:avLst/>
            <a:gdLst>
              <a:gd name="connsiteX0" fmla="*/ 268 w 9847"/>
              <a:gd name="connsiteY0" fmla="*/ 8446 h 8446"/>
              <a:gd name="connsiteX1" fmla="*/ 134 w 9847"/>
              <a:gd name="connsiteY1" fmla="*/ 7923 h 8446"/>
              <a:gd name="connsiteX2" fmla="*/ 0 w 9847"/>
              <a:gd name="connsiteY2" fmla="*/ 6594 h 8446"/>
              <a:gd name="connsiteX3" fmla="*/ 6594 w 9847"/>
              <a:gd name="connsiteY3" fmla="*/ 0 h 8446"/>
              <a:gd name="connsiteX4" fmla="*/ 9738 w 9847"/>
              <a:gd name="connsiteY4" fmla="*/ 796 h 8446"/>
              <a:gd name="connsiteX5" fmla="*/ 9847 w 9847"/>
              <a:gd name="connsiteY5" fmla="*/ 859 h 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7" h="8446">
                <a:moveTo>
                  <a:pt x="268" y="8446"/>
                </a:moveTo>
                <a:lnTo>
                  <a:pt x="134" y="7923"/>
                </a:lnTo>
                <a:cubicBezTo>
                  <a:pt x="46" y="7494"/>
                  <a:pt x="0" y="7050"/>
                  <a:pt x="0" y="6594"/>
                </a:cubicBezTo>
                <a:cubicBezTo>
                  <a:pt x="0" y="2952"/>
                  <a:pt x="2952" y="0"/>
                  <a:pt x="6594" y="0"/>
                </a:cubicBezTo>
                <a:cubicBezTo>
                  <a:pt x="7732" y="0"/>
                  <a:pt x="8803" y="288"/>
                  <a:pt x="9738" y="796"/>
                </a:cubicBezTo>
                <a:lnTo>
                  <a:pt x="9847" y="859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5"/>
            </p:custDataLst>
          </p:nvPr>
        </p:nvSpPr>
        <p:spPr>
          <a:xfrm>
            <a:off x="6295131" y="1899285"/>
            <a:ext cx="5896869" cy="4958715"/>
          </a:xfrm>
          <a:custGeom>
            <a:avLst/>
            <a:gdLst>
              <a:gd name="connsiteX0" fmla="*/ 3824288 w 5896869"/>
              <a:gd name="connsiteY0" fmla="*/ 0 h 4958715"/>
              <a:gd name="connsiteX1" fmla="*/ 5807321 w 5896869"/>
              <a:gd name="connsiteY1" fmla="*/ 553655 h 4958715"/>
              <a:gd name="connsiteX2" fmla="*/ 5896869 w 5896869"/>
              <a:gd name="connsiteY2" fmla="*/ 611064 h 4958715"/>
              <a:gd name="connsiteX3" fmla="*/ 5896869 w 5896869"/>
              <a:gd name="connsiteY3" fmla="*/ 4958715 h 4958715"/>
              <a:gd name="connsiteX4" fmla="*/ 171213 w 5896869"/>
              <a:gd name="connsiteY4" fmla="*/ 4958715 h 4958715"/>
              <a:gd name="connsiteX5" fmla="*/ 77696 w 5896869"/>
              <a:gd name="connsiteY5" fmla="*/ 4595016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550321" y="0"/>
                  <a:pt x="5229100" y="202320"/>
                  <a:pt x="5807321" y="553655"/>
                </a:cubicBezTo>
                <a:lnTo>
                  <a:pt x="5896869" y="611064"/>
                </a:lnTo>
                <a:lnTo>
                  <a:pt x="5896869" y="4958715"/>
                </a:lnTo>
                <a:lnTo>
                  <a:pt x="171213" y="4958715"/>
                </a:lnTo>
                <a:lnTo>
                  <a:pt x="77696" y="4595016"/>
                </a:lnTo>
                <a:cubicBezTo>
                  <a:pt x="26753" y="4346064"/>
                  <a:pt x="0" y="4088300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  <a:gradFill>
            <a:gsLst>
              <a:gs pos="30000">
                <a:schemeClr val="accent1"/>
              </a:gs>
              <a:gs pos="79000">
                <a:schemeClr val="accent2">
                  <a:lumMod val="7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295132" y="1899286"/>
            <a:ext cx="5896869" cy="4958715"/>
          </a:xfrm>
          <a:custGeom>
            <a:avLst/>
            <a:gdLst>
              <a:gd name="connsiteX0" fmla="*/ 3824288 w 5896869"/>
              <a:gd name="connsiteY0" fmla="*/ 0 h 4958715"/>
              <a:gd name="connsiteX1" fmla="*/ 5647171 w 5896869"/>
              <a:gd name="connsiteY1" fmla="*/ 461571 h 4958715"/>
              <a:gd name="connsiteX2" fmla="*/ 5896869 w 5896869"/>
              <a:gd name="connsiteY2" fmla="*/ 613267 h 4958715"/>
              <a:gd name="connsiteX3" fmla="*/ 5896869 w 5896869"/>
              <a:gd name="connsiteY3" fmla="*/ 4958715 h 4958715"/>
              <a:gd name="connsiteX4" fmla="*/ 171138 w 5896869"/>
              <a:gd name="connsiteY4" fmla="*/ 4958715 h 4958715"/>
              <a:gd name="connsiteX5" fmla="*/ 120399 w 5896869"/>
              <a:gd name="connsiteY5" fmla="*/ 4780037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484318" y="0"/>
                  <a:pt x="5105295" y="167206"/>
                  <a:pt x="5647171" y="461571"/>
                </a:cubicBezTo>
                <a:lnTo>
                  <a:pt x="5896869" y="613267"/>
                </a:lnTo>
                <a:lnTo>
                  <a:pt x="5896869" y="4958715"/>
                </a:lnTo>
                <a:lnTo>
                  <a:pt x="171138" y="4958715"/>
                </a:lnTo>
                <a:lnTo>
                  <a:pt x="120399" y="4780037"/>
                </a:lnTo>
                <a:cubicBezTo>
                  <a:pt x="41802" y="4474555"/>
                  <a:pt x="0" y="4154303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10934701" y="3028950"/>
            <a:ext cx="1257299" cy="3829050"/>
          </a:xfrm>
          <a:custGeom>
            <a:avLst/>
            <a:gdLst>
              <a:gd name="connsiteX0" fmla="*/ 0 w 1257299"/>
              <a:gd name="connsiteY0" fmla="*/ 0 h 3829050"/>
              <a:gd name="connsiteX1" fmla="*/ 1257299 w 1257299"/>
              <a:gd name="connsiteY1" fmla="*/ 0 h 3829050"/>
              <a:gd name="connsiteX2" fmla="*/ 1257299 w 1257299"/>
              <a:gd name="connsiteY2" fmla="*/ 3829050 h 3829050"/>
              <a:gd name="connsiteX3" fmla="*/ 0 w 1257299"/>
              <a:gd name="connsiteY3" fmla="*/ 3829050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7299" h="3829050">
                <a:moveTo>
                  <a:pt x="0" y="0"/>
                </a:moveTo>
                <a:lnTo>
                  <a:pt x="1257299" y="0"/>
                </a:lnTo>
                <a:lnTo>
                  <a:pt x="1257299" y="3829050"/>
                </a:lnTo>
                <a:lnTo>
                  <a:pt x="0" y="3829050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9173030" y="571501"/>
            <a:ext cx="1930400" cy="4668157"/>
          </a:xfrm>
          <a:custGeom>
            <a:avLst/>
            <a:gdLst>
              <a:gd name="connsiteX0" fmla="*/ 0 w 1930400"/>
              <a:gd name="connsiteY0" fmla="*/ 0 h 4668157"/>
              <a:gd name="connsiteX1" fmla="*/ 1930400 w 1930400"/>
              <a:gd name="connsiteY1" fmla="*/ 0 h 4668157"/>
              <a:gd name="connsiteX2" fmla="*/ 1930400 w 1930400"/>
              <a:gd name="connsiteY2" fmla="*/ 4668157 h 4668157"/>
              <a:gd name="connsiteX3" fmla="*/ 0 w 1930400"/>
              <a:gd name="connsiteY3" fmla="*/ 4668157 h 4668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400" h="4668157">
                <a:moveTo>
                  <a:pt x="0" y="0"/>
                </a:moveTo>
                <a:lnTo>
                  <a:pt x="1930400" y="0"/>
                </a:lnTo>
                <a:lnTo>
                  <a:pt x="1930400" y="4668157"/>
                </a:lnTo>
                <a:lnTo>
                  <a:pt x="0" y="4668157"/>
                </a:lnTo>
                <a:close/>
              </a:path>
            </a:pathLst>
          </a:custGeom>
        </p:spPr>
      </p:pic>
      <p:cxnSp>
        <p:nvCxnSpPr>
          <p:cNvPr id="21" name="直接连接符 20"/>
          <p:cNvCxnSpPr/>
          <p:nvPr userDrawn="1">
            <p:custDataLst>
              <p:tags r:id="rId12"/>
            </p:custDataLst>
          </p:nvPr>
        </p:nvCxnSpPr>
        <p:spPr>
          <a:xfrm>
            <a:off x="1049345" y="756100"/>
            <a:ext cx="23732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>
            <p:custDataLst>
              <p:tags r:id="rId13"/>
            </p:custDataLst>
          </p:nvPr>
        </p:nvCxnSpPr>
        <p:spPr>
          <a:xfrm>
            <a:off x="1049345" y="821637"/>
            <a:ext cx="23732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14"/>
            </p:custDataLst>
          </p:nvPr>
        </p:nvCxnSpPr>
        <p:spPr>
          <a:xfrm>
            <a:off x="1049345" y="887173"/>
            <a:ext cx="23732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 userDrawn="1">
            <p:custDataLst>
              <p:tags r:id="rId15"/>
            </p:custDataLst>
          </p:nvPr>
        </p:nvSpPr>
        <p:spPr>
          <a:xfrm>
            <a:off x="10586534" y="732719"/>
            <a:ext cx="127370" cy="12737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椭圆 26"/>
          <p:cNvSpPr/>
          <p:nvPr userDrawn="1">
            <p:custDataLst>
              <p:tags r:id="rId16"/>
            </p:custDataLst>
          </p:nvPr>
        </p:nvSpPr>
        <p:spPr>
          <a:xfrm>
            <a:off x="10824716" y="732719"/>
            <a:ext cx="127370" cy="12737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椭圆 27"/>
          <p:cNvSpPr/>
          <p:nvPr userDrawn="1">
            <p:custDataLst>
              <p:tags r:id="rId17"/>
            </p:custDataLst>
          </p:nvPr>
        </p:nvSpPr>
        <p:spPr>
          <a:xfrm>
            <a:off x="11064171" y="732719"/>
            <a:ext cx="127370" cy="12737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椭圆 28"/>
          <p:cNvSpPr/>
          <p:nvPr userDrawn="1">
            <p:custDataLst>
              <p:tags r:id="rId18"/>
            </p:custDataLst>
          </p:nvPr>
        </p:nvSpPr>
        <p:spPr>
          <a:xfrm>
            <a:off x="11302353" y="732719"/>
            <a:ext cx="127370" cy="12737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19"/>
            </p:custDataLst>
          </p:nvPr>
        </p:nvSpPr>
        <p:spPr>
          <a:xfrm>
            <a:off x="1" y="2"/>
            <a:ext cx="1739899" cy="1405430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 userDrawn="1">
            <p:custDataLst>
              <p:tags r:id="rId20"/>
            </p:custDataLst>
          </p:nvPr>
        </p:nvSpPr>
        <p:spPr>
          <a:xfrm>
            <a:off x="0" y="5358016"/>
            <a:ext cx="12106276" cy="86069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5000">
                <a:schemeClr val="bg1"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等腰三角形 31"/>
          <p:cNvSpPr/>
          <p:nvPr userDrawn="1">
            <p:custDataLst>
              <p:tags r:id="rId21"/>
            </p:custDataLst>
          </p:nvPr>
        </p:nvSpPr>
        <p:spPr>
          <a:xfrm rot="5400000">
            <a:off x="11222741" y="5724939"/>
            <a:ext cx="159378" cy="13752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等腰三角形 32"/>
          <p:cNvSpPr/>
          <p:nvPr userDrawn="1">
            <p:custDataLst>
              <p:tags r:id="rId22"/>
            </p:custDataLst>
          </p:nvPr>
        </p:nvSpPr>
        <p:spPr>
          <a:xfrm rot="5400000" flipV="1">
            <a:off x="10981443" y="5724937"/>
            <a:ext cx="159377" cy="13752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34" name="直接连接符 33"/>
          <p:cNvCxnSpPr/>
          <p:nvPr userDrawn="1">
            <p:custDataLst>
              <p:tags r:id="rId23"/>
            </p:custDataLst>
          </p:nvPr>
        </p:nvCxnSpPr>
        <p:spPr>
          <a:xfrm>
            <a:off x="3839959" y="5788365"/>
            <a:ext cx="659609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4"/>
            </p:custDataLst>
          </p:nvPr>
        </p:nvSpPr>
        <p:spPr>
          <a:xfrm>
            <a:off x="838198" y="1918804"/>
            <a:ext cx="6103257" cy="12319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6000" baseline="0" dirty="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pPr marL="0"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39" name="文本占位符 23"/>
          <p:cNvSpPr>
            <a:spLocks noGrp="1"/>
          </p:cNvSpPr>
          <p:nvPr>
            <p:ph type="body" sz="quarter" idx="18" hasCustomPrompt="1"/>
            <p:custDataLst>
              <p:tags r:id="rId28"/>
            </p:custDataLst>
          </p:nvPr>
        </p:nvSpPr>
        <p:spPr>
          <a:xfrm>
            <a:off x="838198" y="3533137"/>
            <a:ext cx="2066925" cy="496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74000">
                <a:schemeClr val="accent2"/>
              </a:gs>
            </a:gsLst>
            <a:lin ang="5400000" scaled="0"/>
          </a:gra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aseline="0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5" name="公司名占位符 6"/>
          <p:cNvSpPr>
            <a:spLocks noGrp="1"/>
          </p:cNvSpPr>
          <p:nvPr>
            <p:ph type="body" sz="quarter" idx="13" hasCustomPrompt="1"/>
            <p:custDataLst>
              <p:tags r:id="rId29"/>
            </p:custDataLst>
          </p:nvPr>
        </p:nvSpPr>
        <p:spPr>
          <a:xfrm>
            <a:off x="838198" y="55459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>
                <a:solidFill>
                  <a:schemeClr val="accent1">
                    <a:lumMod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: 圆角 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146" name="任意多边形: 形状 5"/>
          <p:cNvSpPr/>
          <p:nvPr>
            <p:custDataLst>
              <p:tags r:id="rId3"/>
            </p:custDataLst>
          </p:nvPr>
        </p:nvSpPr>
        <p:spPr>
          <a:xfrm>
            <a:off x="1142998" y="0"/>
            <a:ext cx="11049002" cy="6858000"/>
          </a:xfrm>
          <a:custGeom>
            <a:avLst/>
            <a:gdLst>
              <a:gd name="connsiteX0" fmla="*/ 6387353 w 11049002"/>
              <a:gd name="connsiteY0" fmla="*/ 634894 h 6858000"/>
              <a:gd name="connsiteX1" fmla="*/ 3556734 w 11049002"/>
              <a:gd name="connsiteY1" fmla="*/ 3465513 h 6858000"/>
              <a:gd name="connsiteX2" fmla="*/ 6387353 w 11049002"/>
              <a:gd name="connsiteY2" fmla="*/ 6296132 h 6858000"/>
              <a:gd name="connsiteX3" fmla="*/ 9217972 w 11049002"/>
              <a:gd name="connsiteY3" fmla="*/ 3465513 h 6858000"/>
              <a:gd name="connsiteX4" fmla="*/ 6387353 w 11049002"/>
              <a:gd name="connsiteY4" fmla="*/ 634894 h 6858000"/>
              <a:gd name="connsiteX5" fmla="*/ 1023086 w 11049002"/>
              <a:gd name="connsiteY5" fmla="*/ 0 h 6858000"/>
              <a:gd name="connsiteX6" fmla="*/ 11049002 w 11049002"/>
              <a:gd name="connsiteY6" fmla="*/ 0 h 6858000"/>
              <a:gd name="connsiteX7" fmla="*/ 11049002 w 11049002"/>
              <a:gd name="connsiteY7" fmla="*/ 6858000 h 6858000"/>
              <a:gd name="connsiteX8" fmla="*/ 976270 w 11049002"/>
              <a:gd name="connsiteY8" fmla="*/ 6858000 h 6858000"/>
              <a:gd name="connsiteX9" fmla="*/ 924719 w 11049002"/>
              <a:gd name="connsiteY9" fmla="*/ 6777588 h 6858000"/>
              <a:gd name="connsiteX10" fmla="*/ 0 w 11049002"/>
              <a:gd name="connsiteY10" fmla="*/ 3465513 h 6858000"/>
              <a:gd name="connsiteX11" fmla="*/ 924719 w 11049002"/>
              <a:gd name="connsiteY11" fmla="*/ 15343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9002" h="6858000">
                <a:moveTo>
                  <a:pt x="6387353" y="634894"/>
                </a:moveTo>
                <a:cubicBezTo>
                  <a:pt x="4824045" y="634894"/>
                  <a:pt x="3556734" y="1902205"/>
                  <a:pt x="3556734" y="3465513"/>
                </a:cubicBezTo>
                <a:cubicBezTo>
                  <a:pt x="3556734" y="5028821"/>
                  <a:pt x="4824045" y="6296132"/>
                  <a:pt x="6387353" y="6296132"/>
                </a:cubicBezTo>
                <a:cubicBezTo>
                  <a:pt x="7950661" y="6296132"/>
                  <a:pt x="9217972" y="5028821"/>
                  <a:pt x="9217972" y="3465513"/>
                </a:cubicBezTo>
                <a:cubicBezTo>
                  <a:pt x="9217972" y="1902205"/>
                  <a:pt x="7950661" y="634894"/>
                  <a:pt x="6387353" y="634894"/>
                </a:cubicBezTo>
                <a:close/>
                <a:moveTo>
                  <a:pt x="1023086" y="0"/>
                </a:moveTo>
                <a:lnTo>
                  <a:pt x="11049002" y="0"/>
                </a:lnTo>
                <a:lnTo>
                  <a:pt x="11049002" y="6858000"/>
                </a:lnTo>
                <a:lnTo>
                  <a:pt x="976270" y="6858000"/>
                </a:lnTo>
                <a:lnTo>
                  <a:pt x="924719" y="6777588"/>
                </a:lnTo>
                <a:cubicBezTo>
                  <a:pt x="337916" y="5811840"/>
                  <a:pt x="0" y="4678139"/>
                  <a:pt x="0" y="3465513"/>
                </a:cubicBezTo>
                <a:cubicBezTo>
                  <a:pt x="0" y="2252888"/>
                  <a:pt x="337916" y="1119187"/>
                  <a:pt x="924719" y="153438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8" name="椭圆 147"/>
          <p:cNvSpPr/>
          <p:nvPr>
            <p:custDataLst>
              <p:tags r:id="rId4"/>
            </p:custDataLst>
          </p:nvPr>
        </p:nvSpPr>
        <p:spPr>
          <a:xfrm>
            <a:off x="8498840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9" name="椭圆 148"/>
          <p:cNvSpPr/>
          <p:nvPr>
            <p:custDataLst>
              <p:tags r:id="rId5"/>
            </p:custDataLst>
          </p:nvPr>
        </p:nvSpPr>
        <p:spPr>
          <a:xfrm>
            <a:off x="8709025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0" name="椭圆 149"/>
          <p:cNvSpPr/>
          <p:nvPr>
            <p:custDataLst>
              <p:tags r:id="rId6"/>
            </p:custDataLst>
          </p:nvPr>
        </p:nvSpPr>
        <p:spPr>
          <a:xfrm>
            <a:off x="8919845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1" name="椭圆 150"/>
          <p:cNvSpPr/>
          <p:nvPr>
            <p:custDataLst>
              <p:tags r:id="rId7"/>
            </p:custDataLst>
          </p:nvPr>
        </p:nvSpPr>
        <p:spPr>
          <a:xfrm>
            <a:off x="9130030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2" name="椭圆 151"/>
          <p:cNvSpPr/>
          <p:nvPr>
            <p:custDataLst>
              <p:tags r:id="rId8"/>
            </p:custDataLst>
          </p:nvPr>
        </p:nvSpPr>
        <p:spPr>
          <a:xfrm>
            <a:off x="9340850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3" name="椭圆 152"/>
          <p:cNvSpPr/>
          <p:nvPr>
            <p:custDataLst>
              <p:tags r:id="rId9"/>
            </p:custDataLst>
          </p:nvPr>
        </p:nvSpPr>
        <p:spPr>
          <a:xfrm>
            <a:off x="9551035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4" name="椭圆 153"/>
          <p:cNvSpPr/>
          <p:nvPr>
            <p:custDataLst>
              <p:tags r:id="rId10"/>
            </p:custDataLst>
          </p:nvPr>
        </p:nvSpPr>
        <p:spPr>
          <a:xfrm>
            <a:off x="8498840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5" name="椭圆 154"/>
          <p:cNvSpPr/>
          <p:nvPr>
            <p:custDataLst>
              <p:tags r:id="rId11"/>
            </p:custDataLst>
          </p:nvPr>
        </p:nvSpPr>
        <p:spPr>
          <a:xfrm>
            <a:off x="8709025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6" name="椭圆 155"/>
          <p:cNvSpPr/>
          <p:nvPr>
            <p:custDataLst>
              <p:tags r:id="rId12"/>
            </p:custDataLst>
          </p:nvPr>
        </p:nvSpPr>
        <p:spPr>
          <a:xfrm>
            <a:off x="8919845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7" name="椭圆 156"/>
          <p:cNvSpPr/>
          <p:nvPr>
            <p:custDataLst>
              <p:tags r:id="rId13"/>
            </p:custDataLst>
          </p:nvPr>
        </p:nvSpPr>
        <p:spPr>
          <a:xfrm>
            <a:off x="9130030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8" name="椭圆 157"/>
          <p:cNvSpPr/>
          <p:nvPr>
            <p:custDataLst>
              <p:tags r:id="rId14"/>
            </p:custDataLst>
          </p:nvPr>
        </p:nvSpPr>
        <p:spPr>
          <a:xfrm>
            <a:off x="9340850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9" name="椭圆 158"/>
          <p:cNvSpPr/>
          <p:nvPr>
            <p:custDataLst>
              <p:tags r:id="rId15"/>
            </p:custDataLst>
          </p:nvPr>
        </p:nvSpPr>
        <p:spPr>
          <a:xfrm>
            <a:off x="9551035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0" name="椭圆 159"/>
          <p:cNvSpPr/>
          <p:nvPr>
            <p:custDataLst>
              <p:tags r:id="rId16"/>
            </p:custDataLst>
          </p:nvPr>
        </p:nvSpPr>
        <p:spPr>
          <a:xfrm>
            <a:off x="8498840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1" name="椭圆 160"/>
          <p:cNvSpPr/>
          <p:nvPr>
            <p:custDataLst>
              <p:tags r:id="rId17"/>
            </p:custDataLst>
          </p:nvPr>
        </p:nvSpPr>
        <p:spPr>
          <a:xfrm>
            <a:off x="8709025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2" name="椭圆 161"/>
          <p:cNvSpPr/>
          <p:nvPr>
            <p:custDataLst>
              <p:tags r:id="rId18"/>
            </p:custDataLst>
          </p:nvPr>
        </p:nvSpPr>
        <p:spPr>
          <a:xfrm>
            <a:off x="8919845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3" name="椭圆 162"/>
          <p:cNvSpPr/>
          <p:nvPr>
            <p:custDataLst>
              <p:tags r:id="rId19"/>
            </p:custDataLst>
          </p:nvPr>
        </p:nvSpPr>
        <p:spPr>
          <a:xfrm>
            <a:off x="9130030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4" name="椭圆 163"/>
          <p:cNvSpPr/>
          <p:nvPr>
            <p:custDataLst>
              <p:tags r:id="rId20"/>
            </p:custDataLst>
          </p:nvPr>
        </p:nvSpPr>
        <p:spPr>
          <a:xfrm>
            <a:off x="9340850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5" name="椭圆 164"/>
          <p:cNvSpPr/>
          <p:nvPr>
            <p:custDataLst>
              <p:tags r:id="rId21"/>
            </p:custDataLst>
          </p:nvPr>
        </p:nvSpPr>
        <p:spPr>
          <a:xfrm>
            <a:off x="9551035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6" name="椭圆 165"/>
          <p:cNvSpPr/>
          <p:nvPr>
            <p:custDataLst>
              <p:tags r:id="rId22"/>
            </p:custDataLst>
          </p:nvPr>
        </p:nvSpPr>
        <p:spPr>
          <a:xfrm>
            <a:off x="8498840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7" name="椭圆 166"/>
          <p:cNvSpPr/>
          <p:nvPr>
            <p:custDataLst>
              <p:tags r:id="rId23"/>
            </p:custDataLst>
          </p:nvPr>
        </p:nvSpPr>
        <p:spPr>
          <a:xfrm>
            <a:off x="8709025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8" name="椭圆 167"/>
          <p:cNvSpPr/>
          <p:nvPr>
            <p:custDataLst>
              <p:tags r:id="rId24"/>
            </p:custDataLst>
          </p:nvPr>
        </p:nvSpPr>
        <p:spPr>
          <a:xfrm>
            <a:off x="8919845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9" name="椭圆 168"/>
          <p:cNvSpPr/>
          <p:nvPr>
            <p:custDataLst>
              <p:tags r:id="rId25"/>
            </p:custDataLst>
          </p:nvPr>
        </p:nvSpPr>
        <p:spPr>
          <a:xfrm>
            <a:off x="9130030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0" name="椭圆 169"/>
          <p:cNvSpPr/>
          <p:nvPr>
            <p:custDataLst>
              <p:tags r:id="rId26"/>
            </p:custDataLst>
          </p:nvPr>
        </p:nvSpPr>
        <p:spPr>
          <a:xfrm>
            <a:off x="9340850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1" name="椭圆 170"/>
          <p:cNvSpPr/>
          <p:nvPr>
            <p:custDataLst>
              <p:tags r:id="rId27"/>
            </p:custDataLst>
          </p:nvPr>
        </p:nvSpPr>
        <p:spPr>
          <a:xfrm>
            <a:off x="9551035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2" name="椭圆 171"/>
          <p:cNvSpPr/>
          <p:nvPr>
            <p:custDataLst>
              <p:tags r:id="rId28"/>
            </p:custDataLst>
          </p:nvPr>
        </p:nvSpPr>
        <p:spPr>
          <a:xfrm>
            <a:off x="8498840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3" name="椭圆 172"/>
          <p:cNvSpPr/>
          <p:nvPr>
            <p:custDataLst>
              <p:tags r:id="rId29"/>
            </p:custDataLst>
          </p:nvPr>
        </p:nvSpPr>
        <p:spPr>
          <a:xfrm>
            <a:off x="8709025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4" name="椭圆 173"/>
          <p:cNvSpPr/>
          <p:nvPr>
            <p:custDataLst>
              <p:tags r:id="rId30"/>
            </p:custDataLst>
          </p:nvPr>
        </p:nvSpPr>
        <p:spPr>
          <a:xfrm>
            <a:off x="8919845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5" name="椭圆 174"/>
          <p:cNvSpPr/>
          <p:nvPr>
            <p:custDataLst>
              <p:tags r:id="rId31"/>
            </p:custDataLst>
          </p:nvPr>
        </p:nvSpPr>
        <p:spPr>
          <a:xfrm>
            <a:off x="9130030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6" name="椭圆 175"/>
          <p:cNvSpPr/>
          <p:nvPr>
            <p:custDataLst>
              <p:tags r:id="rId32"/>
            </p:custDataLst>
          </p:nvPr>
        </p:nvSpPr>
        <p:spPr>
          <a:xfrm>
            <a:off x="9340850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7" name="椭圆 176"/>
          <p:cNvSpPr/>
          <p:nvPr>
            <p:custDataLst>
              <p:tags r:id="rId33"/>
            </p:custDataLst>
          </p:nvPr>
        </p:nvSpPr>
        <p:spPr>
          <a:xfrm>
            <a:off x="9551035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8" name="任意多边形: 形状 258"/>
          <p:cNvSpPr/>
          <p:nvPr>
            <p:custDataLst>
              <p:tags r:id="rId34"/>
            </p:custDataLst>
          </p:nvPr>
        </p:nvSpPr>
        <p:spPr>
          <a:xfrm>
            <a:off x="8503285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9" name="任意多边形: 形状 259"/>
          <p:cNvSpPr/>
          <p:nvPr>
            <p:custDataLst>
              <p:tags r:id="rId35"/>
            </p:custDataLst>
          </p:nvPr>
        </p:nvSpPr>
        <p:spPr>
          <a:xfrm>
            <a:off x="8713470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0" name="任意多边形: 形状 265"/>
          <p:cNvSpPr/>
          <p:nvPr>
            <p:custDataLst>
              <p:tags r:id="rId36"/>
            </p:custDataLst>
          </p:nvPr>
        </p:nvSpPr>
        <p:spPr>
          <a:xfrm>
            <a:off x="8924290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1" name="任意多边形: 形状 268"/>
          <p:cNvSpPr/>
          <p:nvPr>
            <p:custDataLst>
              <p:tags r:id="rId37"/>
            </p:custDataLst>
          </p:nvPr>
        </p:nvSpPr>
        <p:spPr>
          <a:xfrm>
            <a:off x="9134475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2" name="任意多边形: 形状 273"/>
          <p:cNvSpPr/>
          <p:nvPr>
            <p:custDataLst>
              <p:tags r:id="rId38"/>
            </p:custDataLst>
          </p:nvPr>
        </p:nvSpPr>
        <p:spPr>
          <a:xfrm>
            <a:off x="9345295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3" name="任意多边形: 形状 274"/>
          <p:cNvSpPr/>
          <p:nvPr>
            <p:custDataLst>
              <p:tags r:id="rId39"/>
            </p:custDataLst>
          </p:nvPr>
        </p:nvSpPr>
        <p:spPr>
          <a:xfrm>
            <a:off x="9555480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4" name="椭圆 183"/>
          <p:cNvSpPr/>
          <p:nvPr>
            <p:custDataLst>
              <p:tags r:id="rId40"/>
            </p:custDataLst>
          </p:nvPr>
        </p:nvSpPr>
        <p:spPr>
          <a:xfrm>
            <a:off x="8503285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5" name="椭圆 184"/>
          <p:cNvSpPr/>
          <p:nvPr>
            <p:custDataLst>
              <p:tags r:id="rId41"/>
            </p:custDataLst>
          </p:nvPr>
        </p:nvSpPr>
        <p:spPr>
          <a:xfrm>
            <a:off x="8713470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6" name="椭圆 185"/>
          <p:cNvSpPr/>
          <p:nvPr>
            <p:custDataLst>
              <p:tags r:id="rId42"/>
            </p:custDataLst>
          </p:nvPr>
        </p:nvSpPr>
        <p:spPr>
          <a:xfrm>
            <a:off x="8924290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7" name="椭圆 186"/>
          <p:cNvSpPr/>
          <p:nvPr>
            <p:custDataLst>
              <p:tags r:id="rId43"/>
            </p:custDataLst>
          </p:nvPr>
        </p:nvSpPr>
        <p:spPr>
          <a:xfrm>
            <a:off x="9134475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8" name="椭圆 187"/>
          <p:cNvSpPr/>
          <p:nvPr>
            <p:custDataLst>
              <p:tags r:id="rId44"/>
            </p:custDataLst>
          </p:nvPr>
        </p:nvSpPr>
        <p:spPr>
          <a:xfrm>
            <a:off x="9345295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9" name="椭圆 188"/>
          <p:cNvSpPr/>
          <p:nvPr>
            <p:custDataLst>
              <p:tags r:id="rId45"/>
            </p:custDataLst>
          </p:nvPr>
        </p:nvSpPr>
        <p:spPr>
          <a:xfrm>
            <a:off x="9555480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1" name="椭圆 190"/>
          <p:cNvSpPr/>
          <p:nvPr>
            <p:custDataLst>
              <p:tags r:id="rId46"/>
            </p:custDataLst>
          </p:nvPr>
        </p:nvSpPr>
        <p:spPr>
          <a:xfrm rot="5400000">
            <a:off x="1512570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2" name="椭圆 191"/>
          <p:cNvSpPr/>
          <p:nvPr>
            <p:custDataLst>
              <p:tags r:id="rId47"/>
            </p:custDataLst>
          </p:nvPr>
        </p:nvSpPr>
        <p:spPr>
          <a:xfrm rot="5400000">
            <a:off x="1512570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3" name="椭圆 192"/>
          <p:cNvSpPr/>
          <p:nvPr>
            <p:custDataLst>
              <p:tags r:id="rId48"/>
            </p:custDataLst>
          </p:nvPr>
        </p:nvSpPr>
        <p:spPr>
          <a:xfrm rot="5400000">
            <a:off x="1512570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8" name="椭圆 197"/>
          <p:cNvSpPr/>
          <p:nvPr>
            <p:custDataLst>
              <p:tags r:id="rId49"/>
            </p:custDataLst>
          </p:nvPr>
        </p:nvSpPr>
        <p:spPr>
          <a:xfrm rot="5400000">
            <a:off x="1512570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9" name="椭圆 198"/>
          <p:cNvSpPr/>
          <p:nvPr>
            <p:custDataLst>
              <p:tags r:id="rId50"/>
            </p:custDataLst>
          </p:nvPr>
        </p:nvSpPr>
        <p:spPr>
          <a:xfrm rot="5400000">
            <a:off x="1328420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04" name="椭圆 203"/>
          <p:cNvSpPr/>
          <p:nvPr>
            <p:custDataLst>
              <p:tags r:id="rId51"/>
            </p:custDataLst>
          </p:nvPr>
        </p:nvSpPr>
        <p:spPr>
          <a:xfrm rot="5400000">
            <a:off x="1328420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05" name="椭圆 204"/>
          <p:cNvSpPr/>
          <p:nvPr>
            <p:custDataLst>
              <p:tags r:id="rId52"/>
            </p:custDataLst>
          </p:nvPr>
        </p:nvSpPr>
        <p:spPr>
          <a:xfrm rot="5400000">
            <a:off x="1328420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10" name="椭圆 209"/>
          <p:cNvSpPr/>
          <p:nvPr>
            <p:custDataLst>
              <p:tags r:id="rId53"/>
            </p:custDataLst>
          </p:nvPr>
        </p:nvSpPr>
        <p:spPr>
          <a:xfrm rot="5400000">
            <a:off x="1328420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11" name="椭圆 210"/>
          <p:cNvSpPr/>
          <p:nvPr>
            <p:custDataLst>
              <p:tags r:id="rId54"/>
            </p:custDataLst>
          </p:nvPr>
        </p:nvSpPr>
        <p:spPr>
          <a:xfrm rot="5400000">
            <a:off x="1144905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16" name="椭圆 215"/>
          <p:cNvSpPr/>
          <p:nvPr>
            <p:custDataLst>
              <p:tags r:id="rId55"/>
            </p:custDataLst>
          </p:nvPr>
        </p:nvSpPr>
        <p:spPr>
          <a:xfrm rot="5400000">
            <a:off x="1144905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17" name="椭圆 216"/>
          <p:cNvSpPr/>
          <p:nvPr>
            <p:custDataLst>
              <p:tags r:id="rId56"/>
            </p:custDataLst>
          </p:nvPr>
        </p:nvSpPr>
        <p:spPr>
          <a:xfrm rot="5400000">
            <a:off x="1144905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22" name="椭圆 221"/>
          <p:cNvSpPr/>
          <p:nvPr>
            <p:custDataLst>
              <p:tags r:id="rId57"/>
            </p:custDataLst>
          </p:nvPr>
        </p:nvSpPr>
        <p:spPr>
          <a:xfrm rot="5400000">
            <a:off x="1144905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23" name="椭圆 222"/>
          <p:cNvSpPr/>
          <p:nvPr>
            <p:custDataLst>
              <p:tags r:id="rId58"/>
            </p:custDataLst>
          </p:nvPr>
        </p:nvSpPr>
        <p:spPr>
          <a:xfrm rot="5400000">
            <a:off x="960755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24" name="椭圆 223"/>
          <p:cNvSpPr/>
          <p:nvPr>
            <p:custDataLst>
              <p:tags r:id="rId59"/>
            </p:custDataLst>
          </p:nvPr>
        </p:nvSpPr>
        <p:spPr>
          <a:xfrm rot="5400000">
            <a:off x="960755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25" name="椭圆 224"/>
          <p:cNvSpPr/>
          <p:nvPr>
            <p:custDataLst>
              <p:tags r:id="rId60"/>
            </p:custDataLst>
          </p:nvPr>
        </p:nvSpPr>
        <p:spPr>
          <a:xfrm rot="5400000">
            <a:off x="960755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26" name="椭圆 225"/>
          <p:cNvSpPr/>
          <p:nvPr>
            <p:custDataLst>
              <p:tags r:id="rId61"/>
            </p:custDataLst>
          </p:nvPr>
        </p:nvSpPr>
        <p:spPr>
          <a:xfrm rot="5400000">
            <a:off x="960755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27" name="椭圆 226"/>
          <p:cNvSpPr/>
          <p:nvPr>
            <p:custDataLst>
              <p:tags r:id="rId62"/>
            </p:custDataLst>
          </p:nvPr>
        </p:nvSpPr>
        <p:spPr>
          <a:xfrm rot="5400000">
            <a:off x="777240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28" name="椭圆 227"/>
          <p:cNvSpPr/>
          <p:nvPr>
            <p:custDataLst>
              <p:tags r:id="rId63"/>
            </p:custDataLst>
          </p:nvPr>
        </p:nvSpPr>
        <p:spPr>
          <a:xfrm rot="5400000">
            <a:off x="777240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33" name="椭圆 232"/>
          <p:cNvSpPr/>
          <p:nvPr>
            <p:custDataLst>
              <p:tags r:id="rId64"/>
            </p:custDataLst>
          </p:nvPr>
        </p:nvSpPr>
        <p:spPr>
          <a:xfrm rot="5400000">
            <a:off x="777240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34" name="椭圆 233"/>
          <p:cNvSpPr/>
          <p:nvPr>
            <p:custDataLst>
              <p:tags r:id="rId65"/>
            </p:custDataLst>
          </p:nvPr>
        </p:nvSpPr>
        <p:spPr>
          <a:xfrm rot="5400000">
            <a:off x="777240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39" name="椭圆 238"/>
          <p:cNvSpPr/>
          <p:nvPr>
            <p:custDataLst>
              <p:tags r:id="rId66"/>
            </p:custDataLst>
          </p:nvPr>
        </p:nvSpPr>
        <p:spPr>
          <a:xfrm rot="5400000">
            <a:off x="2422525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40" name="椭圆 239"/>
          <p:cNvSpPr/>
          <p:nvPr>
            <p:custDataLst>
              <p:tags r:id="rId67"/>
            </p:custDataLst>
          </p:nvPr>
        </p:nvSpPr>
        <p:spPr>
          <a:xfrm rot="5400000">
            <a:off x="2422525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45" name="椭圆 244"/>
          <p:cNvSpPr/>
          <p:nvPr>
            <p:custDataLst>
              <p:tags r:id="rId68"/>
            </p:custDataLst>
          </p:nvPr>
        </p:nvSpPr>
        <p:spPr>
          <a:xfrm rot="5400000">
            <a:off x="2422525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46" name="椭圆 245"/>
          <p:cNvSpPr/>
          <p:nvPr>
            <p:custDataLst>
              <p:tags r:id="rId69"/>
            </p:custDataLst>
          </p:nvPr>
        </p:nvSpPr>
        <p:spPr>
          <a:xfrm rot="5400000">
            <a:off x="2422525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51" name="椭圆 250"/>
          <p:cNvSpPr/>
          <p:nvPr>
            <p:custDataLst>
              <p:tags r:id="rId70"/>
            </p:custDataLst>
          </p:nvPr>
        </p:nvSpPr>
        <p:spPr>
          <a:xfrm rot="5400000">
            <a:off x="2238375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52" name="椭圆 251"/>
          <p:cNvSpPr/>
          <p:nvPr>
            <p:custDataLst>
              <p:tags r:id="rId71"/>
            </p:custDataLst>
          </p:nvPr>
        </p:nvSpPr>
        <p:spPr>
          <a:xfrm rot="5400000">
            <a:off x="2238375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57" name="椭圆 256"/>
          <p:cNvSpPr/>
          <p:nvPr>
            <p:custDataLst>
              <p:tags r:id="rId72"/>
            </p:custDataLst>
          </p:nvPr>
        </p:nvSpPr>
        <p:spPr>
          <a:xfrm rot="5400000">
            <a:off x="2238375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58" name="椭圆 257"/>
          <p:cNvSpPr/>
          <p:nvPr>
            <p:custDataLst>
              <p:tags r:id="rId73"/>
            </p:custDataLst>
          </p:nvPr>
        </p:nvSpPr>
        <p:spPr>
          <a:xfrm rot="5400000">
            <a:off x="2238375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61" name="椭圆 260"/>
          <p:cNvSpPr/>
          <p:nvPr>
            <p:custDataLst>
              <p:tags r:id="rId74"/>
            </p:custDataLst>
          </p:nvPr>
        </p:nvSpPr>
        <p:spPr>
          <a:xfrm rot="5400000">
            <a:off x="2054860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62" name="椭圆 261"/>
          <p:cNvSpPr/>
          <p:nvPr>
            <p:custDataLst>
              <p:tags r:id="rId75"/>
            </p:custDataLst>
          </p:nvPr>
        </p:nvSpPr>
        <p:spPr>
          <a:xfrm rot="5400000">
            <a:off x="2054860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63" name="椭圆 262"/>
          <p:cNvSpPr/>
          <p:nvPr>
            <p:custDataLst>
              <p:tags r:id="rId76"/>
            </p:custDataLst>
          </p:nvPr>
        </p:nvSpPr>
        <p:spPr>
          <a:xfrm rot="5400000">
            <a:off x="2054860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64" name="椭圆 263"/>
          <p:cNvSpPr/>
          <p:nvPr>
            <p:custDataLst>
              <p:tags r:id="rId77"/>
            </p:custDataLst>
          </p:nvPr>
        </p:nvSpPr>
        <p:spPr>
          <a:xfrm rot="5400000">
            <a:off x="2054860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65" name="椭圆 264"/>
          <p:cNvSpPr/>
          <p:nvPr>
            <p:custDataLst>
              <p:tags r:id="rId78"/>
            </p:custDataLst>
          </p:nvPr>
        </p:nvSpPr>
        <p:spPr>
          <a:xfrm rot="5400000">
            <a:off x="1870710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67" name="椭圆 266"/>
          <p:cNvSpPr/>
          <p:nvPr>
            <p:custDataLst>
              <p:tags r:id="rId79"/>
            </p:custDataLst>
          </p:nvPr>
        </p:nvSpPr>
        <p:spPr>
          <a:xfrm rot="5400000">
            <a:off x="1870710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68" name="椭圆 267"/>
          <p:cNvSpPr/>
          <p:nvPr>
            <p:custDataLst>
              <p:tags r:id="rId80"/>
            </p:custDataLst>
          </p:nvPr>
        </p:nvSpPr>
        <p:spPr>
          <a:xfrm rot="5400000">
            <a:off x="1870710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0" name="椭圆 269"/>
          <p:cNvSpPr/>
          <p:nvPr>
            <p:custDataLst>
              <p:tags r:id="rId81"/>
            </p:custDataLst>
          </p:nvPr>
        </p:nvSpPr>
        <p:spPr>
          <a:xfrm rot="5400000">
            <a:off x="1870710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1" name="椭圆 270"/>
          <p:cNvSpPr/>
          <p:nvPr>
            <p:custDataLst>
              <p:tags r:id="rId82"/>
            </p:custDataLst>
          </p:nvPr>
        </p:nvSpPr>
        <p:spPr>
          <a:xfrm rot="5400000">
            <a:off x="1687195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2" name="椭圆 271"/>
          <p:cNvSpPr/>
          <p:nvPr>
            <p:custDataLst>
              <p:tags r:id="rId83"/>
            </p:custDataLst>
          </p:nvPr>
        </p:nvSpPr>
        <p:spPr>
          <a:xfrm rot="5400000">
            <a:off x="1687195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3" name="椭圆 272"/>
          <p:cNvSpPr/>
          <p:nvPr>
            <p:custDataLst>
              <p:tags r:id="rId84"/>
            </p:custDataLst>
          </p:nvPr>
        </p:nvSpPr>
        <p:spPr>
          <a:xfrm rot="5400000">
            <a:off x="1687195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6" name="椭圆 275"/>
          <p:cNvSpPr/>
          <p:nvPr>
            <p:custDataLst>
              <p:tags r:id="rId85"/>
            </p:custDataLst>
          </p:nvPr>
        </p:nvSpPr>
        <p:spPr>
          <a:xfrm rot="5400000">
            <a:off x="1687195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pic>
        <p:nvPicPr>
          <p:cNvPr id="10" name="图片 9" descr="亮着灯的房子&#10;&#10;低可信度描述已自动生成"/>
          <p:cNvPicPr>
            <a:picLocks noChangeAspect="1"/>
          </p:cNvPicPr>
          <p:nvPr>
            <p:custDataLst>
              <p:tags r:id="rId86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8" b="24782"/>
          <a:stretch>
            <a:fillRect/>
          </a:stretch>
        </p:blipFill>
        <p:spPr>
          <a:xfrm flipH="1">
            <a:off x="3938872" y="1225475"/>
            <a:ext cx="8253129" cy="5632525"/>
          </a:xfrm>
          <a:custGeom>
            <a:avLst/>
            <a:gdLst>
              <a:gd name="connsiteX0" fmla="*/ 8253129 w 8253129"/>
              <a:gd name="connsiteY0" fmla="*/ 0 h 5632525"/>
              <a:gd name="connsiteX1" fmla="*/ 0 w 8253129"/>
              <a:gd name="connsiteY1" fmla="*/ 0 h 5632525"/>
              <a:gd name="connsiteX2" fmla="*/ 0 w 8253129"/>
              <a:gd name="connsiteY2" fmla="*/ 5632525 h 5632525"/>
              <a:gd name="connsiteX3" fmla="*/ 8253129 w 8253129"/>
              <a:gd name="connsiteY3" fmla="*/ 5632525 h 563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53129" h="5632525">
                <a:moveTo>
                  <a:pt x="8253129" y="0"/>
                </a:moveTo>
                <a:lnTo>
                  <a:pt x="0" y="0"/>
                </a:lnTo>
                <a:lnTo>
                  <a:pt x="0" y="5632525"/>
                </a:lnTo>
                <a:lnTo>
                  <a:pt x="8253129" y="5632525"/>
                </a:lnTo>
                <a:close/>
              </a:path>
            </a:pathLst>
          </a:custGeom>
        </p:spPr>
      </p:pic>
      <p:sp>
        <p:nvSpPr>
          <p:cNvPr id="9" name="标题 8"/>
          <p:cNvSpPr txBox="1">
            <a:spLocks noGrp="1"/>
          </p:cNvSpPr>
          <p:nvPr>
            <p:ph type="title" idx="3" hasCustomPrompt="1"/>
            <p:custDataLst>
              <p:tags r:id="rId88"/>
            </p:custDataLst>
          </p:nvPr>
        </p:nvSpPr>
        <p:spPr>
          <a:xfrm>
            <a:off x="1263650" y="685165"/>
            <a:ext cx="7867015" cy="2673350"/>
          </a:xfrm>
          <a:prstGeom prst="rect">
            <a:avLst/>
          </a:prstGeom>
          <a:noFill/>
        </p:spPr>
        <p:txBody>
          <a:bodyPr vert="horz" wrap="square" rtlCol="0" anchor="b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algn="ju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0200000" scaled="1"/>
                  <a:tileRect/>
                </a:gradFill>
                <a:latin typeface="+mj-lt"/>
              </a:defRPr>
            </a:lvl1pPr>
          </a:lstStyle>
          <a:p>
            <a:pPr lvl="0" algn="just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89"/>
            </p:custDataLst>
          </p:nvPr>
        </p:nvSpPr>
        <p:spPr>
          <a:xfrm>
            <a:off x="1287779" y="3358515"/>
            <a:ext cx="6624949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署名"/>
          <p:cNvSpPr>
            <a:spLocks noGrp="1"/>
          </p:cNvSpPr>
          <p:nvPr>
            <p:ph type="body" idx="1" hasCustomPrompt="1"/>
            <p:custDataLst>
              <p:tags r:id="rId90"/>
            </p:custDataLst>
          </p:nvPr>
        </p:nvSpPr>
        <p:spPr>
          <a:xfrm>
            <a:off x="1328420" y="4029075"/>
            <a:ext cx="2402840" cy="483235"/>
          </a:xfrm>
          <a:prstGeom prst="roundRect">
            <a:avLst>
              <a:gd name="adj" fmla="val 21300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10800000" scaled="1"/>
          </a:gradFill>
          <a:ln>
            <a:noFill/>
            <a:prstDash val="solid"/>
          </a:ln>
          <a:effectLst>
            <a:outerShdw blurRad="165100" dist="38100" dir="5400000" sx="97000" sy="97000" algn="t" rotWithShape="0">
              <a:schemeClr val="bg2">
                <a:lumMod val="5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0" normalizeH="0" baseline="0" noProof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>
          <a:xfrm>
            <a:off x="612000" y="6314400"/>
            <a:ext cx="2700000" cy="316800"/>
          </a:xfrm>
        </p:spPr>
        <p:txBody>
          <a:bodyPr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>
          <a:xfrm>
            <a:off x="4116000" y="6314400"/>
            <a:ext cx="3960000" cy="316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>
          <a:xfrm>
            <a:off x="8877600" y="6314400"/>
            <a:ext cx="2700000" cy="316800"/>
          </a:xfrm>
        </p:spPr>
        <p:txBody>
          <a:bodyPr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774368" cy="1437373"/>
          </a:xfrm>
          <a:custGeom>
            <a:avLst/>
            <a:gdLst>
              <a:gd name="connsiteX0" fmla="*/ 0 w 1774368"/>
              <a:gd name="connsiteY0" fmla="*/ 0 h 1437373"/>
              <a:gd name="connsiteX1" fmla="*/ 1774368 w 1774368"/>
              <a:gd name="connsiteY1" fmla="*/ 0 h 1437373"/>
              <a:gd name="connsiteX2" fmla="*/ 1753498 w 1774368"/>
              <a:gd name="connsiteY2" fmla="*/ 110326 h 1437373"/>
              <a:gd name="connsiteX3" fmla="*/ 1262636 w 1774368"/>
              <a:gd name="connsiteY3" fmla="*/ 948023 h 1437373"/>
              <a:gd name="connsiteX4" fmla="*/ 35728 w 1774368"/>
              <a:gd name="connsiteY4" fmla="*/ 1432797 h 1437373"/>
              <a:gd name="connsiteX5" fmla="*/ 0 w 1774368"/>
              <a:gd name="connsiteY5" fmla="*/ 1427788 h 143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4368" h="1437373">
                <a:moveTo>
                  <a:pt x="0" y="0"/>
                </a:moveTo>
                <a:lnTo>
                  <a:pt x="1774368" y="0"/>
                </a:lnTo>
                <a:lnTo>
                  <a:pt x="1753498" y="110326"/>
                </a:lnTo>
                <a:cubicBezTo>
                  <a:pt x="1684168" y="404241"/>
                  <a:pt x="1518035" y="701136"/>
                  <a:pt x="1262636" y="948023"/>
                </a:cubicBezTo>
                <a:cubicBezTo>
                  <a:pt x="897780" y="1300719"/>
                  <a:pt x="437098" y="1467884"/>
                  <a:pt x="35728" y="1432797"/>
                </a:cubicBezTo>
                <a:lnTo>
                  <a:pt x="0" y="142778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任意多边形: 形状 2"/>
          <p:cNvSpPr/>
          <p:nvPr userDrawn="1">
            <p:custDataLst>
              <p:tags r:id="rId3"/>
            </p:custDataLst>
          </p:nvPr>
        </p:nvSpPr>
        <p:spPr>
          <a:xfrm>
            <a:off x="10060565" y="5319648"/>
            <a:ext cx="2131435" cy="1521500"/>
          </a:xfrm>
          <a:custGeom>
            <a:avLst/>
            <a:gdLst>
              <a:gd name="connsiteX0" fmla="*/ 1626019 w 2131435"/>
              <a:gd name="connsiteY0" fmla="*/ 101 h 1521500"/>
              <a:gd name="connsiteX1" fmla="*/ 2089085 w 2131435"/>
              <a:gd name="connsiteY1" fmla="*/ 91213 h 1521500"/>
              <a:gd name="connsiteX2" fmla="*/ 2131435 w 2131435"/>
              <a:gd name="connsiteY2" fmla="*/ 113428 h 1521500"/>
              <a:gd name="connsiteX3" fmla="*/ 2131435 w 2131435"/>
              <a:gd name="connsiteY3" fmla="*/ 1521500 h 1521500"/>
              <a:gd name="connsiteX4" fmla="*/ 0 w 2131435"/>
              <a:gd name="connsiteY4" fmla="*/ 1521500 h 1521500"/>
              <a:gd name="connsiteX5" fmla="*/ 6520 w 2131435"/>
              <a:gd name="connsiteY5" fmla="*/ 1452674 h 1521500"/>
              <a:gd name="connsiteX6" fmla="*/ 521147 w 2131435"/>
              <a:gd name="connsiteY6" fmla="*/ 489350 h 1521500"/>
              <a:gd name="connsiteX7" fmla="*/ 1626019 w 2131435"/>
              <a:gd name="connsiteY7" fmla="*/ 101 h 152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1435" h="1521500">
                <a:moveTo>
                  <a:pt x="1626019" y="101"/>
                </a:moveTo>
                <a:cubicBezTo>
                  <a:pt x="1790692" y="-1978"/>
                  <a:pt x="1948356" y="28036"/>
                  <a:pt x="2089085" y="91213"/>
                </a:cubicBezTo>
                <a:lnTo>
                  <a:pt x="2131435" y="113428"/>
                </a:lnTo>
                <a:lnTo>
                  <a:pt x="2131435" y="1521500"/>
                </a:lnTo>
                <a:lnTo>
                  <a:pt x="0" y="1521500"/>
                </a:lnTo>
                <a:lnTo>
                  <a:pt x="6520" y="1452674"/>
                </a:lnTo>
                <a:cubicBezTo>
                  <a:pt x="53971" y="1118979"/>
                  <a:pt x="229262" y="771506"/>
                  <a:pt x="521147" y="489350"/>
                </a:cubicBezTo>
                <a:cubicBezTo>
                  <a:pt x="849518" y="171924"/>
                  <a:pt x="1255507" y="4778"/>
                  <a:pt x="1626019" y="10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正文"/>
          <p:cNvSpPr txBox="1">
            <a:spLocks noGrp="1"/>
          </p:cNvSpPr>
          <p:nvPr>
            <p:ph idx="45" hasCustomPrompt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44" hasCustomPrompt="1"/>
            <p:custDataLst>
              <p:tags r:id="rId5"/>
            </p:custDataLst>
          </p:nvPr>
        </p:nvSpPr>
        <p:spPr>
          <a:xfrm>
            <a:off x="608400" y="459860"/>
            <a:ext cx="10969200" cy="646331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uFillTx/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6" name="椭圆 125"/>
          <p:cNvSpPr/>
          <p:nvPr>
            <p:custDataLst>
              <p:tags r:id="rId6"/>
            </p:custDataLst>
          </p:nvPr>
        </p:nvSpPr>
        <p:spPr>
          <a:xfrm rot="5400000">
            <a:off x="169989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椭圆 126"/>
          <p:cNvSpPr/>
          <p:nvPr>
            <p:custDataLst>
              <p:tags r:id="rId7"/>
            </p:custDataLst>
          </p:nvPr>
        </p:nvSpPr>
        <p:spPr>
          <a:xfrm rot="5400000">
            <a:off x="169989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椭圆 127"/>
          <p:cNvSpPr/>
          <p:nvPr>
            <p:custDataLst>
              <p:tags r:id="rId8"/>
            </p:custDataLst>
          </p:nvPr>
        </p:nvSpPr>
        <p:spPr>
          <a:xfrm rot="5400000">
            <a:off x="169989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椭圆 128"/>
          <p:cNvSpPr/>
          <p:nvPr>
            <p:custDataLst>
              <p:tags r:id="rId9"/>
            </p:custDataLst>
          </p:nvPr>
        </p:nvSpPr>
        <p:spPr>
          <a:xfrm rot="5400000">
            <a:off x="169989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椭圆 129"/>
          <p:cNvSpPr/>
          <p:nvPr>
            <p:custDataLst>
              <p:tags r:id="rId10"/>
            </p:custDataLst>
          </p:nvPr>
        </p:nvSpPr>
        <p:spPr>
          <a:xfrm rot="5400000">
            <a:off x="151574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椭圆 130"/>
          <p:cNvSpPr/>
          <p:nvPr>
            <p:custDataLst>
              <p:tags r:id="rId11"/>
            </p:custDataLst>
          </p:nvPr>
        </p:nvSpPr>
        <p:spPr>
          <a:xfrm rot="5400000">
            <a:off x="151574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椭圆 131"/>
          <p:cNvSpPr/>
          <p:nvPr>
            <p:custDataLst>
              <p:tags r:id="rId12"/>
            </p:custDataLst>
          </p:nvPr>
        </p:nvSpPr>
        <p:spPr>
          <a:xfrm rot="5400000">
            <a:off x="151574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椭圆 132"/>
          <p:cNvSpPr/>
          <p:nvPr>
            <p:custDataLst>
              <p:tags r:id="rId13"/>
            </p:custDataLst>
          </p:nvPr>
        </p:nvSpPr>
        <p:spPr>
          <a:xfrm rot="5400000">
            <a:off x="151574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椭圆 133"/>
          <p:cNvSpPr/>
          <p:nvPr>
            <p:custDataLst>
              <p:tags r:id="rId14"/>
            </p:custDataLst>
          </p:nvPr>
        </p:nvSpPr>
        <p:spPr>
          <a:xfrm rot="5400000">
            <a:off x="133223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椭圆 134"/>
          <p:cNvSpPr/>
          <p:nvPr>
            <p:custDataLst>
              <p:tags r:id="rId15"/>
            </p:custDataLst>
          </p:nvPr>
        </p:nvSpPr>
        <p:spPr>
          <a:xfrm rot="5400000">
            <a:off x="133223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椭圆 135"/>
          <p:cNvSpPr/>
          <p:nvPr>
            <p:custDataLst>
              <p:tags r:id="rId16"/>
            </p:custDataLst>
          </p:nvPr>
        </p:nvSpPr>
        <p:spPr>
          <a:xfrm rot="5400000">
            <a:off x="133223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椭圆 136"/>
          <p:cNvSpPr/>
          <p:nvPr>
            <p:custDataLst>
              <p:tags r:id="rId17"/>
            </p:custDataLst>
          </p:nvPr>
        </p:nvSpPr>
        <p:spPr>
          <a:xfrm rot="5400000">
            <a:off x="133223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椭圆 137"/>
          <p:cNvSpPr/>
          <p:nvPr>
            <p:custDataLst>
              <p:tags r:id="rId18"/>
            </p:custDataLst>
          </p:nvPr>
        </p:nvSpPr>
        <p:spPr>
          <a:xfrm rot="5400000">
            <a:off x="114808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椭圆 138"/>
          <p:cNvSpPr/>
          <p:nvPr>
            <p:custDataLst>
              <p:tags r:id="rId19"/>
            </p:custDataLst>
          </p:nvPr>
        </p:nvSpPr>
        <p:spPr>
          <a:xfrm rot="5400000">
            <a:off x="114808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椭圆 139"/>
          <p:cNvSpPr/>
          <p:nvPr>
            <p:custDataLst>
              <p:tags r:id="rId20"/>
            </p:custDataLst>
          </p:nvPr>
        </p:nvSpPr>
        <p:spPr>
          <a:xfrm rot="5400000">
            <a:off x="114808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椭圆 140"/>
          <p:cNvSpPr/>
          <p:nvPr>
            <p:custDataLst>
              <p:tags r:id="rId21"/>
            </p:custDataLst>
          </p:nvPr>
        </p:nvSpPr>
        <p:spPr>
          <a:xfrm rot="5400000">
            <a:off x="114808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椭圆 141"/>
          <p:cNvSpPr/>
          <p:nvPr>
            <p:custDataLst>
              <p:tags r:id="rId22"/>
            </p:custDataLst>
          </p:nvPr>
        </p:nvSpPr>
        <p:spPr>
          <a:xfrm rot="5400000">
            <a:off x="96456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椭圆 142"/>
          <p:cNvSpPr/>
          <p:nvPr>
            <p:custDataLst>
              <p:tags r:id="rId23"/>
            </p:custDataLst>
          </p:nvPr>
        </p:nvSpPr>
        <p:spPr>
          <a:xfrm rot="5400000">
            <a:off x="96456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椭圆 143"/>
          <p:cNvSpPr/>
          <p:nvPr>
            <p:custDataLst>
              <p:tags r:id="rId24"/>
            </p:custDataLst>
          </p:nvPr>
        </p:nvSpPr>
        <p:spPr>
          <a:xfrm rot="5400000">
            <a:off x="96456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椭圆 144"/>
          <p:cNvSpPr/>
          <p:nvPr>
            <p:custDataLst>
              <p:tags r:id="rId25"/>
            </p:custDataLst>
          </p:nvPr>
        </p:nvSpPr>
        <p:spPr>
          <a:xfrm rot="5400000">
            <a:off x="96456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椭圆 145"/>
          <p:cNvSpPr/>
          <p:nvPr>
            <p:custDataLst>
              <p:tags r:id="rId26"/>
            </p:custDataLst>
          </p:nvPr>
        </p:nvSpPr>
        <p:spPr>
          <a:xfrm rot="5400000">
            <a:off x="260985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椭圆 146"/>
          <p:cNvSpPr/>
          <p:nvPr>
            <p:custDataLst>
              <p:tags r:id="rId27"/>
            </p:custDataLst>
          </p:nvPr>
        </p:nvSpPr>
        <p:spPr>
          <a:xfrm rot="5400000">
            <a:off x="260985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椭圆 147"/>
          <p:cNvSpPr/>
          <p:nvPr>
            <p:custDataLst>
              <p:tags r:id="rId28"/>
            </p:custDataLst>
          </p:nvPr>
        </p:nvSpPr>
        <p:spPr>
          <a:xfrm rot="5400000">
            <a:off x="260985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椭圆 148"/>
          <p:cNvSpPr/>
          <p:nvPr>
            <p:custDataLst>
              <p:tags r:id="rId29"/>
            </p:custDataLst>
          </p:nvPr>
        </p:nvSpPr>
        <p:spPr>
          <a:xfrm rot="5400000">
            <a:off x="260985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椭圆 149"/>
          <p:cNvSpPr/>
          <p:nvPr>
            <p:custDataLst>
              <p:tags r:id="rId30"/>
            </p:custDataLst>
          </p:nvPr>
        </p:nvSpPr>
        <p:spPr>
          <a:xfrm rot="5400000">
            <a:off x="242570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椭圆 150"/>
          <p:cNvSpPr/>
          <p:nvPr>
            <p:custDataLst>
              <p:tags r:id="rId31"/>
            </p:custDataLst>
          </p:nvPr>
        </p:nvSpPr>
        <p:spPr>
          <a:xfrm rot="5400000">
            <a:off x="242570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椭圆 151"/>
          <p:cNvSpPr/>
          <p:nvPr>
            <p:custDataLst>
              <p:tags r:id="rId32"/>
            </p:custDataLst>
          </p:nvPr>
        </p:nvSpPr>
        <p:spPr>
          <a:xfrm rot="5400000">
            <a:off x="242570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椭圆 152"/>
          <p:cNvSpPr/>
          <p:nvPr>
            <p:custDataLst>
              <p:tags r:id="rId33"/>
            </p:custDataLst>
          </p:nvPr>
        </p:nvSpPr>
        <p:spPr>
          <a:xfrm rot="5400000">
            <a:off x="242570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椭圆 153"/>
          <p:cNvSpPr/>
          <p:nvPr>
            <p:custDataLst>
              <p:tags r:id="rId34"/>
            </p:custDataLst>
          </p:nvPr>
        </p:nvSpPr>
        <p:spPr>
          <a:xfrm rot="5400000">
            <a:off x="224218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椭圆 154"/>
          <p:cNvSpPr/>
          <p:nvPr>
            <p:custDataLst>
              <p:tags r:id="rId35"/>
            </p:custDataLst>
          </p:nvPr>
        </p:nvSpPr>
        <p:spPr>
          <a:xfrm rot="5400000">
            <a:off x="224218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椭圆 191"/>
          <p:cNvSpPr/>
          <p:nvPr>
            <p:custDataLst>
              <p:tags r:id="rId36"/>
            </p:custDataLst>
          </p:nvPr>
        </p:nvSpPr>
        <p:spPr>
          <a:xfrm rot="5400000">
            <a:off x="224218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椭圆 192"/>
          <p:cNvSpPr/>
          <p:nvPr>
            <p:custDataLst>
              <p:tags r:id="rId37"/>
            </p:custDataLst>
          </p:nvPr>
        </p:nvSpPr>
        <p:spPr>
          <a:xfrm rot="5400000">
            <a:off x="224218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椭圆 194"/>
          <p:cNvSpPr/>
          <p:nvPr>
            <p:custDataLst>
              <p:tags r:id="rId38"/>
            </p:custDataLst>
          </p:nvPr>
        </p:nvSpPr>
        <p:spPr>
          <a:xfrm rot="5400000">
            <a:off x="205803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椭圆 195"/>
          <p:cNvSpPr/>
          <p:nvPr>
            <p:custDataLst>
              <p:tags r:id="rId39"/>
            </p:custDataLst>
          </p:nvPr>
        </p:nvSpPr>
        <p:spPr>
          <a:xfrm rot="5400000">
            <a:off x="205803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椭圆 196"/>
          <p:cNvSpPr/>
          <p:nvPr>
            <p:custDataLst>
              <p:tags r:id="rId40"/>
            </p:custDataLst>
          </p:nvPr>
        </p:nvSpPr>
        <p:spPr>
          <a:xfrm rot="5400000">
            <a:off x="205803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椭圆 197"/>
          <p:cNvSpPr/>
          <p:nvPr>
            <p:custDataLst>
              <p:tags r:id="rId41"/>
            </p:custDataLst>
          </p:nvPr>
        </p:nvSpPr>
        <p:spPr>
          <a:xfrm rot="5400000">
            <a:off x="205803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椭圆 198"/>
          <p:cNvSpPr/>
          <p:nvPr>
            <p:custDataLst>
              <p:tags r:id="rId42"/>
            </p:custDataLst>
          </p:nvPr>
        </p:nvSpPr>
        <p:spPr>
          <a:xfrm rot="5400000">
            <a:off x="187452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椭圆 199"/>
          <p:cNvSpPr/>
          <p:nvPr>
            <p:custDataLst>
              <p:tags r:id="rId43"/>
            </p:custDataLst>
          </p:nvPr>
        </p:nvSpPr>
        <p:spPr>
          <a:xfrm rot="5400000">
            <a:off x="187452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椭圆 200"/>
          <p:cNvSpPr/>
          <p:nvPr>
            <p:custDataLst>
              <p:tags r:id="rId44"/>
            </p:custDataLst>
          </p:nvPr>
        </p:nvSpPr>
        <p:spPr>
          <a:xfrm rot="5400000">
            <a:off x="187452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椭圆 201"/>
          <p:cNvSpPr/>
          <p:nvPr>
            <p:custDataLst>
              <p:tags r:id="rId45"/>
            </p:custDataLst>
          </p:nvPr>
        </p:nvSpPr>
        <p:spPr>
          <a:xfrm rot="5400000">
            <a:off x="187452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6"/>
          <p:cNvSpPr/>
          <p:nvPr>
            <p:custDataLst>
              <p:tags r:id="rId2"/>
            </p:custDataLst>
          </p:nvPr>
        </p:nvSpPr>
        <p:spPr>
          <a:xfrm>
            <a:off x="0" y="0"/>
            <a:ext cx="6992472" cy="6858000"/>
          </a:xfrm>
          <a:custGeom>
            <a:avLst/>
            <a:gdLst>
              <a:gd name="connsiteX0" fmla="*/ 0 w 6992472"/>
              <a:gd name="connsiteY0" fmla="*/ 0 h 6858000"/>
              <a:gd name="connsiteX1" fmla="*/ 5880084 w 6992472"/>
              <a:gd name="connsiteY1" fmla="*/ 0 h 6858000"/>
              <a:gd name="connsiteX2" fmla="*/ 5881147 w 6992472"/>
              <a:gd name="connsiteY2" fmla="*/ 1353 h 6858000"/>
              <a:gd name="connsiteX3" fmla="*/ 6992472 w 6992472"/>
              <a:gd name="connsiteY3" fmla="*/ 3348318 h 6858000"/>
              <a:gd name="connsiteX4" fmla="*/ 5881147 w 6992472"/>
              <a:gd name="connsiteY4" fmla="*/ 6695284 h 6858000"/>
              <a:gd name="connsiteX5" fmla="*/ 5753277 w 6992472"/>
              <a:gd name="connsiteY5" fmla="*/ 6858000 h 6858000"/>
              <a:gd name="connsiteX6" fmla="*/ 0 w 6992472"/>
              <a:gd name="connsiteY6" fmla="*/ 6858000 h 6858000"/>
              <a:gd name="connsiteX7" fmla="*/ 0 w 6992472"/>
              <a:gd name="connsiteY7" fmla="*/ 5021401 h 6858000"/>
              <a:gd name="connsiteX8" fmla="*/ 11047 w 6992472"/>
              <a:gd name="connsiteY8" fmla="*/ 5031441 h 6858000"/>
              <a:gd name="connsiteX9" fmla="*/ 1398494 w 6992472"/>
              <a:gd name="connsiteY9" fmla="*/ 5529521 h 6858000"/>
              <a:gd name="connsiteX10" fmla="*/ 3579697 w 6992472"/>
              <a:gd name="connsiteY10" fmla="*/ 3348318 h 6858000"/>
              <a:gd name="connsiteX11" fmla="*/ 1398494 w 6992472"/>
              <a:gd name="connsiteY11" fmla="*/ 1167115 h 6858000"/>
              <a:gd name="connsiteX12" fmla="*/ 11047 w 6992472"/>
              <a:gd name="connsiteY12" fmla="*/ 1665196 h 6858000"/>
              <a:gd name="connsiteX13" fmla="*/ 0 w 6992472"/>
              <a:gd name="connsiteY13" fmla="*/ 167523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92472" h="6858000">
                <a:moveTo>
                  <a:pt x="0" y="0"/>
                </a:moveTo>
                <a:lnTo>
                  <a:pt x="5880084" y="0"/>
                </a:lnTo>
                <a:lnTo>
                  <a:pt x="5881147" y="1353"/>
                </a:lnTo>
                <a:cubicBezTo>
                  <a:pt x="6579131" y="934667"/>
                  <a:pt x="6992472" y="2093222"/>
                  <a:pt x="6992472" y="3348318"/>
                </a:cubicBezTo>
                <a:cubicBezTo>
                  <a:pt x="6992472" y="4603415"/>
                  <a:pt x="6579131" y="5761970"/>
                  <a:pt x="5881147" y="6695284"/>
                </a:cubicBezTo>
                <a:lnTo>
                  <a:pt x="5753277" y="6858000"/>
                </a:lnTo>
                <a:lnTo>
                  <a:pt x="0" y="6858000"/>
                </a:lnTo>
                <a:lnTo>
                  <a:pt x="0" y="5021401"/>
                </a:lnTo>
                <a:lnTo>
                  <a:pt x="11047" y="5031441"/>
                </a:lnTo>
                <a:cubicBezTo>
                  <a:pt x="388087" y="5342602"/>
                  <a:pt x="871462" y="5529521"/>
                  <a:pt x="1398494" y="5529521"/>
                </a:cubicBezTo>
                <a:cubicBezTo>
                  <a:pt x="2603139" y="5529521"/>
                  <a:pt x="3579697" y="4552963"/>
                  <a:pt x="3579697" y="3348318"/>
                </a:cubicBezTo>
                <a:cubicBezTo>
                  <a:pt x="3579697" y="2143673"/>
                  <a:pt x="2603139" y="1167115"/>
                  <a:pt x="1398494" y="1167115"/>
                </a:cubicBezTo>
                <a:cubicBezTo>
                  <a:pt x="871462" y="1167115"/>
                  <a:pt x="388087" y="1354035"/>
                  <a:pt x="11047" y="1665196"/>
                </a:cubicBezTo>
                <a:lnTo>
                  <a:pt x="0" y="1675236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en-US"/>
          </a:p>
        </p:txBody>
      </p:sp>
      <p:pic>
        <p:nvPicPr>
          <p:cNvPr id="252" name="图片 251" descr="亮着灯的房子&#10;&#10;低可信度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1" b="26370"/>
          <a:stretch>
            <a:fillRect/>
          </a:stretch>
        </p:blipFill>
        <p:spPr>
          <a:xfrm>
            <a:off x="0" y="2239832"/>
            <a:ext cx="6132513" cy="4618168"/>
          </a:xfrm>
          <a:custGeom>
            <a:avLst/>
            <a:gdLst>
              <a:gd name="connsiteX0" fmla="*/ 0 w 6132513"/>
              <a:gd name="connsiteY0" fmla="*/ 0 h 4618168"/>
              <a:gd name="connsiteX1" fmla="*/ 6132513 w 6132513"/>
              <a:gd name="connsiteY1" fmla="*/ 0 h 4618168"/>
              <a:gd name="connsiteX2" fmla="*/ 6132513 w 6132513"/>
              <a:gd name="connsiteY2" fmla="*/ 4618168 h 4618168"/>
              <a:gd name="connsiteX3" fmla="*/ 0 w 6132513"/>
              <a:gd name="connsiteY3" fmla="*/ 4618168 h 461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32513" h="4618168">
                <a:moveTo>
                  <a:pt x="0" y="0"/>
                </a:moveTo>
                <a:lnTo>
                  <a:pt x="6132513" y="0"/>
                </a:lnTo>
                <a:lnTo>
                  <a:pt x="6132513" y="4618168"/>
                </a:lnTo>
                <a:lnTo>
                  <a:pt x="0" y="4618168"/>
                </a:lnTo>
                <a:close/>
              </a:path>
            </a:pathLst>
          </a:custGeom>
        </p:spPr>
      </p:pic>
      <p:sp>
        <p:nvSpPr>
          <p:cNvPr id="25" name="椭圆 24"/>
          <p:cNvSpPr/>
          <p:nvPr>
            <p:custDataLst>
              <p:tags r:id="rId5"/>
            </p:custDataLst>
          </p:nvPr>
        </p:nvSpPr>
        <p:spPr>
          <a:xfrm rot="5400000">
            <a:off x="3462020" y="11176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6" name="椭圆 25"/>
          <p:cNvSpPr/>
          <p:nvPr>
            <p:custDataLst>
              <p:tags r:id="rId6"/>
            </p:custDataLst>
          </p:nvPr>
        </p:nvSpPr>
        <p:spPr>
          <a:xfrm rot="5400000">
            <a:off x="3462020" y="32194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22" name="椭圆 221"/>
          <p:cNvSpPr/>
          <p:nvPr>
            <p:custDataLst>
              <p:tags r:id="rId7"/>
            </p:custDataLst>
          </p:nvPr>
        </p:nvSpPr>
        <p:spPr>
          <a:xfrm rot="5400000">
            <a:off x="3462020" y="53276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23" name="椭圆 222"/>
          <p:cNvSpPr/>
          <p:nvPr>
            <p:custDataLst>
              <p:tags r:id="rId8"/>
            </p:custDataLst>
          </p:nvPr>
        </p:nvSpPr>
        <p:spPr>
          <a:xfrm rot="5400000">
            <a:off x="3462020" y="74358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" name="椭圆 26"/>
          <p:cNvSpPr/>
          <p:nvPr>
            <p:custDataLst>
              <p:tags r:id="rId9"/>
            </p:custDataLst>
          </p:nvPr>
        </p:nvSpPr>
        <p:spPr>
          <a:xfrm rot="5400000">
            <a:off x="3278505" y="11176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" name="椭圆 27"/>
          <p:cNvSpPr/>
          <p:nvPr>
            <p:custDataLst>
              <p:tags r:id="rId10"/>
            </p:custDataLst>
          </p:nvPr>
        </p:nvSpPr>
        <p:spPr>
          <a:xfrm rot="5400000">
            <a:off x="3278505" y="32194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16" name="椭圆 215"/>
          <p:cNvSpPr/>
          <p:nvPr>
            <p:custDataLst>
              <p:tags r:id="rId11"/>
            </p:custDataLst>
          </p:nvPr>
        </p:nvSpPr>
        <p:spPr>
          <a:xfrm rot="5400000">
            <a:off x="3278505" y="53276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17" name="椭圆 216"/>
          <p:cNvSpPr/>
          <p:nvPr>
            <p:custDataLst>
              <p:tags r:id="rId12"/>
            </p:custDataLst>
          </p:nvPr>
        </p:nvSpPr>
        <p:spPr>
          <a:xfrm rot="5400000">
            <a:off x="3278505" y="74358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" name="椭圆 28"/>
          <p:cNvSpPr/>
          <p:nvPr>
            <p:custDataLst>
              <p:tags r:id="rId13"/>
            </p:custDataLst>
          </p:nvPr>
        </p:nvSpPr>
        <p:spPr>
          <a:xfrm rot="5400000">
            <a:off x="3094355" y="11176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" name="椭圆 29"/>
          <p:cNvSpPr/>
          <p:nvPr>
            <p:custDataLst>
              <p:tags r:id="rId14"/>
            </p:custDataLst>
          </p:nvPr>
        </p:nvSpPr>
        <p:spPr>
          <a:xfrm rot="5400000">
            <a:off x="3094355" y="32194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10" name="椭圆 209"/>
          <p:cNvSpPr/>
          <p:nvPr>
            <p:custDataLst>
              <p:tags r:id="rId15"/>
            </p:custDataLst>
          </p:nvPr>
        </p:nvSpPr>
        <p:spPr>
          <a:xfrm rot="5400000">
            <a:off x="3094355" y="53276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11" name="椭圆 210"/>
          <p:cNvSpPr/>
          <p:nvPr>
            <p:custDataLst>
              <p:tags r:id="rId16"/>
            </p:custDataLst>
          </p:nvPr>
        </p:nvSpPr>
        <p:spPr>
          <a:xfrm rot="5400000">
            <a:off x="3094355" y="74358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" name="椭圆 32"/>
          <p:cNvSpPr/>
          <p:nvPr>
            <p:custDataLst>
              <p:tags r:id="rId17"/>
            </p:custDataLst>
          </p:nvPr>
        </p:nvSpPr>
        <p:spPr>
          <a:xfrm rot="5400000">
            <a:off x="2910840" y="11176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" name="椭圆 33"/>
          <p:cNvSpPr/>
          <p:nvPr>
            <p:custDataLst>
              <p:tags r:id="rId18"/>
            </p:custDataLst>
          </p:nvPr>
        </p:nvSpPr>
        <p:spPr>
          <a:xfrm rot="5400000">
            <a:off x="2910840" y="32194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04" name="椭圆 203"/>
          <p:cNvSpPr/>
          <p:nvPr>
            <p:custDataLst>
              <p:tags r:id="rId19"/>
            </p:custDataLst>
          </p:nvPr>
        </p:nvSpPr>
        <p:spPr>
          <a:xfrm rot="5400000">
            <a:off x="2910840" y="53276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05" name="椭圆 204"/>
          <p:cNvSpPr/>
          <p:nvPr>
            <p:custDataLst>
              <p:tags r:id="rId20"/>
            </p:custDataLst>
          </p:nvPr>
        </p:nvSpPr>
        <p:spPr>
          <a:xfrm rot="5400000">
            <a:off x="2910840" y="74358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40" name="椭圆 39"/>
          <p:cNvSpPr/>
          <p:nvPr>
            <p:custDataLst>
              <p:tags r:id="rId21"/>
            </p:custDataLst>
          </p:nvPr>
        </p:nvSpPr>
        <p:spPr>
          <a:xfrm rot="5400000">
            <a:off x="2727325" y="11176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41" name="椭圆 40"/>
          <p:cNvSpPr/>
          <p:nvPr>
            <p:custDataLst>
              <p:tags r:id="rId22"/>
            </p:custDataLst>
          </p:nvPr>
        </p:nvSpPr>
        <p:spPr>
          <a:xfrm rot="5400000">
            <a:off x="2727325" y="32194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8" name="椭圆 197"/>
          <p:cNvSpPr/>
          <p:nvPr>
            <p:custDataLst>
              <p:tags r:id="rId23"/>
            </p:custDataLst>
          </p:nvPr>
        </p:nvSpPr>
        <p:spPr>
          <a:xfrm rot="5400000">
            <a:off x="2727325" y="53276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9" name="椭圆 198"/>
          <p:cNvSpPr/>
          <p:nvPr>
            <p:custDataLst>
              <p:tags r:id="rId24"/>
            </p:custDataLst>
          </p:nvPr>
        </p:nvSpPr>
        <p:spPr>
          <a:xfrm rot="5400000">
            <a:off x="2727325" y="74358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5" name="椭圆 184"/>
          <p:cNvSpPr/>
          <p:nvPr>
            <p:custDataLst>
              <p:tags r:id="rId25"/>
            </p:custDataLst>
          </p:nvPr>
        </p:nvSpPr>
        <p:spPr>
          <a:xfrm rot="5400000">
            <a:off x="4371975" y="11620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6" name="椭圆 185"/>
          <p:cNvSpPr/>
          <p:nvPr>
            <p:custDataLst>
              <p:tags r:id="rId26"/>
            </p:custDataLst>
          </p:nvPr>
        </p:nvSpPr>
        <p:spPr>
          <a:xfrm rot="5400000">
            <a:off x="4371975" y="32702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7" name="椭圆 186"/>
          <p:cNvSpPr/>
          <p:nvPr>
            <p:custDataLst>
              <p:tags r:id="rId27"/>
            </p:custDataLst>
          </p:nvPr>
        </p:nvSpPr>
        <p:spPr>
          <a:xfrm rot="5400000">
            <a:off x="4371975" y="53721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8" name="椭圆 187"/>
          <p:cNvSpPr/>
          <p:nvPr>
            <p:custDataLst>
              <p:tags r:id="rId28"/>
            </p:custDataLst>
          </p:nvPr>
        </p:nvSpPr>
        <p:spPr>
          <a:xfrm rot="5400000">
            <a:off x="4371975" y="74803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9" name="椭圆 178"/>
          <p:cNvSpPr/>
          <p:nvPr>
            <p:custDataLst>
              <p:tags r:id="rId29"/>
            </p:custDataLst>
          </p:nvPr>
        </p:nvSpPr>
        <p:spPr>
          <a:xfrm rot="5400000">
            <a:off x="4188460" y="11620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0" name="椭圆 179"/>
          <p:cNvSpPr/>
          <p:nvPr>
            <p:custDataLst>
              <p:tags r:id="rId30"/>
            </p:custDataLst>
          </p:nvPr>
        </p:nvSpPr>
        <p:spPr>
          <a:xfrm rot="5400000">
            <a:off x="4188460" y="32702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1" name="椭圆 180"/>
          <p:cNvSpPr/>
          <p:nvPr>
            <p:custDataLst>
              <p:tags r:id="rId31"/>
            </p:custDataLst>
          </p:nvPr>
        </p:nvSpPr>
        <p:spPr>
          <a:xfrm rot="5400000">
            <a:off x="4188460" y="53721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82" name="椭圆 181"/>
          <p:cNvSpPr/>
          <p:nvPr>
            <p:custDataLst>
              <p:tags r:id="rId32"/>
            </p:custDataLst>
          </p:nvPr>
        </p:nvSpPr>
        <p:spPr>
          <a:xfrm rot="5400000">
            <a:off x="4188460" y="74803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3" name="椭圆 172"/>
          <p:cNvSpPr/>
          <p:nvPr>
            <p:custDataLst>
              <p:tags r:id="rId33"/>
            </p:custDataLst>
          </p:nvPr>
        </p:nvSpPr>
        <p:spPr>
          <a:xfrm rot="5400000">
            <a:off x="4004310" y="11620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4" name="椭圆 173"/>
          <p:cNvSpPr/>
          <p:nvPr>
            <p:custDataLst>
              <p:tags r:id="rId34"/>
            </p:custDataLst>
          </p:nvPr>
        </p:nvSpPr>
        <p:spPr>
          <a:xfrm rot="5400000">
            <a:off x="4004310" y="32702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5" name="椭圆 174"/>
          <p:cNvSpPr/>
          <p:nvPr>
            <p:custDataLst>
              <p:tags r:id="rId35"/>
            </p:custDataLst>
          </p:nvPr>
        </p:nvSpPr>
        <p:spPr>
          <a:xfrm rot="5400000">
            <a:off x="4004310" y="53721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6" name="椭圆 175"/>
          <p:cNvSpPr/>
          <p:nvPr>
            <p:custDataLst>
              <p:tags r:id="rId36"/>
            </p:custDataLst>
          </p:nvPr>
        </p:nvSpPr>
        <p:spPr>
          <a:xfrm rot="5400000">
            <a:off x="4004310" y="74803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7" name="椭圆 166"/>
          <p:cNvSpPr/>
          <p:nvPr>
            <p:custDataLst>
              <p:tags r:id="rId37"/>
            </p:custDataLst>
          </p:nvPr>
        </p:nvSpPr>
        <p:spPr>
          <a:xfrm rot="5400000">
            <a:off x="3820795" y="11620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8" name="椭圆 167"/>
          <p:cNvSpPr/>
          <p:nvPr>
            <p:custDataLst>
              <p:tags r:id="rId38"/>
            </p:custDataLst>
          </p:nvPr>
        </p:nvSpPr>
        <p:spPr>
          <a:xfrm rot="5400000">
            <a:off x="3820795" y="32702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9" name="椭圆 168"/>
          <p:cNvSpPr/>
          <p:nvPr>
            <p:custDataLst>
              <p:tags r:id="rId39"/>
            </p:custDataLst>
          </p:nvPr>
        </p:nvSpPr>
        <p:spPr>
          <a:xfrm rot="5400000">
            <a:off x="3820795" y="53721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70" name="椭圆 169"/>
          <p:cNvSpPr/>
          <p:nvPr>
            <p:custDataLst>
              <p:tags r:id="rId40"/>
            </p:custDataLst>
          </p:nvPr>
        </p:nvSpPr>
        <p:spPr>
          <a:xfrm rot="5400000">
            <a:off x="3820795" y="74803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1" name="椭圆 160"/>
          <p:cNvSpPr/>
          <p:nvPr>
            <p:custDataLst>
              <p:tags r:id="rId41"/>
            </p:custDataLst>
          </p:nvPr>
        </p:nvSpPr>
        <p:spPr>
          <a:xfrm rot="5400000">
            <a:off x="3636645" y="11620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2" name="椭圆 161"/>
          <p:cNvSpPr/>
          <p:nvPr>
            <p:custDataLst>
              <p:tags r:id="rId42"/>
            </p:custDataLst>
          </p:nvPr>
        </p:nvSpPr>
        <p:spPr>
          <a:xfrm rot="5400000">
            <a:off x="3636645" y="32702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3" name="椭圆 162"/>
          <p:cNvSpPr/>
          <p:nvPr>
            <p:custDataLst>
              <p:tags r:id="rId43"/>
            </p:custDataLst>
          </p:nvPr>
        </p:nvSpPr>
        <p:spPr>
          <a:xfrm rot="5400000">
            <a:off x="3636645" y="53721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64" name="椭圆 163"/>
          <p:cNvSpPr/>
          <p:nvPr>
            <p:custDataLst>
              <p:tags r:id="rId44"/>
            </p:custDataLst>
          </p:nvPr>
        </p:nvSpPr>
        <p:spPr>
          <a:xfrm rot="5400000">
            <a:off x="3636645" y="74803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5"/>
            </p:custDataLst>
          </p:nvPr>
        </p:nvSpPr>
        <p:spPr>
          <a:xfrm>
            <a:off x="635" y="1445895"/>
            <a:ext cx="6096000" cy="233489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8000" b="1" i="0" u="none" strike="noStrike" kern="1200" cap="none" spc="0" normalizeH="0" baseline="0" noProof="1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latin typeface="+mj-lt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6"/>
            </p:custDataLst>
          </p:nvPr>
        </p:nvSpPr>
        <p:spPr>
          <a:xfrm>
            <a:off x="612000" y="6314400"/>
            <a:ext cx="2700000" cy="316800"/>
          </a:xfrm>
        </p:spPr>
        <p:txBody>
          <a:bodyPr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7"/>
            </p:custDataLst>
          </p:nvPr>
        </p:nvSpPr>
        <p:spPr>
          <a:xfrm>
            <a:off x="4116000" y="6314400"/>
            <a:ext cx="3960000" cy="316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8"/>
            </p:custDataLst>
          </p:nvPr>
        </p:nvSpPr>
        <p:spPr>
          <a:xfrm>
            <a:off x="8877600" y="6314400"/>
            <a:ext cx="2700000" cy="316800"/>
          </a:xfrm>
        </p:spPr>
        <p:txBody>
          <a:bodyPr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任意多边形: 形状 258"/>
          <p:cNvSpPr/>
          <p:nvPr>
            <p:custDataLst>
              <p:tags r:id="rId3"/>
            </p:custDataLst>
          </p:nvPr>
        </p:nvSpPr>
        <p:spPr>
          <a:xfrm>
            <a:off x="0" y="0"/>
            <a:ext cx="12178550" cy="6858000"/>
          </a:xfrm>
          <a:custGeom>
            <a:avLst/>
            <a:gdLst>
              <a:gd name="connsiteX0" fmla="*/ 7516901 w 12178550"/>
              <a:gd name="connsiteY0" fmla="*/ 634894 h 6858000"/>
              <a:gd name="connsiteX1" fmla="*/ 4686282 w 12178550"/>
              <a:gd name="connsiteY1" fmla="*/ 3465513 h 6858000"/>
              <a:gd name="connsiteX2" fmla="*/ 7516901 w 12178550"/>
              <a:gd name="connsiteY2" fmla="*/ 6296132 h 6858000"/>
              <a:gd name="connsiteX3" fmla="*/ 10347520 w 12178550"/>
              <a:gd name="connsiteY3" fmla="*/ 3465513 h 6858000"/>
              <a:gd name="connsiteX4" fmla="*/ 7516901 w 12178550"/>
              <a:gd name="connsiteY4" fmla="*/ 634894 h 6858000"/>
              <a:gd name="connsiteX5" fmla="*/ 0 w 12178550"/>
              <a:gd name="connsiteY5" fmla="*/ 0 h 6858000"/>
              <a:gd name="connsiteX6" fmla="*/ 2152634 w 12178550"/>
              <a:gd name="connsiteY6" fmla="*/ 0 h 6858000"/>
              <a:gd name="connsiteX7" fmla="*/ 3872750 w 12178550"/>
              <a:gd name="connsiteY7" fmla="*/ 0 h 6858000"/>
              <a:gd name="connsiteX8" fmla="*/ 12178550 w 12178550"/>
              <a:gd name="connsiteY8" fmla="*/ 0 h 6858000"/>
              <a:gd name="connsiteX9" fmla="*/ 12178550 w 12178550"/>
              <a:gd name="connsiteY9" fmla="*/ 6858000 h 6858000"/>
              <a:gd name="connsiteX10" fmla="*/ 3872750 w 12178550"/>
              <a:gd name="connsiteY10" fmla="*/ 6858000 h 6858000"/>
              <a:gd name="connsiteX11" fmla="*/ 2105818 w 12178550"/>
              <a:gd name="connsiteY11" fmla="*/ 6858000 h 6858000"/>
              <a:gd name="connsiteX12" fmla="*/ 0 w 12178550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78550" h="6858000">
                <a:moveTo>
                  <a:pt x="7516901" y="634894"/>
                </a:moveTo>
                <a:cubicBezTo>
                  <a:pt x="5953593" y="634894"/>
                  <a:pt x="4686282" y="1902205"/>
                  <a:pt x="4686282" y="3465513"/>
                </a:cubicBezTo>
                <a:cubicBezTo>
                  <a:pt x="4686282" y="5028821"/>
                  <a:pt x="5953593" y="6296132"/>
                  <a:pt x="7516901" y="6296132"/>
                </a:cubicBezTo>
                <a:cubicBezTo>
                  <a:pt x="9080209" y="6296132"/>
                  <a:pt x="10347520" y="5028821"/>
                  <a:pt x="10347520" y="3465513"/>
                </a:cubicBezTo>
                <a:cubicBezTo>
                  <a:pt x="10347520" y="1902205"/>
                  <a:pt x="9080209" y="634894"/>
                  <a:pt x="7516901" y="634894"/>
                </a:cubicBezTo>
                <a:close/>
                <a:moveTo>
                  <a:pt x="0" y="0"/>
                </a:moveTo>
                <a:lnTo>
                  <a:pt x="2152634" y="0"/>
                </a:lnTo>
                <a:lnTo>
                  <a:pt x="3872750" y="0"/>
                </a:lnTo>
                <a:lnTo>
                  <a:pt x="12178550" y="0"/>
                </a:lnTo>
                <a:lnTo>
                  <a:pt x="12178550" y="6858000"/>
                </a:lnTo>
                <a:lnTo>
                  <a:pt x="3872750" y="6858000"/>
                </a:lnTo>
                <a:lnTo>
                  <a:pt x="210581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矩形: 圆角 10"/>
          <p:cNvSpPr/>
          <p:nvPr>
            <p:custDataLst>
              <p:tags r:id="rId4"/>
            </p:custDataLst>
          </p:nvPr>
        </p:nvSpPr>
        <p:spPr>
          <a:xfrm>
            <a:off x="303342" y="2005868"/>
            <a:ext cx="1566937" cy="484094"/>
          </a:xfrm>
          <a:prstGeom prst="roundRect">
            <a:avLst>
              <a:gd name="adj" fmla="val 32456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10800000" scaled="1"/>
          </a:gradFill>
          <a:ln>
            <a:noFill/>
            <a:prstDash val="solid"/>
          </a:ln>
          <a:effectLst>
            <a:outerShdw blurRad="165100" dist="38100" dir="5400000" sx="97000" sy="97000" algn="t" rotWithShape="0">
              <a:schemeClr val="bg2">
                <a:lumMod val="5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10800000" scaled="1"/>
              </a:gradFill>
            </a:endParaRPr>
          </a:p>
        </p:txBody>
      </p:sp>
      <p:pic>
        <p:nvPicPr>
          <p:cNvPr id="277" name="图片 276" descr="亮着灯的房子&#10;&#10;低可信度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8" b="24782"/>
          <a:stretch>
            <a:fillRect/>
          </a:stretch>
        </p:blipFill>
        <p:spPr>
          <a:xfrm flipH="1">
            <a:off x="3938872" y="1225475"/>
            <a:ext cx="8253129" cy="5632525"/>
          </a:xfrm>
          <a:custGeom>
            <a:avLst/>
            <a:gdLst>
              <a:gd name="connsiteX0" fmla="*/ 8253129 w 8253129"/>
              <a:gd name="connsiteY0" fmla="*/ 0 h 5632525"/>
              <a:gd name="connsiteX1" fmla="*/ 0 w 8253129"/>
              <a:gd name="connsiteY1" fmla="*/ 0 h 5632525"/>
              <a:gd name="connsiteX2" fmla="*/ 0 w 8253129"/>
              <a:gd name="connsiteY2" fmla="*/ 5632525 h 5632525"/>
              <a:gd name="connsiteX3" fmla="*/ 8253129 w 8253129"/>
              <a:gd name="connsiteY3" fmla="*/ 5632525 h 563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53129" h="5632525">
                <a:moveTo>
                  <a:pt x="8253129" y="0"/>
                </a:moveTo>
                <a:lnTo>
                  <a:pt x="0" y="0"/>
                </a:lnTo>
                <a:lnTo>
                  <a:pt x="0" y="5632525"/>
                </a:lnTo>
                <a:lnTo>
                  <a:pt x="8253129" y="5632525"/>
                </a:lnTo>
                <a:close/>
              </a:path>
            </a:pathLst>
          </a:custGeom>
        </p:spPr>
      </p:pic>
      <p:sp>
        <p:nvSpPr>
          <p:cNvPr id="31" name="椭圆 30"/>
          <p:cNvSpPr/>
          <p:nvPr>
            <p:custDataLst>
              <p:tags r:id="rId7"/>
            </p:custDataLst>
          </p:nvPr>
        </p:nvSpPr>
        <p:spPr>
          <a:xfrm>
            <a:off x="8498840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椭圆 34"/>
          <p:cNvSpPr/>
          <p:nvPr>
            <p:custDataLst>
              <p:tags r:id="rId8"/>
            </p:custDataLst>
          </p:nvPr>
        </p:nvSpPr>
        <p:spPr>
          <a:xfrm>
            <a:off x="8709025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椭圆 35"/>
          <p:cNvSpPr/>
          <p:nvPr>
            <p:custDataLst>
              <p:tags r:id="rId9"/>
            </p:custDataLst>
          </p:nvPr>
        </p:nvSpPr>
        <p:spPr>
          <a:xfrm>
            <a:off x="8919845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椭圆 36"/>
          <p:cNvSpPr/>
          <p:nvPr>
            <p:custDataLst>
              <p:tags r:id="rId10"/>
            </p:custDataLst>
          </p:nvPr>
        </p:nvSpPr>
        <p:spPr>
          <a:xfrm>
            <a:off x="9130030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椭圆 37"/>
          <p:cNvSpPr/>
          <p:nvPr>
            <p:custDataLst>
              <p:tags r:id="rId11"/>
            </p:custDataLst>
          </p:nvPr>
        </p:nvSpPr>
        <p:spPr>
          <a:xfrm>
            <a:off x="9340850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椭圆 38"/>
          <p:cNvSpPr/>
          <p:nvPr>
            <p:custDataLst>
              <p:tags r:id="rId12"/>
            </p:custDataLst>
          </p:nvPr>
        </p:nvSpPr>
        <p:spPr>
          <a:xfrm>
            <a:off x="9551035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椭圆 41"/>
          <p:cNvSpPr/>
          <p:nvPr>
            <p:custDataLst>
              <p:tags r:id="rId13"/>
            </p:custDataLst>
          </p:nvPr>
        </p:nvSpPr>
        <p:spPr>
          <a:xfrm>
            <a:off x="8498840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椭圆 42"/>
          <p:cNvSpPr/>
          <p:nvPr>
            <p:custDataLst>
              <p:tags r:id="rId14"/>
            </p:custDataLst>
          </p:nvPr>
        </p:nvSpPr>
        <p:spPr>
          <a:xfrm>
            <a:off x="8709025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椭圆 43"/>
          <p:cNvSpPr/>
          <p:nvPr>
            <p:custDataLst>
              <p:tags r:id="rId15"/>
            </p:custDataLst>
          </p:nvPr>
        </p:nvSpPr>
        <p:spPr>
          <a:xfrm>
            <a:off x="8919845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椭圆 44"/>
          <p:cNvSpPr/>
          <p:nvPr>
            <p:custDataLst>
              <p:tags r:id="rId16"/>
            </p:custDataLst>
          </p:nvPr>
        </p:nvSpPr>
        <p:spPr>
          <a:xfrm>
            <a:off x="9130030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椭圆 45"/>
          <p:cNvSpPr/>
          <p:nvPr>
            <p:custDataLst>
              <p:tags r:id="rId17"/>
            </p:custDataLst>
          </p:nvPr>
        </p:nvSpPr>
        <p:spPr>
          <a:xfrm>
            <a:off x="9340850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椭圆 46"/>
          <p:cNvSpPr/>
          <p:nvPr>
            <p:custDataLst>
              <p:tags r:id="rId18"/>
            </p:custDataLst>
          </p:nvPr>
        </p:nvSpPr>
        <p:spPr>
          <a:xfrm>
            <a:off x="9551035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椭圆 48"/>
          <p:cNvSpPr/>
          <p:nvPr>
            <p:custDataLst>
              <p:tags r:id="rId19"/>
            </p:custDataLst>
          </p:nvPr>
        </p:nvSpPr>
        <p:spPr>
          <a:xfrm>
            <a:off x="8498840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椭圆 49"/>
          <p:cNvSpPr/>
          <p:nvPr>
            <p:custDataLst>
              <p:tags r:id="rId20"/>
            </p:custDataLst>
          </p:nvPr>
        </p:nvSpPr>
        <p:spPr>
          <a:xfrm>
            <a:off x="8709025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椭圆 50"/>
          <p:cNvSpPr/>
          <p:nvPr>
            <p:custDataLst>
              <p:tags r:id="rId21"/>
            </p:custDataLst>
          </p:nvPr>
        </p:nvSpPr>
        <p:spPr>
          <a:xfrm>
            <a:off x="8919845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椭圆 51"/>
          <p:cNvSpPr/>
          <p:nvPr>
            <p:custDataLst>
              <p:tags r:id="rId22"/>
            </p:custDataLst>
          </p:nvPr>
        </p:nvSpPr>
        <p:spPr>
          <a:xfrm>
            <a:off x="9130030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椭圆 52"/>
          <p:cNvSpPr/>
          <p:nvPr>
            <p:custDataLst>
              <p:tags r:id="rId23"/>
            </p:custDataLst>
          </p:nvPr>
        </p:nvSpPr>
        <p:spPr>
          <a:xfrm>
            <a:off x="9340850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椭圆 53"/>
          <p:cNvSpPr/>
          <p:nvPr>
            <p:custDataLst>
              <p:tags r:id="rId24"/>
            </p:custDataLst>
          </p:nvPr>
        </p:nvSpPr>
        <p:spPr>
          <a:xfrm>
            <a:off x="9551035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5"/>
          <p:cNvSpPr/>
          <p:nvPr>
            <p:custDataLst>
              <p:tags r:id="rId25"/>
            </p:custDataLst>
          </p:nvPr>
        </p:nvSpPr>
        <p:spPr>
          <a:xfrm>
            <a:off x="8498840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6"/>
          <p:cNvSpPr/>
          <p:nvPr>
            <p:custDataLst>
              <p:tags r:id="rId26"/>
            </p:custDataLst>
          </p:nvPr>
        </p:nvSpPr>
        <p:spPr>
          <a:xfrm>
            <a:off x="8709025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7"/>
          <p:cNvSpPr/>
          <p:nvPr>
            <p:custDataLst>
              <p:tags r:id="rId27"/>
            </p:custDataLst>
          </p:nvPr>
        </p:nvSpPr>
        <p:spPr>
          <a:xfrm>
            <a:off x="8919845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椭圆 58"/>
          <p:cNvSpPr/>
          <p:nvPr>
            <p:custDataLst>
              <p:tags r:id="rId28"/>
            </p:custDataLst>
          </p:nvPr>
        </p:nvSpPr>
        <p:spPr>
          <a:xfrm>
            <a:off x="9130030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椭圆 59"/>
          <p:cNvSpPr/>
          <p:nvPr>
            <p:custDataLst>
              <p:tags r:id="rId29"/>
            </p:custDataLst>
          </p:nvPr>
        </p:nvSpPr>
        <p:spPr>
          <a:xfrm>
            <a:off x="9340850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椭圆 60"/>
          <p:cNvSpPr/>
          <p:nvPr>
            <p:custDataLst>
              <p:tags r:id="rId30"/>
            </p:custDataLst>
          </p:nvPr>
        </p:nvSpPr>
        <p:spPr>
          <a:xfrm>
            <a:off x="9551035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椭圆 62"/>
          <p:cNvSpPr/>
          <p:nvPr>
            <p:custDataLst>
              <p:tags r:id="rId31"/>
            </p:custDataLst>
          </p:nvPr>
        </p:nvSpPr>
        <p:spPr>
          <a:xfrm>
            <a:off x="8498840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椭圆 63"/>
          <p:cNvSpPr/>
          <p:nvPr>
            <p:custDataLst>
              <p:tags r:id="rId32"/>
            </p:custDataLst>
          </p:nvPr>
        </p:nvSpPr>
        <p:spPr>
          <a:xfrm>
            <a:off x="8709025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椭圆 64"/>
          <p:cNvSpPr/>
          <p:nvPr>
            <p:custDataLst>
              <p:tags r:id="rId33"/>
            </p:custDataLst>
          </p:nvPr>
        </p:nvSpPr>
        <p:spPr>
          <a:xfrm>
            <a:off x="8919845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椭圆 65"/>
          <p:cNvSpPr/>
          <p:nvPr>
            <p:custDataLst>
              <p:tags r:id="rId34"/>
            </p:custDataLst>
          </p:nvPr>
        </p:nvSpPr>
        <p:spPr>
          <a:xfrm>
            <a:off x="9130030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椭圆 66"/>
          <p:cNvSpPr/>
          <p:nvPr>
            <p:custDataLst>
              <p:tags r:id="rId35"/>
            </p:custDataLst>
          </p:nvPr>
        </p:nvSpPr>
        <p:spPr>
          <a:xfrm>
            <a:off x="9340850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椭圆 67"/>
          <p:cNvSpPr/>
          <p:nvPr>
            <p:custDataLst>
              <p:tags r:id="rId36"/>
            </p:custDataLst>
          </p:nvPr>
        </p:nvSpPr>
        <p:spPr>
          <a:xfrm>
            <a:off x="9551035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椭圆 81"/>
          <p:cNvSpPr/>
          <p:nvPr>
            <p:custDataLst>
              <p:tags r:id="rId37"/>
            </p:custDataLst>
          </p:nvPr>
        </p:nvSpPr>
        <p:spPr>
          <a:xfrm>
            <a:off x="8503285" y="-4000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椭圆 82"/>
          <p:cNvSpPr/>
          <p:nvPr>
            <p:custDataLst>
              <p:tags r:id="rId38"/>
            </p:custDataLst>
          </p:nvPr>
        </p:nvSpPr>
        <p:spPr>
          <a:xfrm>
            <a:off x="8713470" y="-4000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椭圆 83"/>
          <p:cNvSpPr/>
          <p:nvPr>
            <p:custDataLst>
              <p:tags r:id="rId39"/>
            </p:custDataLst>
          </p:nvPr>
        </p:nvSpPr>
        <p:spPr>
          <a:xfrm>
            <a:off x="8924290" y="-4000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椭圆 84"/>
          <p:cNvSpPr/>
          <p:nvPr>
            <p:custDataLst>
              <p:tags r:id="rId40"/>
            </p:custDataLst>
          </p:nvPr>
        </p:nvSpPr>
        <p:spPr>
          <a:xfrm>
            <a:off x="9134475" y="-4000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椭圆 85"/>
          <p:cNvSpPr/>
          <p:nvPr>
            <p:custDataLst>
              <p:tags r:id="rId41"/>
            </p:custDataLst>
          </p:nvPr>
        </p:nvSpPr>
        <p:spPr>
          <a:xfrm>
            <a:off x="9345295" y="-4000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椭圆 86"/>
          <p:cNvSpPr/>
          <p:nvPr>
            <p:custDataLst>
              <p:tags r:id="rId42"/>
            </p:custDataLst>
          </p:nvPr>
        </p:nvSpPr>
        <p:spPr>
          <a:xfrm>
            <a:off x="9555480" y="-4000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椭圆 75"/>
          <p:cNvSpPr/>
          <p:nvPr>
            <p:custDataLst>
              <p:tags r:id="rId43"/>
            </p:custDataLst>
          </p:nvPr>
        </p:nvSpPr>
        <p:spPr>
          <a:xfrm>
            <a:off x="8503285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椭圆 76"/>
          <p:cNvSpPr/>
          <p:nvPr>
            <p:custDataLst>
              <p:tags r:id="rId44"/>
            </p:custDataLst>
          </p:nvPr>
        </p:nvSpPr>
        <p:spPr>
          <a:xfrm>
            <a:off x="8713470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椭圆 77"/>
          <p:cNvSpPr/>
          <p:nvPr>
            <p:custDataLst>
              <p:tags r:id="rId45"/>
            </p:custDataLst>
          </p:nvPr>
        </p:nvSpPr>
        <p:spPr>
          <a:xfrm>
            <a:off x="8924290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椭圆 78"/>
          <p:cNvSpPr/>
          <p:nvPr>
            <p:custDataLst>
              <p:tags r:id="rId46"/>
            </p:custDataLst>
          </p:nvPr>
        </p:nvSpPr>
        <p:spPr>
          <a:xfrm>
            <a:off x="9134475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椭圆 79"/>
          <p:cNvSpPr/>
          <p:nvPr>
            <p:custDataLst>
              <p:tags r:id="rId47"/>
            </p:custDataLst>
          </p:nvPr>
        </p:nvSpPr>
        <p:spPr>
          <a:xfrm>
            <a:off x="9345295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椭圆 80"/>
          <p:cNvSpPr/>
          <p:nvPr>
            <p:custDataLst>
              <p:tags r:id="rId48"/>
            </p:custDataLst>
          </p:nvPr>
        </p:nvSpPr>
        <p:spPr>
          <a:xfrm>
            <a:off x="9555480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椭圆 252"/>
          <p:cNvSpPr/>
          <p:nvPr>
            <p:custDataLst>
              <p:tags r:id="rId49"/>
            </p:custDataLst>
          </p:nvPr>
        </p:nvSpPr>
        <p:spPr>
          <a:xfrm rot="5400000">
            <a:off x="1512570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椭圆 253"/>
          <p:cNvSpPr/>
          <p:nvPr>
            <p:custDataLst>
              <p:tags r:id="rId50"/>
            </p:custDataLst>
          </p:nvPr>
        </p:nvSpPr>
        <p:spPr>
          <a:xfrm rot="5400000">
            <a:off x="1512570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椭圆 254"/>
          <p:cNvSpPr/>
          <p:nvPr>
            <p:custDataLst>
              <p:tags r:id="rId51"/>
            </p:custDataLst>
          </p:nvPr>
        </p:nvSpPr>
        <p:spPr>
          <a:xfrm rot="5400000">
            <a:off x="1512570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椭圆 255"/>
          <p:cNvSpPr/>
          <p:nvPr>
            <p:custDataLst>
              <p:tags r:id="rId52"/>
            </p:custDataLst>
          </p:nvPr>
        </p:nvSpPr>
        <p:spPr>
          <a:xfrm rot="5400000">
            <a:off x="1512570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椭圆 246"/>
          <p:cNvSpPr/>
          <p:nvPr>
            <p:custDataLst>
              <p:tags r:id="rId53"/>
            </p:custDataLst>
          </p:nvPr>
        </p:nvSpPr>
        <p:spPr>
          <a:xfrm rot="5400000">
            <a:off x="1328420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椭圆 247"/>
          <p:cNvSpPr/>
          <p:nvPr>
            <p:custDataLst>
              <p:tags r:id="rId54"/>
            </p:custDataLst>
          </p:nvPr>
        </p:nvSpPr>
        <p:spPr>
          <a:xfrm rot="5400000">
            <a:off x="1328420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椭圆 248"/>
          <p:cNvSpPr/>
          <p:nvPr>
            <p:custDataLst>
              <p:tags r:id="rId55"/>
            </p:custDataLst>
          </p:nvPr>
        </p:nvSpPr>
        <p:spPr>
          <a:xfrm rot="5400000">
            <a:off x="1328420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椭圆 249"/>
          <p:cNvSpPr/>
          <p:nvPr>
            <p:custDataLst>
              <p:tags r:id="rId56"/>
            </p:custDataLst>
          </p:nvPr>
        </p:nvSpPr>
        <p:spPr>
          <a:xfrm rot="5400000">
            <a:off x="1328420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椭圆 240"/>
          <p:cNvSpPr/>
          <p:nvPr>
            <p:custDataLst>
              <p:tags r:id="rId57"/>
            </p:custDataLst>
          </p:nvPr>
        </p:nvSpPr>
        <p:spPr>
          <a:xfrm rot="5400000">
            <a:off x="1144905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椭圆 241"/>
          <p:cNvSpPr/>
          <p:nvPr>
            <p:custDataLst>
              <p:tags r:id="rId58"/>
            </p:custDataLst>
          </p:nvPr>
        </p:nvSpPr>
        <p:spPr>
          <a:xfrm rot="5400000">
            <a:off x="1144905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椭圆 242"/>
          <p:cNvSpPr/>
          <p:nvPr>
            <p:custDataLst>
              <p:tags r:id="rId59"/>
            </p:custDataLst>
          </p:nvPr>
        </p:nvSpPr>
        <p:spPr>
          <a:xfrm rot="5400000">
            <a:off x="1144905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椭圆 243"/>
          <p:cNvSpPr/>
          <p:nvPr>
            <p:custDataLst>
              <p:tags r:id="rId60"/>
            </p:custDataLst>
          </p:nvPr>
        </p:nvSpPr>
        <p:spPr>
          <a:xfrm rot="5400000">
            <a:off x="1144905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椭圆 234"/>
          <p:cNvSpPr/>
          <p:nvPr>
            <p:custDataLst>
              <p:tags r:id="rId61"/>
            </p:custDataLst>
          </p:nvPr>
        </p:nvSpPr>
        <p:spPr>
          <a:xfrm rot="5400000">
            <a:off x="960755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椭圆 235"/>
          <p:cNvSpPr/>
          <p:nvPr>
            <p:custDataLst>
              <p:tags r:id="rId62"/>
            </p:custDataLst>
          </p:nvPr>
        </p:nvSpPr>
        <p:spPr>
          <a:xfrm rot="5400000">
            <a:off x="960755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椭圆 236"/>
          <p:cNvSpPr/>
          <p:nvPr>
            <p:custDataLst>
              <p:tags r:id="rId63"/>
            </p:custDataLst>
          </p:nvPr>
        </p:nvSpPr>
        <p:spPr>
          <a:xfrm rot="5400000">
            <a:off x="960755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椭圆 237"/>
          <p:cNvSpPr/>
          <p:nvPr>
            <p:custDataLst>
              <p:tags r:id="rId64"/>
            </p:custDataLst>
          </p:nvPr>
        </p:nvSpPr>
        <p:spPr>
          <a:xfrm rot="5400000">
            <a:off x="960755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椭圆 228"/>
          <p:cNvSpPr/>
          <p:nvPr>
            <p:custDataLst>
              <p:tags r:id="rId65"/>
            </p:custDataLst>
          </p:nvPr>
        </p:nvSpPr>
        <p:spPr>
          <a:xfrm rot="5400000">
            <a:off x="777240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椭圆 229"/>
          <p:cNvSpPr/>
          <p:nvPr>
            <p:custDataLst>
              <p:tags r:id="rId66"/>
            </p:custDataLst>
          </p:nvPr>
        </p:nvSpPr>
        <p:spPr>
          <a:xfrm rot="5400000">
            <a:off x="777240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椭圆 230"/>
          <p:cNvSpPr/>
          <p:nvPr>
            <p:custDataLst>
              <p:tags r:id="rId67"/>
            </p:custDataLst>
          </p:nvPr>
        </p:nvSpPr>
        <p:spPr>
          <a:xfrm rot="5400000">
            <a:off x="777240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椭圆 231"/>
          <p:cNvSpPr/>
          <p:nvPr>
            <p:custDataLst>
              <p:tags r:id="rId68"/>
            </p:custDataLst>
          </p:nvPr>
        </p:nvSpPr>
        <p:spPr>
          <a:xfrm rot="5400000">
            <a:off x="777240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椭圆 217"/>
          <p:cNvSpPr/>
          <p:nvPr>
            <p:custDataLst>
              <p:tags r:id="rId69"/>
            </p:custDataLst>
          </p:nvPr>
        </p:nvSpPr>
        <p:spPr>
          <a:xfrm rot="5400000">
            <a:off x="2422525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椭圆 218"/>
          <p:cNvSpPr/>
          <p:nvPr>
            <p:custDataLst>
              <p:tags r:id="rId70"/>
            </p:custDataLst>
          </p:nvPr>
        </p:nvSpPr>
        <p:spPr>
          <a:xfrm rot="5400000">
            <a:off x="2422525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椭圆 219"/>
          <p:cNvSpPr/>
          <p:nvPr>
            <p:custDataLst>
              <p:tags r:id="rId71"/>
            </p:custDataLst>
          </p:nvPr>
        </p:nvSpPr>
        <p:spPr>
          <a:xfrm rot="5400000">
            <a:off x="2422525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椭圆 220"/>
          <p:cNvSpPr/>
          <p:nvPr>
            <p:custDataLst>
              <p:tags r:id="rId72"/>
            </p:custDataLst>
          </p:nvPr>
        </p:nvSpPr>
        <p:spPr>
          <a:xfrm rot="5400000">
            <a:off x="2422525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椭圆 211"/>
          <p:cNvSpPr/>
          <p:nvPr>
            <p:custDataLst>
              <p:tags r:id="rId73"/>
            </p:custDataLst>
          </p:nvPr>
        </p:nvSpPr>
        <p:spPr>
          <a:xfrm rot="5400000">
            <a:off x="2238375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椭圆 212"/>
          <p:cNvSpPr/>
          <p:nvPr>
            <p:custDataLst>
              <p:tags r:id="rId74"/>
            </p:custDataLst>
          </p:nvPr>
        </p:nvSpPr>
        <p:spPr>
          <a:xfrm rot="5400000">
            <a:off x="2238375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椭圆 213"/>
          <p:cNvSpPr/>
          <p:nvPr>
            <p:custDataLst>
              <p:tags r:id="rId75"/>
            </p:custDataLst>
          </p:nvPr>
        </p:nvSpPr>
        <p:spPr>
          <a:xfrm rot="5400000">
            <a:off x="2238375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椭圆 214"/>
          <p:cNvSpPr/>
          <p:nvPr>
            <p:custDataLst>
              <p:tags r:id="rId76"/>
            </p:custDataLst>
          </p:nvPr>
        </p:nvSpPr>
        <p:spPr>
          <a:xfrm rot="5400000">
            <a:off x="2238375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椭圆 205"/>
          <p:cNvSpPr/>
          <p:nvPr>
            <p:custDataLst>
              <p:tags r:id="rId77"/>
            </p:custDataLst>
          </p:nvPr>
        </p:nvSpPr>
        <p:spPr>
          <a:xfrm rot="5400000">
            <a:off x="2054860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椭圆 206"/>
          <p:cNvSpPr/>
          <p:nvPr>
            <p:custDataLst>
              <p:tags r:id="rId78"/>
            </p:custDataLst>
          </p:nvPr>
        </p:nvSpPr>
        <p:spPr>
          <a:xfrm rot="5400000">
            <a:off x="2054860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椭圆 207"/>
          <p:cNvSpPr/>
          <p:nvPr>
            <p:custDataLst>
              <p:tags r:id="rId79"/>
            </p:custDataLst>
          </p:nvPr>
        </p:nvSpPr>
        <p:spPr>
          <a:xfrm rot="5400000">
            <a:off x="2054860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椭圆 208"/>
          <p:cNvSpPr/>
          <p:nvPr>
            <p:custDataLst>
              <p:tags r:id="rId80"/>
            </p:custDataLst>
          </p:nvPr>
        </p:nvSpPr>
        <p:spPr>
          <a:xfrm rot="5400000">
            <a:off x="2054860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椭圆 199"/>
          <p:cNvSpPr/>
          <p:nvPr>
            <p:custDataLst>
              <p:tags r:id="rId81"/>
            </p:custDataLst>
          </p:nvPr>
        </p:nvSpPr>
        <p:spPr>
          <a:xfrm rot="5400000">
            <a:off x="1870710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椭圆 200"/>
          <p:cNvSpPr/>
          <p:nvPr>
            <p:custDataLst>
              <p:tags r:id="rId82"/>
            </p:custDataLst>
          </p:nvPr>
        </p:nvSpPr>
        <p:spPr>
          <a:xfrm rot="5400000">
            <a:off x="1870710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椭圆 201"/>
          <p:cNvSpPr/>
          <p:nvPr>
            <p:custDataLst>
              <p:tags r:id="rId83"/>
            </p:custDataLst>
          </p:nvPr>
        </p:nvSpPr>
        <p:spPr>
          <a:xfrm rot="5400000">
            <a:off x="1870710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椭圆 202"/>
          <p:cNvSpPr/>
          <p:nvPr>
            <p:custDataLst>
              <p:tags r:id="rId84"/>
            </p:custDataLst>
          </p:nvPr>
        </p:nvSpPr>
        <p:spPr>
          <a:xfrm rot="5400000">
            <a:off x="1870710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椭圆 193"/>
          <p:cNvSpPr/>
          <p:nvPr>
            <p:custDataLst>
              <p:tags r:id="rId85"/>
            </p:custDataLst>
          </p:nvPr>
        </p:nvSpPr>
        <p:spPr>
          <a:xfrm rot="5400000">
            <a:off x="1687195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椭圆 194"/>
          <p:cNvSpPr/>
          <p:nvPr>
            <p:custDataLst>
              <p:tags r:id="rId86"/>
            </p:custDataLst>
          </p:nvPr>
        </p:nvSpPr>
        <p:spPr>
          <a:xfrm rot="5400000">
            <a:off x="1687195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椭圆 195"/>
          <p:cNvSpPr/>
          <p:nvPr>
            <p:custDataLst>
              <p:tags r:id="rId87"/>
            </p:custDataLst>
          </p:nvPr>
        </p:nvSpPr>
        <p:spPr>
          <a:xfrm rot="5400000">
            <a:off x="1687195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椭圆 196"/>
          <p:cNvSpPr/>
          <p:nvPr>
            <p:custDataLst>
              <p:tags r:id="rId88"/>
            </p:custDataLst>
          </p:nvPr>
        </p:nvSpPr>
        <p:spPr>
          <a:xfrm rot="5400000">
            <a:off x="1687195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89"/>
            </p:custDataLst>
          </p:nvPr>
        </p:nvSpPr>
        <p:spPr>
          <a:xfrm>
            <a:off x="187960" y="2734945"/>
            <a:ext cx="7887970" cy="28244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90"/>
            </p:custDataLst>
          </p:nvPr>
        </p:nvSpPr>
        <p:spPr>
          <a:xfrm>
            <a:off x="417830" y="1958975"/>
            <a:ext cx="1277620" cy="483870"/>
          </a:xfrm>
          <a:prstGeom prst="rect">
            <a:avLst/>
          </a:prstGeom>
          <a:noFill/>
        </p:spPr>
        <p:txBody>
          <a:bodyPr wrap="none" lIns="91440" tIns="45720" rIns="91440" bIns="4572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chemeClr val="bg1"/>
                </a:solidFill>
                <a:latin typeface="+mn-lt"/>
                <a:sym typeface="+mn-ea"/>
              </a:defRPr>
            </a:lvl1pPr>
          </a:lstStyle>
          <a:p>
            <a:pPr lvl="0" algn="ctr"/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774368" cy="1437373"/>
          </a:xfrm>
          <a:custGeom>
            <a:avLst/>
            <a:gdLst>
              <a:gd name="connsiteX0" fmla="*/ 0 w 1774368"/>
              <a:gd name="connsiteY0" fmla="*/ 0 h 1437373"/>
              <a:gd name="connsiteX1" fmla="*/ 1774368 w 1774368"/>
              <a:gd name="connsiteY1" fmla="*/ 0 h 1437373"/>
              <a:gd name="connsiteX2" fmla="*/ 1753498 w 1774368"/>
              <a:gd name="connsiteY2" fmla="*/ 110326 h 1437373"/>
              <a:gd name="connsiteX3" fmla="*/ 1262636 w 1774368"/>
              <a:gd name="connsiteY3" fmla="*/ 948023 h 1437373"/>
              <a:gd name="connsiteX4" fmla="*/ 35728 w 1774368"/>
              <a:gd name="connsiteY4" fmla="*/ 1432797 h 1437373"/>
              <a:gd name="connsiteX5" fmla="*/ 0 w 1774368"/>
              <a:gd name="connsiteY5" fmla="*/ 1427788 h 143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4368" h="1437373">
                <a:moveTo>
                  <a:pt x="0" y="0"/>
                </a:moveTo>
                <a:lnTo>
                  <a:pt x="1774368" y="0"/>
                </a:lnTo>
                <a:lnTo>
                  <a:pt x="1753498" y="110326"/>
                </a:lnTo>
                <a:cubicBezTo>
                  <a:pt x="1684168" y="404241"/>
                  <a:pt x="1518035" y="701136"/>
                  <a:pt x="1262636" y="948023"/>
                </a:cubicBezTo>
                <a:cubicBezTo>
                  <a:pt x="897780" y="1300719"/>
                  <a:pt x="437098" y="1467884"/>
                  <a:pt x="35728" y="1432797"/>
                </a:cubicBezTo>
                <a:lnTo>
                  <a:pt x="0" y="142778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任意多边形: 形状 2"/>
          <p:cNvSpPr/>
          <p:nvPr userDrawn="1">
            <p:custDataLst>
              <p:tags r:id="rId3"/>
            </p:custDataLst>
          </p:nvPr>
        </p:nvSpPr>
        <p:spPr>
          <a:xfrm>
            <a:off x="10060565" y="5336500"/>
            <a:ext cx="2131435" cy="1521500"/>
          </a:xfrm>
          <a:custGeom>
            <a:avLst/>
            <a:gdLst>
              <a:gd name="connsiteX0" fmla="*/ 1626019 w 2131435"/>
              <a:gd name="connsiteY0" fmla="*/ 101 h 1521500"/>
              <a:gd name="connsiteX1" fmla="*/ 2089085 w 2131435"/>
              <a:gd name="connsiteY1" fmla="*/ 91213 h 1521500"/>
              <a:gd name="connsiteX2" fmla="*/ 2131435 w 2131435"/>
              <a:gd name="connsiteY2" fmla="*/ 113428 h 1521500"/>
              <a:gd name="connsiteX3" fmla="*/ 2131435 w 2131435"/>
              <a:gd name="connsiteY3" fmla="*/ 1521500 h 1521500"/>
              <a:gd name="connsiteX4" fmla="*/ 0 w 2131435"/>
              <a:gd name="connsiteY4" fmla="*/ 1521500 h 1521500"/>
              <a:gd name="connsiteX5" fmla="*/ 6520 w 2131435"/>
              <a:gd name="connsiteY5" fmla="*/ 1452674 h 1521500"/>
              <a:gd name="connsiteX6" fmla="*/ 521147 w 2131435"/>
              <a:gd name="connsiteY6" fmla="*/ 489350 h 1521500"/>
              <a:gd name="connsiteX7" fmla="*/ 1626019 w 2131435"/>
              <a:gd name="connsiteY7" fmla="*/ 101 h 152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1435" h="1521500">
                <a:moveTo>
                  <a:pt x="1626019" y="101"/>
                </a:moveTo>
                <a:cubicBezTo>
                  <a:pt x="1790692" y="-1978"/>
                  <a:pt x="1948356" y="28036"/>
                  <a:pt x="2089085" y="91213"/>
                </a:cubicBezTo>
                <a:lnTo>
                  <a:pt x="2131435" y="113428"/>
                </a:lnTo>
                <a:lnTo>
                  <a:pt x="2131435" y="1521500"/>
                </a:lnTo>
                <a:lnTo>
                  <a:pt x="0" y="1521500"/>
                </a:lnTo>
                <a:lnTo>
                  <a:pt x="6520" y="1452674"/>
                </a:lnTo>
                <a:cubicBezTo>
                  <a:pt x="53971" y="1118979"/>
                  <a:pt x="229262" y="771506"/>
                  <a:pt x="521147" y="489350"/>
                </a:cubicBezTo>
                <a:cubicBezTo>
                  <a:pt x="849518" y="171924"/>
                  <a:pt x="1255507" y="4778"/>
                  <a:pt x="1626019" y="10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正文"/>
          <p:cNvSpPr txBox="1">
            <a:spLocks noGrp="1"/>
          </p:cNvSpPr>
          <p:nvPr>
            <p:ph idx="46" hasCustomPrompt="1"/>
            <p:custDataLst>
              <p:tags r:id="rId4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45" hasCustomPrompt="1"/>
            <p:custDataLst>
              <p:tags r:id="rId5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507" name="椭圆 506"/>
          <p:cNvSpPr/>
          <p:nvPr>
            <p:custDataLst>
              <p:tags r:id="rId6"/>
            </p:custDataLst>
          </p:nvPr>
        </p:nvSpPr>
        <p:spPr>
          <a:xfrm rot="5400000">
            <a:off x="169989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椭圆 507"/>
          <p:cNvSpPr/>
          <p:nvPr>
            <p:custDataLst>
              <p:tags r:id="rId7"/>
            </p:custDataLst>
          </p:nvPr>
        </p:nvSpPr>
        <p:spPr>
          <a:xfrm rot="5400000">
            <a:off x="169989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椭圆 508"/>
          <p:cNvSpPr/>
          <p:nvPr>
            <p:custDataLst>
              <p:tags r:id="rId8"/>
            </p:custDataLst>
          </p:nvPr>
        </p:nvSpPr>
        <p:spPr>
          <a:xfrm rot="5400000">
            <a:off x="169989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0" name="椭圆 509"/>
          <p:cNvSpPr/>
          <p:nvPr>
            <p:custDataLst>
              <p:tags r:id="rId9"/>
            </p:custDataLst>
          </p:nvPr>
        </p:nvSpPr>
        <p:spPr>
          <a:xfrm rot="5400000">
            <a:off x="169989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椭圆 510"/>
          <p:cNvSpPr/>
          <p:nvPr>
            <p:custDataLst>
              <p:tags r:id="rId10"/>
            </p:custDataLst>
          </p:nvPr>
        </p:nvSpPr>
        <p:spPr>
          <a:xfrm rot="5400000">
            <a:off x="151574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" name="椭圆 511"/>
          <p:cNvSpPr/>
          <p:nvPr>
            <p:custDataLst>
              <p:tags r:id="rId11"/>
            </p:custDataLst>
          </p:nvPr>
        </p:nvSpPr>
        <p:spPr>
          <a:xfrm rot="5400000">
            <a:off x="151574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椭圆 512"/>
          <p:cNvSpPr/>
          <p:nvPr>
            <p:custDataLst>
              <p:tags r:id="rId12"/>
            </p:custDataLst>
          </p:nvPr>
        </p:nvSpPr>
        <p:spPr>
          <a:xfrm rot="5400000">
            <a:off x="151574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椭圆 513"/>
          <p:cNvSpPr/>
          <p:nvPr>
            <p:custDataLst>
              <p:tags r:id="rId13"/>
            </p:custDataLst>
          </p:nvPr>
        </p:nvSpPr>
        <p:spPr>
          <a:xfrm rot="5400000">
            <a:off x="151574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椭圆 514"/>
          <p:cNvSpPr/>
          <p:nvPr>
            <p:custDataLst>
              <p:tags r:id="rId14"/>
            </p:custDataLst>
          </p:nvPr>
        </p:nvSpPr>
        <p:spPr>
          <a:xfrm rot="5400000">
            <a:off x="133223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椭圆 515"/>
          <p:cNvSpPr/>
          <p:nvPr>
            <p:custDataLst>
              <p:tags r:id="rId15"/>
            </p:custDataLst>
          </p:nvPr>
        </p:nvSpPr>
        <p:spPr>
          <a:xfrm rot="5400000">
            <a:off x="133223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" name="椭圆 516"/>
          <p:cNvSpPr/>
          <p:nvPr>
            <p:custDataLst>
              <p:tags r:id="rId16"/>
            </p:custDataLst>
          </p:nvPr>
        </p:nvSpPr>
        <p:spPr>
          <a:xfrm rot="5400000">
            <a:off x="133223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椭圆 517"/>
          <p:cNvSpPr/>
          <p:nvPr>
            <p:custDataLst>
              <p:tags r:id="rId17"/>
            </p:custDataLst>
          </p:nvPr>
        </p:nvSpPr>
        <p:spPr>
          <a:xfrm rot="5400000">
            <a:off x="133223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椭圆 518"/>
          <p:cNvSpPr/>
          <p:nvPr>
            <p:custDataLst>
              <p:tags r:id="rId18"/>
            </p:custDataLst>
          </p:nvPr>
        </p:nvSpPr>
        <p:spPr>
          <a:xfrm rot="5400000">
            <a:off x="114808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椭圆 519"/>
          <p:cNvSpPr/>
          <p:nvPr>
            <p:custDataLst>
              <p:tags r:id="rId19"/>
            </p:custDataLst>
          </p:nvPr>
        </p:nvSpPr>
        <p:spPr>
          <a:xfrm rot="5400000">
            <a:off x="114808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椭圆 520"/>
          <p:cNvSpPr/>
          <p:nvPr>
            <p:custDataLst>
              <p:tags r:id="rId20"/>
            </p:custDataLst>
          </p:nvPr>
        </p:nvSpPr>
        <p:spPr>
          <a:xfrm rot="5400000">
            <a:off x="114808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椭圆 521"/>
          <p:cNvSpPr/>
          <p:nvPr>
            <p:custDataLst>
              <p:tags r:id="rId21"/>
            </p:custDataLst>
          </p:nvPr>
        </p:nvSpPr>
        <p:spPr>
          <a:xfrm rot="5400000">
            <a:off x="114808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椭圆 522"/>
          <p:cNvSpPr/>
          <p:nvPr>
            <p:custDataLst>
              <p:tags r:id="rId22"/>
            </p:custDataLst>
          </p:nvPr>
        </p:nvSpPr>
        <p:spPr>
          <a:xfrm rot="5400000">
            <a:off x="96456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椭圆 523"/>
          <p:cNvSpPr/>
          <p:nvPr>
            <p:custDataLst>
              <p:tags r:id="rId23"/>
            </p:custDataLst>
          </p:nvPr>
        </p:nvSpPr>
        <p:spPr>
          <a:xfrm rot="5400000">
            <a:off x="96456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" name="椭圆 524"/>
          <p:cNvSpPr/>
          <p:nvPr>
            <p:custDataLst>
              <p:tags r:id="rId24"/>
            </p:custDataLst>
          </p:nvPr>
        </p:nvSpPr>
        <p:spPr>
          <a:xfrm rot="5400000">
            <a:off x="96456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椭圆 525"/>
          <p:cNvSpPr/>
          <p:nvPr>
            <p:custDataLst>
              <p:tags r:id="rId25"/>
            </p:custDataLst>
          </p:nvPr>
        </p:nvSpPr>
        <p:spPr>
          <a:xfrm rot="5400000">
            <a:off x="96456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椭圆 526"/>
          <p:cNvSpPr/>
          <p:nvPr>
            <p:custDataLst>
              <p:tags r:id="rId26"/>
            </p:custDataLst>
          </p:nvPr>
        </p:nvSpPr>
        <p:spPr>
          <a:xfrm rot="5400000">
            <a:off x="260985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8" name="椭圆 527"/>
          <p:cNvSpPr/>
          <p:nvPr>
            <p:custDataLst>
              <p:tags r:id="rId27"/>
            </p:custDataLst>
          </p:nvPr>
        </p:nvSpPr>
        <p:spPr>
          <a:xfrm rot="5400000">
            <a:off x="260985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椭圆 528"/>
          <p:cNvSpPr/>
          <p:nvPr>
            <p:custDataLst>
              <p:tags r:id="rId28"/>
            </p:custDataLst>
          </p:nvPr>
        </p:nvSpPr>
        <p:spPr>
          <a:xfrm rot="5400000">
            <a:off x="260985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0" name="椭圆 529"/>
          <p:cNvSpPr/>
          <p:nvPr>
            <p:custDataLst>
              <p:tags r:id="rId29"/>
            </p:custDataLst>
          </p:nvPr>
        </p:nvSpPr>
        <p:spPr>
          <a:xfrm rot="5400000">
            <a:off x="260985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1" name="椭圆 530"/>
          <p:cNvSpPr/>
          <p:nvPr>
            <p:custDataLst>
              <p:tags r:id="rId30"/>
            </p:custDataLst>
          </p:nvPr>
        </p:nvSpPr>
        <p:spPr>
          <a:xfrm rot="5400000">
            <a:off x="242570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椭圆 531"/>
          <p:cNvSpPr/>
          <p:nvPr>
            <p:custDataLst>
              <p:tags r:id="rId31"/>
            </p:custDataLst>
          </p:nvPr>
        </p:nvSpPr>
        <p:spPr>
          <a:xfrm rot="5400000">
            <a:off x="242570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3" name="椭圆 532"/>
          <p:cNvSpPr/>
          <p:nvPr>
            <p:custDataLst>
              <p:tags r:id="rId32"/>
            </p:custDataLst>
          </p:nvPr>
        </p:nvSpPr>
        <p:spPr>
          <a:xfrm rot="5400000">
            <a:off x="242570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4" name="椭圆 533"/>
          <p:cNvSpPr/>
          <p:nvPr>
            <p:custDataLst>
              <p:tags r:id="rId33"/>
            </p:custDataLst>
          </p:nvPr>
        </p:nvSpPr>
        <p:spPr>
          <a:xfrm rot="5400000">
            <a:off x="242570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椭圆 534"/>
          <p:cNvSpPr/>
          <p:nvPr>
            <p:custDataLst>
              <p:tags r:id="rId34"/>
            </p:custDataLst>
          </p:nvPr>
        </p:nvSpPr>
        <p:spPr>
          <a:xfrm rot="5400000">
            <a:off x="224218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6" name="椭圆 535"/>
          <p:cNvSpPr/>
          <p:nvPr>
            <p:custDataLst>
              <p:tags r:id="rId35"/>
            </p:custDataLst>
          </p:nvPr>
        </p:nvSpPr>
        <p:spPr>
          <a:xfrm rot="5400000">
            <a:off x="224218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椭圆 536"/>
          <p:cNvSpPr/>
          <p:nvPr>
            <p:custDataLst>
              <p:tags r:id="rId36"/>
            </p:custDataLst>
          </p:nvPr>
        </p:nvSpPr>
        <p:spPr>
          <a:xfrm rot="5400000">
            <a:off x="224218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椭圆 537"/>
          <p:cNvSpPr/>
          <p:nvPr>
            <p:custDataLst>
              <p:tags r:id="rId37"/>
            </p:custDataLst>
          </p:nvPr>
        </p:nvSpPr>
        <p:spPr>
          <a:xfrm rot="5400000">
            <a:off x="224218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椭圆 538"/>
          <p:cNvSpPr/>
          <p:nvPr>
            <p:custDataLst>
              <p:tags r:id="rId38"/>
            </p:custDataLst>
          </p:nvPr>
        </p:nvSpPr>
        <p:spPr>
          <a:xfrm rot="5400000">
            <a:off x="205803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0" name="椭圆 539"/>
          <p:cNvSpPr/>
          <p:nvPr>
            <p:custDataLst>
              <p:tags r:id="rId39"/>
            </p:custDataLst>
          </p:nvPr>
        </p:nvSpPr>
        <p:spPr>
          <a:xfrm rot="5400000">
            <a:off x="205803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1" name="椭圆 540"/>
          <p:cNvSpPr/>
          <p:nvPr>
            <p:custDataLst>
              <p:tags r:id="rId40"/>
            </p:custDataLst>
          </p:nvPr>
        </p:nvSpPr>
        <p:spPr>
          <a:xfrm rot="5400000">
            <a:off x="205803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" name="椭圆 541"/>
          <p:cNvSpPr/>
          <p:nvPr>
            <p:custDataLst>
              <p:tags r:id="rId41"/>
            </p:custDataLst>
          </p:nvPr>
        </p:nvSpPr>
        <p:spPr>
          <a:xfrm rot="5400000">
            <a:off x="205803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3" name="椭圆 542"/>
          <p:cNvSpPr/>
          <p:nvPr>
            <p:custDataLst>
              <p:tags r:id="rId42"/>
            </p:custDataLst>
          </p:nvPr>
        </p:nvSpPr>
        <p:spPr>
          <a:xfrm rot="5400000">
            <a:off x="187452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椭圆 543"/>
          <p:cNvSpPr/>
          <p:nvPr>
            <p:custDataLst>
              <p:tags r:id="rId43"/>
            </p:custDataLst>
          </p:nvPr>
        </p:nvSpPr>
        <p:spPr>
          <a:xfrm rot="5400000">
            <a:off x="187452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椭圆 544"/>
          <p:cNvSpPr/>
          <p:nvPr>
            <p:custDataLst>
              <p:tags r:id="rId44"/>
            </p:custDataLst>
          </p:nvPr>
        </p:nvSpPr>
        <p:spPr>
          <a:xfrm rot="5400000">
            <a:off x="187452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椭圆 545"/>
          <p:cNvSpPr/>
          <p:nvPr>
            <p:custDataLst>
              <p:tags r:id="rId45"/>
            </p:custDataLst>
          </p:nvPr>
        </p:nvSpPr>
        <p:spPr>
          <a:xfrm rot="5400000">
            <a:off x="187452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6"/>
            </p:custDataLst>
          </p:nvPr>
        </p:nvSpPr>
        <p:spPr>
          <a:xfrm>
            <a:off x="608400" y="442348"/>
            <a:ext cx="10969200" cy="681355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uFillTx/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2"/>
            </p:custDataLst>
          </p:nvPr>
        </p:nvSpPr>
        <p:spPr>
          <a:xfrm>
            <a:off x="10060565" y="5336500"/>
            <a:ext cx="2131435" cy="1521500"/>
          </a:xfrm>
          <a:custGeom>
            <a:avLst/>
            <a:gdLst>
              <a:gd name="connsiteX0" fmla="*/ 1626019 w 2131435"/>
              <a:gd name="connsiteY0" fmla="*/ 101 h 1521500"/>
              <a:gd name="connsiteX1" fmla="*/ 2089085 w 2131435"/>
              <a:gd name="connsiteY1" fmla="*/ 91213 h 1521500"/>
              <a:gd name="connsiteX2" fmla="*/ 2131435 w 2131435"/>
              <a:gd name="connsiteY2" fmla="*/ 113428 h 1521500"/>
              <a:gd name="connsiteX3" fmla="*/ 2131435 w 2131435"/>
              <a:gd name="connsiteY3" fmla="*/ 1521500 h 1521500"/>
              <a:gd name="connsiteX4" fmla="*/ 0 w 2131435"/>
              <a:gd name="connsiteY4" fmla="*/ 1521500 h 1521500"/>
              <a:gd name="connsiteX5" fmla="*/ 6520 w 2131435"/>
              <a:gd name="connsiteY5" fmla="*/ 1452674 h 1521500"/>
              <a:gd name="connsiteX6" fmla="*/ 521147 w 2131435"/>
              <a:gd name="connsiteY6" fmla="*/ 489350 h 1521500"/>
              <a:gd name="connsiteX7" fmla="*/ 1626019 w 2131435"/>
              <a:gd name="connsiteY7" fmla="*/ 101 h 152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1435" h="1521500">
                <a:moveTo>
                  <a:pt x="1626019" y="101"/>
                </a:moveTo>
                <a:cubicBezTo>
                  <a:pt x="1790692" y="-1978"/>
                  <a:pt x="1948356" y="28036"/>
                  <a:pt x="2089085" y="91213"/>
                </a:cubicBezTo>
                <a:lnTo>
                  <a:pt x="2131435" y="113428"/>
                </a:lnTo>
                <a:lnTo>
                  <a:pt x="2131435" y="1521500"/>
                </a:lnTo>
                <a:lnTo>
                  <a:pt x="0" y="1521500"/>
                </a:lnTo>
                <a:lnTo>
                  <a:pt x="6520" y="1452674"/>
                </a:lnTo>
                <a:cubicBezTo>
                  <a:pt x="53971" y="1118979"/>
                  <a:pt x="229262" y="771506"/>
                  <a:pt x="521147" y="489350"/>
                </a:cubicBezTo>
                <a:cubicBezTo>
                  <a:pt x="849518" y="171924"/>
                  <a:pt x="1255507" y="4778"/>
                  <a:pt x="1626019" y="10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任意多边形: 形状 1"/>
          <p:cNvSpPr/>
          <p:nvPr userDrawn="1">
            <p:custDataLst>
              <p:tags r:id="rId3"/>
            </p:custDataLst>
          </p:nvPr>
        </p:nvSpPr>
        <p:spPr>
          <a:xfrm>
            <a:off x="0" y="2"/>
            <a:ext cx="1774368" cy="1437373"/>
          </a:xfrm>
          <a:custGeom>
            <a:avLst/>
            <a:gdLst>
              <a:gd name="connsiteX0" fmla="*/ 0 w 1774368"/>
              <a:gd name="connsiteY0" fmla="*/ 0 h 1437373"/>
              <a:gd name="connsiteX1" fmla="*/ 1774368 w 1774368"/>
              <a:gd name="connsiteY1" fmla="*/ 0 h 1437373"/>
              <a:gd name="connsiteX2" fmla="*/ 1753498 w 1774368"/>
              <a:gd name="connsiteY2" fmla="*/ 110326 h 1437373"/>
              <a:gd name="connsiteX3" fmla="*/ 1262636 w 1774368"/>
              <a:gd name="connsiteY3" fmla="*/ 948023 h 1437373"/>
              <a:gd name="connsiteX4" fmla="*/ 35728 w 1774368"/>
              <a:gd name="connsiteY4" fmla="*/ 1432797 h 1437373"/>
              <a:gd name="connsiteX5" fmla="*/ 0 w 1774368"/>
              <a:gd name="connsiteY5" fmla="*/ 1427788 h 143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4368" h="1437373">
                <a:moveTo>
                  <a:pt x="0" y="0"/>
                </a:moveTo>
                <a:lnTo>
                  <a:pt x="1774368" y="0"/>
                </a:lnTo>
                <a:lnTo>
                  <a:pt x="1753498" y="110326"/>
                </a:lnTo>
                <a:cubicBezTo>
                  <a:pt x="1684168" y="404241"/>
                  <a:pt x="1518035" y="701136"/>
                  <a:pt x="1262636" y="948023"/>
                </a:cubicBezTo>
                <a:cubicBezTo>
                  <a:pt x="897780" y="1300719"/>
                  <a:pt x="437098" y="1467884"/>
                  <a:pt x="35728" y="1432797"/>
                </a:cubicBezTo>
                <a:lnTo>
                  <a:pt x="0" y="142778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14" name="正文"/>
          <p:cNvSpPr txBox="1">
            <a:spLocks noGrp="1"/>
          </p:cNvSpPr>
          <p:nvPr>
            <p:ph idx="48" hasCustomPrompt="1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7" hasCustomPrompt="1"/>
            <p:custDataLst>
              <p:tags r:id="rId5"/>
            </p:custDataLst>
          </p:nvPr>
        </p:nvSpPr>
        <p:spPr>
          <a:xfrm>
            <a:off x="6235200" y="1419070"/>
            <a:ext cx="5342400" cy="420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46" hasCustomPrompt="1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45" hasCustomPrompt="1"/>
            <p:custDataLst>
              <p:tags r:id="rId7"/>
            </p:custDataLst>
          </p:nvPr>
        </p:nvSpPr>
        <p:spPr>
          <a:xfrm>
            <a:off x="608400" y="1429865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6" name="椭圆 125"/>
          <p:cNvSpPr/>
          <p:nvPr>
            <p:custDataLst>
              <p:tags r:id="rId8"/>
            </p:custDataLst>
          </p:nvPr>
        </p:nvSpPr>
        <p:spPr>
          <a:xfrm rot="5400000">
            <a:off x="169989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27" name="椭圆 126"/>
          <p:cNvSpPr/>
          <p:nvPr>
            <p:custDataLst>
              <p:tags r:id="rId9"/>
            </p:custDataLst>
          </p:nvPr>
        </p:nvSpPr>
        <p:spPr>
          <a:xfrm rot="5400000">
            <a:off x="169989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28" name="椭圆 127"/>
          <p:cNvSpPr/>
          <p:nvPr>
            <p:custDataLst>
              <p:tags r:id="rId10"/>
            </p:custDataLst>
          </p:nvPr>
        </p:nvSpPr>
        <p:spPr>
          <a:xfrm rot="5400000">
            <a:off x="169989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29" name="椭圆 128"/>
          <p:cNvSpPr/>
          <p:nvPr>
            <p:custDataLst>
              <p:tags r:id="rId11"/>
            </p:custDataLst>
          </p:nvPr>
        </p:nvSpPr>
        <p:spPr>
          <a:xfrm rot="5400000">
            <a:off x="169989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0" name="椭圆 129"/>
          <p:cNvSpPr/>
          <p:nvPr>
            <p:custDataLst>
              <p:tags r:id="rId12"/>
            </p:custDataLst>
          </p:nvPr>
        </p:nvSpPr>
        <p:spPr>
          <a:xfrm rot="5400000">
            <a:off x="151574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1" name="椭圆 130"/>
          <p:cNvSpPr/>
          <p:nvPr>
            <p:custDataLst>
              <p:tags r:id="rId13"/>
            </p:custDataLst>
          </p:nvPr>
        </p:nvSpPr>
        <p:spPr>
          <a:xfrm rot="5400000">
            <a:off x="151574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2" name="椭圆 131"/>
          <p:cNvSpPr/>
          <p:nvPr>
            <p:custDataLst>
              <p:tags r:id="rId14"/>
            </p:custDataLst>
          </p:nvPr>
        </p:nvSpPr>
        <p:spPr>
          <a:xfrm rot="5400000">
            <a:off x="151574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3" name="椭圆 132"/>
          <p:cNvSpPr/>
          <p:nvPr>
            <p:custDataLst>
              <p:tags r:id="rId15"/>
            </p:custDataLst>
          </p:nvPr>
        </p:nvSpPr>
        <p:spPr>
          <a:xfrm rot="5400000">
            <a:off x="151574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4" name="椭圆 133"/>
          <p:cNvSpPr/>
          <p:nvPr>
            <p:custDataLst>
              <p:tags r:id="rId16"/>
            </p:custDataLst>
          </p:nvPr>
        </p:nvSpPr>
        <p:spPr>
          <a:xfrm rot="5400000">
            <a:off x="133223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5" name="椭圆 134"/>
          <p:cNvSpPr/>
          <p:nvPr>
            <p:custDataLst>
              <p:tags r:id="rId17"/>
            </p:custDataLst>
          </p:nvPr>
        </p:nvSpPr>
        <p:spPr>
          <a:xfrm rot="5400000">
            <a:off x="133223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6" name="椭圆 135"/>
          <p:cNvSpPr/>
          <p:nvPr>
            <p:custDataLst>
              <p:tags r:id="rId18"/>
            </p:custDataLst>
          </p:nvPr>
        </p:nvSpPr>
        <p:spPr>
          <a:xfrm rot="5400000">
            <a:off x="133223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7" name="椭圆 136"/>
          <p:cNvSpPr/>
          <p:nvPr>
            <p:custDataLst>
              <p:tags r:id="rId19"/>
            </p:custDataLst>
          </p:nvPr>
        </p:nvSpPr>
        <p:spPr>
          <a:xfrm rot="5400000">
            <a:off x="133223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8" name="椭圆 137"/>
          <p:cNvSpPr/>
          <p:nvPr>
            <p:custDataLst>
              <p:tags r:id="rId20"/>
            </p:custDataLst>
          </p:nvPr>
        </p:nvSpPr>
        <p:spPr>
          <a:xfrm rot="5400000">
            <a:off x="114808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39" name="椭圆 138"/>
          <p:cNvSpPr/>
          <p:nvPr>
            <p:custDataLst>
              <p:tags r:id="rId21"/>
            </p:custDataLst>
          </p:nvPr>
        </p:nvSpPr>
        <p:spPr>
          <a:xfrm rot="5400000">
            <a:off x="114808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0" name="椭圆 139"/>
          <p:cNvSpPr/>
          <p:nvPr>
            <p:custDataLst>
              <p:tags r:id="rId22"/>
            </p:custDataLst>
          </p:nvPr>
        </p:nvSpPr>
        <p:spPr>
          <a:xfrm rot="5400000">
            <a:off x="114808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1" name="椭圆 140"/>
          <p:cNvSpPr/>
          <p:nvPr>
            <p:custDataLst>
              <p:tags r:id="rId23"/>
            </p:custDataLst>
          </p:nvPr>
        </p:nvSpPr>
        <p:spPr>
          <a:xfrm rot="5400000">
            <a:off x="114808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2" name="椭圆 141"/>
          <p:cNvSpPr/>
          <p:nvPr>
            <p:custDataLst>
              <p:tags r:id="rId24"/>
            </p:custDataLst>
          </p:nvPr>
        </p:nvSpPr>
        <p:spPr>
          <a:xfrm rot="5400000">
            <a:off x="96456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3" name="椭圆 142"/>
          <p:cNvSpPr/>
          <p:nvPr>
            <p:custDataLst>
              <p:tags r:id="rId25"/>
            </p:custDataLst>
          </p:nvPr>
        </p:nvSpPr>
        <p:spPr>
          <a:xfrm rot="5400000">
            <a:off x="96456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4" name="椭圆 143"/>
          <p:cNvSpPr/>
          <p:nvPr>
            <p:custDataLst>
              <p:tags r:id="rId26"/>
            </p:custDataLst>
          </p:nvPr>
        </p:nvSpPr>
        <p:spPr>
          <a:xfrm rot="5400000">
            <a:off x="96456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5" name="椭圆 144"/>
          <p:cNvSpPr/>
          <p:nvPr>
            <p:custDataLst>
              <p:tags r:id="rId27"/>
            </p:custDataLst>
          </p:nvPr>
        </p:nvSpPr>
        <p:spPr>
          <a:xfrm rot="5400000">
            <a:off x="96456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6" name="椭圆 145"/>
          <p:cNvSpPr/>
          <p:nvPr>
            <p:custDataLst>
              <p:tags r:id="rId28"/>
            </p:custDataLst>
          </p:nvPr>
        </p:nvSpPr>
        <p:spPr>
          <a:xfrm rot="5400000">
            <a:off x="260985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7" name="椭圆 146"/>
          <p:cNvSpPr/>
          <p:nvPr>
            <p:custDataLst>
              <p:tags r:id="rId29"/>
            </p:custDataLst>
          </p:nvPr>
        </p:nvSpPr>
        <p:spPr>
          <a:xfrm rot="5400000">
            <a:off x="260985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8" name="椭圆 147"/>
          <p:cNvSpPr/>
          <p:nvPr>
            <p:custDataLst>
              <p:tags r:id="rId30"/>
            </p:custDataLst>
          </p:nvPr>
        </p:nvSpPr>
        <p:spPr>
          <a:xfrm rot="5400000">
            <a:off x="260985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49" name="椭圆 148"/>
          <p:cNvSpPr/>
          <p:nvPr>
            <p:custDataLst>
              <p:tags r:id="rId31"/>
            </p:custDataLst>
          </p:nvPr>
        </p:nvSpPr>
        <p:spPr>
          <a:xfrm rot="5400000">
            <a:off x="260985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0" name="椭圆 149"/>
          <p:cNvSpPr/>
          <p:nvPr>
            <p:custDataLst>
              <p:tags r:id="rId32"/>
            </p:custDataLst>
          </p:nvPr>
        </p:nvSpPr>
        <p:spPr>
          <a:xfrm rot="5400000">
            <a:off x="242570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1" name="椭圆 150"/>
          <p:cNvSpPr/>
          <p:nvPr>
            <p:custDataLst>
              <p:tags r:id="rId33"/>
            </p:custDataLst>
          </p:nvPr>
        </p:nvSpPr>
        <p:spPr>
          <a:xfrm rot="5400000">
            <a:off x="242570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2" name="椭圆 151"/>
          <p:cNvSpPr/>
          <p:nvPr>
            <p:custDataLst>
              <p:tags r:id="rId34"/>
            </p:custDataLst>
          </p:nvPr>
        </p:nvSpPr>
        <p:spPr>
          <a:xfrm rot="5400000">
            <a:off x="242570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3" name="椭圆 152"/>
          <p:cNvSpPr/>
          <p:nvPr>
            <p:custDataLst>
              <p:tags r:id="rId35"/>
            </p:custDataLst>
          </p:nvPr>
        </p:nvSpPr>
        <p:spPr>
          <a:xfrm rot="5400000">
            <a:off x="242570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4" name="椭圆 153"/>
          <p:cNvSpPr/>
          <p:nvPr>
            <p:custDataLst>
              <p:tags r:id="rId36"/>
            </p:custDataLst>
          </p:nvPr>
        </p:nvSpPr>
        <p:spPr>
          <a:xfrm rot="5400000">
            <a:off x="224218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55" name="椭圆 154"/>
          <p:cNvSpPr/>
          <p:nvPr>
            <p:custDataLst>
              <p:tags r:id="rId37"/>
            </p:custDataLst>
          </p:nvPr>
        </p:nvSpPr>
        <p:spPr>
          <a:xfrm rot="5400000">
            <a:off x="224218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2" name="椭圆 191"/>
          <p:cNvSpPr/>
          <p:nvPr>
            <p:custDataLst>
              <p:tags r:id="rId38"/>
            </p:custDataLst>
          </p:nvPr>
        </p:nvSpPr>
        <p:spPr>
          <a:xfrm rot="5400000">
            <a:off x="224218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3" name="椭圆 192"/>
          <p:cNvSpPr/>
          <p:nvPr>
            <p:custDataLst>
              <p:tags r:id="rId39"/>
            </p:custDataLst>
          </p:nvPr>
        </p:nvSpPr>
        <p:spPr>
          <a:xfrm rot="5400000">
            <a:off x="224218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5" name="椭圆 194"/>
          <p:cNvSpPr/>
          <p:nvPr>
            <p:custDataLst>
              <p:tags r:id="rId40"/>
            </p:custDataLst>
          </p:nvPr>
        </p:nvSpPr>
        <p:spPr>
          <a:xfrm rot="5400000">
            <a:off x="205803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6" name="椭圆 195"/>
          <p:cNvSpPr/>
          <p:nvPr>
            <p:custDataLst>
              <p:tags r:id="rId41"/>
            </p:custDataLst>
          </p:nvPr>
        </p:nvSpPr>
        <p:spPr>
          <a:xfrm rot="5400000">
            <a:off x="205803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7" name="椭圆 196"/>
          <p:cNvSpPr/>
          <p:nvPr>
            <p:custDataLst>
              <p:tags r:id="rId42"/>
            </p:custDataLst>
          </p:nvPr>
        </p:nvSpPr>
        <p:spPr>
          <a:xfrm rot="5400000">
            <a:off x="205803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8" name="椭圆 197"/>
          <p:cNvSpPr/>
          <p:nvPr>
            <p:custDataLst>
              <p:tags r:id="rId43"/>
            </p:custDataLst>
          </p:nvPr>
        </p:nvSpPr>
        <p:spPr>
          <a:xfrm rot="5400000">
            <a:off x="205803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99" name="椭圆 198"/>
          <p:cNvSpPr/>
          <p:nvPr>
            <p:custDataLst>
              <p:tags r:id="rId44"/>
            </p:custDataLst>
          </p:nvPr>
        </p:nvSpPr>
        <p:spPr>
          <a:xfrm rot="5400000">
            <a:off x="187452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00" name="椭圆 199"/>
          <p:cNvSpPr/>
          <p:nvPr>
            <p:custDataLst>
              <p:tags r:id="rId45"/>
            </p:custDataLst>
          </p:nvPr>
        </p:nvSpPr>
        <p:spPr>
          <a:xfrm rot="5400000">
            <a:off x="187452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01" name="椭圆 200"/>
          <p:cNvSpPr/>
          <p:nvPr>
            <p:custDataLst>
              <p:tags r:id="rId46"/>
            </p:custDataLst>
          </p:nvPr>
        </p:nvSpPr>
        <p:spPr>
          <a:xfrm rot="5400000">
            <a:off x="187452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02" name="椭圆 201"/>
          <p:cNvSpPr/>
          <p:nvPr>
            <p:custDataLst>
              <p:tags r:id="rId47"/>
            </p:custDataLst>
          </p:nvPr>
        </p:nvSpPr>
        <p:spPr>
          <a:xfrm rot="5400000">
            <a:off x="187452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48"/>
            </p:custDataLst>
          </p:nvPr>
        </p:nvSpPr>
        <p:spPr>
          <a:xfrm>
            <a:off x="608400" y="459860"/>
            <a:ext cx="10969200" cy="646331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uFillTx/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9"/>
            </p:custDataLst>
          </p:nvPr>
        </p:nvSpPr>
        <p:spPr>
          <a:xfrm>
            <a:off x="612000" y="6314400"/>
            <a:ext cx="2700000" cy="316800"/>
          </a:xfrm>
        </p:spPr>
        <p:txBody>
          <a:bodyPr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0"/>
            </p:custDataLst>
          </p:nvPr>
        </p:nvSpPr>
        <p:spPr>
          <a:xfrm>
            <a:off x="4116000" y="6314400"/>
            <a:ext cx="3960000" cy="316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1"/>
            </p:custDataLst>
          </p:nvPr>
        </p:nvSpPr>
        <p:spPr>
          <a:xfrm>
            <a:off x="8877600" y="6314400"/>
            <a:ext cx="2700000" cy="316800"/>
          </a:xfrm>
        </p:spPr>
        <p:txBody>
          <a:bodyPr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10060565" y="5336500"/>
            <a:ext cx="2131435" cy="1521500"/>
          </a:xfrm>
          <a:custGeom>
            <a:avLst/>
            <a:gdLst>
              <a:gd name="connsiteX0" fmla="*/ 1626019 w 2131435"/>
              <a:gd name="connsiteY0" fmla="*/ 101 h 1521500"/>
              <a:gd name="connsiteX1" fmla="*/ 2089085 w 2131435"/>
              <a:gd name="connsiteY1" fmla="*/ 91213 h 1521500"/>
              <a:gd name="connsiteX2" fmla="*/ 2131435 w 2131435"/>
              <a:gd name="connsiteY2" fmla="*/ 113428 h 1521500"/>
              <a:gd name="connsiteX3" fmla="*/ 2131435 w 2131435"/>
              <a:gd name="connsiteY3" fmla="*/ 1521500 h 1521500"/>
              <a:gd name="connsiteX4" fmla="*/ 0 w 2131435"/>
              <a:gd name="connsiteY4" fmla="*/ 1521500 h 1521500"/>
              <a:gd name="connsiteX5" fmla="*/ 6520 w 2131435"/>
              <a:gd name="connsiteY5" fmla="*/ 1452674 h 1521500"/>
              <a:gd name="connsiteX6" fmla="*/ 521147 w 2131435"/>
              <a:gd name="connsiteY6" fmla="*/ 489350 h 1521500"/>
              <a:gd name="connsiteX7" fmla="*/ 1626019 w 2131435"/>
              <a:gd name="connsiteY7" fmla="*/ 101 h 152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1435" h="1521500">
                <a:moveTo>
                  <a:pt x="1626019" y="101"/>
                </a:moveTo>
                <a:cubicBezTo>
                  <a:pt x="1790692" y="-1978"/>
                  <a:pt x="1948356" y="28036"/>
                  <a:pt x="2089085" y="91213"/>
                </a:cubicBezTo>
                <a:lnTo>
                  <a:pt x="2131435" y="113428"/>
                </a:lnTo>
                <a:lnTo>
                  <a:pt x="2131435" y="1521500"/>
                </a:lnTo>
                <a:lnTo>
                  <a:pt x="0" y="1521500"/>
                </a:lnTo>
                <a:lnTo>
                  <a:pt x="6520" y="1452674"/>
                </a:lnTo>
                <a:cubicBezTo>
                  <a:pt x="53971" y="1118979"/>
                  <a:pt x="229262" y="771506"/>
                  <a:pt x="521147" y="489350"/>
                </a:cubicBezTo>
                <a:cubicBezTo>
                  <a:pt x="849518" y="171924"/>
                  <a:pt x="1255507" y="4778"/>
                  <a:pt x="1626019" y="10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任意多边形: 形状 1"/>
          <p:cNvSpPr/>
          <p:nvPr userDrawn="1">
            <p:custDataLst>
              <p:tags r:id="rId3"/>
            </p:custDataLst>
          </p:nvPr>
        </p:nvSpPr>
        <p:spPr>
          <a:xfrm>
            <a:off x="0" y="2"/>
            <a:ext cx="1774368" cy="1437373"/>
          </a:xfrm>
          <a:custGeom>
            <a:avLst/>
            <a:gdLst>
              <a:gd name="connsiteX0" fmla="*/ 0 w 1774368"/>
              <a:gd name="connsiteY0" fmla="*/ 0 h 1437373"/>
              <a:gd name="connsiteX1" fmla="*/ 1774368 w 1774368"/>
              <a:gd name="connsiteY1" fmla="*/ 0 h 1437373"/>
              <a:gd name="connsiteX2" fmla="*/ 1753498 w 1774368"/>
              <a:gd name="connsiteY2" fmla="*/ 110326 h 1437373"/>
              <a:gd name="connsiteX3" fmla="*/ 1262636 w 1774368"/>
              <a:gd name="connsiteY3" fmla="*/ 948023 h 1437373"/>
              <a:gd name="connsiteX4" fmla="*/ 35728 w 1774368"/>
              <a:gd name="connsiteY4" fmla="*/ 1432797 h 1437373"/>
              <a:gd name="connsiteX5" fmla="*/ 0 w 1774368"/>
              <a:gd name="connsiteY5" fmla="*/ 1427788 h 143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4368" h="1437373">
                <a:moveTo>
                  <a:pt x="0" y="0"/>
                </a:moveTo>
                <a:lnTo>
                  <a:pt x="1774368" y="0"/>
                </a:lnTo>
                <a:lnTo>
                  <a:pt x="1753498" y="110326"/>
                </a:lnTo>
                <a:cubicBezTo>
                  <a:pt x="1684168" y="404241"/>
                  <a:pt x="1518035" y="701136"/>
                  <a:pt x="1262636" y="948023"/>
                </a:cubicBezTo>
                <a:cubicBezTo>
                  <a:pt x="897780" y="1300719"/>
                  <a:pt x="437098" y="1467884"/>
                  <a:pt x="35728" y="1432797"/>
                </a:cubicBezTo>
                <a:lnTo>
                  <a:pt x="0" y="142778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6" name="椭圆 125"/>
          <p:cNvSpPr/>
          <p:nvPr>
            <p:custDataLst>
              <p:tags r:id="rId4"/>
            </p:custDataLst>
          </p:nvPr>
        </p:nvSpPr>
        <p:spPr>
          <a:xfrm rot="5400000">
            <a:off x="169989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椭圆 126"/>
          <p:cNvSpPr/>
          <p:nvPr>
            <p:custDataLst>
              <p:tags r:id="rId5"/>
            </p:custDataLst>
          </p:nvPr>
        </p:nvSpPr>
        <p:spPr>
          <a:xfrm rot="5400000">
            <a:off x="169989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椭圆 127"/>
          <p:cNvSpPr/>
          <p:nvPr>
            <p:custDataLst>
              <p:tags r:id="rId6"/>
            </p:custDataLst>
          </p:nvPr>
        </p:nvSpPr>
        <p:spPr>
          <a:xfrm rot="5400000">
            <a:off x="169989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椭圆 128"/>
          <p:cNvSpPr/>
          <p:nvPr>
            <p:custDataLst>
              <p:tags r:id="rId7"/>
            </p:custDataLst>
          </p:nvPr>
        </p:nvSpPr>
        <p:spPr>
          <a:xfrm rot="5400000">
            <a:off x="169989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椭圆 129"/>
          <p:cNvSpPr/>
          <p:nvPr>
            <p:custDataLst>
              <p:tags r:id="rId8"/>
            </p:custDataLst>
          </p:nvPr>
        </p:nvSpPr>
        <p:spPr>
          <a:xfrm rot="5400000">
            <a:off x="151574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椭圆 130"/>
          <p:cNvSpPr/>
          <p:nvPr>
            <p:custDataLst>
              <p:tags r:id="rId9"/>
            </p:custDataLst>
          </p:nvPr>
        </p:nvSpPr>
        <p:spPr>
          <a:xfrm rot="5400000">
            <a:off x="151574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椭圆 131"/>
          <p:cNvSpPr/>
          <p:nvPr>
            <p:custDataLst>
              <p:tags r:id="rId10"/>
            </p:custDataLst>
          </p:nvPr>
        </p:nvSpPr>
        <p:spPr>
          <a:xfrm rot="5400000">
            <a:off x="151574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椭圆 132"/>
          <p:cNvSpPr/>
          <p:nvPr>
            <p:custDataLst>
              <p:tags r:id="rId11"/>
            </p:custDataLst>
          </p:nvPr>
        </p:nvSpPr>
        <p:spPr>
          <a:xfrm rot="5400000">
            <a:off x="151574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椭圆 133"/>
          <p:cNvSpPr/>
          <p:nvPr>
            <p:custDataLst>
              <p:tags r:id="rId12"/>
            </p:custDataLst>
          </p:nvPr>
        </p:nvSpPr>
        <p:spPr>
          <a:xfrm rot="5400000">
            <a:off x="133223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椭圆 134"/>
          <p:cNvSpPr/>
          <p:nvPr>
            <p:custDataLst>
              <p:tags r:id="rId13"/>
            </p:custDataLst>
          </p:nvPr>
        </p:nvSpPr>
        <p:spPr>
          <a:xfrm rot="5400000">
            <a:off x="133223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椭圆 135"/>
          <p:cNvSpPr/>
          <p:nvPr>
            <p:custDataLst>
              <p:tags r:id="rId14"/>
            </p:custDataLst>
          </p:nvPr>
        </p:nvSpPr>
        <p:spPr>
          <a:xfrm rot="5400000">
            <a:off x="133223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椭圆 136"/>
          <p:cNvSpPr/>
          <p:nvPr>
            <p:custDataLst>
              <p:tags r:id="rId15"/>
            </p:custDataLst>
          </p:nvPr>
        </p:nvSpPr>
        <p:spPr>
          <a:xfrm rot="5400000">
            <a:off x="133223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椭圆 137"/>
          <p:cNvSpPr/>
          <p:nvPr>
            <p:custDataLst>
              <p:tags r:id="rId16"/>
            </p:custDataLst>
          </p:nvPr>
        </p:nvSpPr>
        <p:spPr>
          <a:xfrm rot="5400000">
            <a:off x="114808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椭圆 138"/>
          <p:cNvSpPr/>
          <p:nvPr>
            <p:custDataLst>
              <p:tags r:id="rId17"/>
            </p:custDataLst>
          </p:nvPr>
        </p:nvSpPr>
        <p:spPr>
          <a:xfrm rot="5400000">
            <a:off x="114808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椭圆 139"/>
          <p:cNvSpPr/>
          <p:nvPr>
            <p:custDataLst>
              <p:tags r:id="rId18"/>
            </p:custDataLst>
          </p:nvPr>
        </p:nvSpPr>
        <p:spPr>
          <a:xfrm rot="5400000">
            <a:off x="114808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椭圆 140"/>
          <p:cNvSpPr/>
          <p:nvPr>
            <p:custDataLst>
              <p:tags r:id="rId19"/>
            </p:custDataLst>
          </p:nvPr>
        </p:nvSpPr>
        <p:spPr>
          <a:xfrm rot="5400000">
            <a:off x="114808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椭圆 141"/>
          <p:cNvSpPr/>
          <p:nvPr>
            <p:custDataLst>
              <p:tags r:id="rId20"/>
            </p:custDataLst>
          </p:nvPr>
        </p:nvSpPr>
        <p:spPr>
          <a:xfrm rot="5400000">
            <a:off x="96456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椭圆 142"/>
          <p:cNvSpPr/>
          <p:nvPr>
            <p:custDataLst>
              <p:tags r:id="rId21"/>
            </p:custDataLst>
          </p:nvPr>
        </p:nvSpPr>
        <p:spPr>
          <a:xfrm rot="5400000">
            <a:off x="96456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椭圆 143"/>
          <p:cNvSpPr/>
          <p:nvPr>
            <p:custDataLst>
              <p:tags r:id="rId22"/>
            </p:custDataLst>
          </p:nvPr>
        </p:nvSpPr>
        <p:spPr>
          <a:xfrm rot="5400000">
            <a:off x="96456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椭圆 144"/>
          <p:cNvSpPr/>
          <p:nvPr>
            <p:custDataLst>
              <p:tags r:id="rId23"/>
            </p:custDataLst>
          </p:nvPr>
        </p:nvSpPr>
        <p:spPr>
          <a:xfrm rot="5400000">
            <a:off x="96456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椭圆 145"/>
          <p:cNvSpPr/>
          <p:nvPr>
            <p:custDataLst>
              <p:tags r:id="rId24"/>
            </p:custDataLst>
          </p:nvPr>
        </p:nvSpPr>
        <p:spPr>
          <a:xfrm rot="5400000">
            <a:off x="260985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椭圆 146"/>
          <p:cNvSpPr/>
          <p:nvPr>
            <p:custDataLst>
              <p:tags r:id="rId25"/>
            </p:custDataLst>
          </p:nvPr>
        </p:nvSpPr>
        <p:spPr>
          <a:xfrm rot="5400000">
            <a:off x="260985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椭圆 147"/>
          <p:cNvSpPr/>
          <p:nvPr>
            <p:custDataLst>
              <p:tags r:id="rId26"/>
            </p:custDataLst>
          </p:nvPr>
        </p:nvSpPr>
        <p:spPr>
          <a:xfrm rot="5400000">
            <a:off x="260985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椭圆 148"/>
          <p:cNvSpPr/>
          <p:nvPr>
            <p:custDataLst>
              <p:tags r:id="rId27"/>
            </p:custDataLst>
          </p:nvPr>
        </p:nvSpPr>
        <p:spPr>
          <a:xfrm rot="5400000">
            <a:off x="260985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椭圆 149"/>
          <p:cNvSpPr/>
          <p:nvPr>
            <p:custDataLst>
              <p:tags r:id="rId28"/>
            </p:custDataLst>
          </p:nvPr>
        </p:nvSpPr>
        <p:spPr>
          <a:xfrm rot="5400000">
            <a:off x="242570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椭圆 150"/>
          <p:cNvSpPr/>
          <p:nvPr>
            <p:custDataLst>
              <p:tags r:id="rId29"/>
            </p:custDataLst>
          </p:nvPr>
        </p:nvSpPr>
        <p:spPr>
          <a:xfrm rot="5400000">
            <a:off x="242570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椭圆 151"/>
          <p:cNvSpPr/>
          <p:nvPr>
            <p:custDataLst>
              <p:tags r:id="rId30"/>
            </p:custDataLst>
          </p:nvPr>
        </p:nvSpPr>
        <p:spPr>
          <a:xfrm rot="5400000">
            <a:off x="242570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椭圆 152"/>
          <p:cNvSpPr/>
          <p:nvPr>
            <p:custDataLst>
              <p:tags r:id="rId31"/>
            </p:custDataLst>
          </p:nvPr>
        </p:nvSpPr>
        <p:spPr>
          <a:xfrm rot="5400000">
            <a:off x="242570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椭圆 153"/>
          <p:cNvSpPr/>
          <p:nvPr>
            <p:custDataLst>
              <p:tags r:id="rId32"/>
            </p:custDataLst>
          </p:nvPr>
        </p:nvSpPr>
        <p:spPr>
          <a:xfrm rot="5400000">
            <a:off x="224218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椭圆 154"/>
          <p:cNvSpPr/>
          <p:nvPr>
            <p:custDataLst>
              <p:tags r:id="rId33"/>
            </p:custDataLst>
          </p:nvPr>
        </p:nvSpPr>
        <p:spPr>
          <a:xfrm rot="5400000">
            <a:off x="224218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椭圆 191"/>
          <p:cNvSpPr/>
          <p:nvPr>
            <p:custDataLst>
              <p:tags r:id="rId34"/>
            </p:custDataLst>
          </p:nvPr>
        </p:nvSpPr>
        <p:spPr>
          <a:xfrm rot="5400000">
            <a:off x="224218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椭圆 192"/>
          <p:cNvSpPr/>
          <p:nvPr>
            <p:custDataLst>
              <p:tags r:id="rId35"/>
            </p:custDataLst>
          </p:nvPr>
        </p:nvSpPr>
        <p:spPr>
          <a:xfrm rot="5400000">
            <a:off x="224218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椭圆 194"/>
          <p:cNvSpPr/>
          <p:nvPr>
            <p:custDataLst>
              <p:tags r:id="rId36"/>
            </p:custDataLst>
          </p:nvPr>
        </p:nvSpPr>
        <p:spPr>
          <a:xfrm rot="5400000">
            <a:off x="205803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椭圆 195"/>
          <p:cNvSpPr/>
          <p:nvPr>
            <p:custDataLst>
              <p:tags r:id="rId37"/>
            </p:custDataLst>
          </p:nvPr>
        </p:nvSpPr>
        <p:spPr>
          <a:xfrm rot="5400000">
            <a:off x="205803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椭圆 196"/>
          <p:cNvSpPr/>
          <p:nvPr>
            <p:custDataLst>
              <p:tags r:id="rId38"/>
            </p:custDataLst>
          </p:nvPr>
        </p:nvSpPr>
        <p:spPr>
          <a:xfrm rot="5400000">
            <a:off x="205803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椭圆 197"/>
          <p:cNvSpPr/>
          <p:nvPr>
            <p:custDataLst>
              <p:tags r:id="rId39"/>
            </p:custDataLst>
          </p:nvPr>
        </p:nvSpPr>
        <p:spPr>
          <a:xfrm rot="5400000">
            <a:off x="205803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椭圆 198"/>
          <p:cNvSpPr/>
          <p:nvPr>
            <p:custDataLst>
              <p:tags r:id="rId40"/>
            </p:custDataLst>
          </p:nvPr>
        </p:nvSpPr>
        <p:spPr>
          <a:xfrm rot="5400000">
            <a:off x="187452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椭圆 199"/>
          <p:cNvSpPr/>
          <p:nvPr>
            <p:custDataLst>
              <p:tags r:id="rId41"/>
            </p:custDataLst>
          </p:nvPr>
        </p:nvSpPr>
        <p:spPr>
          <a:xfrm rot="5400000">
            <a:off x="187452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椭圆 200"/>
          <p:cNvSpPr/>
          <p:nvPr>
            <p:custDataLst>
              <p:tags r:id="rId42"/>
            </p:custDataLst>
          </p:nvPr>
        </p:nvSpPr>
        <p:spPr>
          <a:xfrm rot="5400000">
            <a:off x="187452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椭圆 201"/>
          <p:cNvSpPr/>
          <p:nvPr>
            <p:custDataLst>
              <p:tags r:id="rId43"/>
            </p:custDataLst>
          </p:nvPr>
        </p:nvSpPr>
        <p:spPr>
          <a:xfrm rot="5400000">
            <a:off x="187452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4"/>
            </p:custDataLst>
          </p:nvPr>
        </p:nvSpPr>
        <p:spPr>
          <a:xfrm>
            <a:off x="608400" y="459860"/>
            <a:ext cx="10969200" cy="646331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uFillTx/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10060565" y="5336500"/>
            <a:ext cx="2131435" cy="1521500"/>
          </a:xfrm>
          <a:custGeom>
            <a:avLst/>
            <a:gdLst>
              <a:gd name="connsiteX0" fmla="*/ 1626019 w 2131435"/>
              <a:gd name="connsiteY0" fmla="*/ 101 h 1521500"/>
              <a:gd name="connsiteX1" fmla="*/ 2089085 w 2131435"/>
              <a:gd name="connsiteY1" fmla="*/ 91213 h 1521500"/>
              <a:gd name="connsiteX2" fmla="*/ 2131435 w 2131435"/>
              <a:gd name="connsiteY2" fmla="*/ 113428 h 1521500"/>
              <a:gd name="connsiteX3" fmla="*/ 2131435 w 2131435"/>
              <a:gd name="connsiteY3" fmla="*/ 1521500 h 1521500"/>
              <a:gd name="connsiteX4" fmla="*/ 0 w 2131435"/>
              <a:gd name="connsiteY4" fmla="*/ 1521500 h 1521500"/>
              <a:gd name="connsiteX5" fmla="*/ 6520 w 2131435"/>
              <a:gd name="connsiteY5" fmla="*/ 1452674 h 1521500"/>
              <a:gd name="connsiteX6" fmla="*/ 521147 w 2131435"/>
              <a:gd name="connsiteY6" fmla="*/ 489350 h 1521500"/>
              <a:gd name="connsiteX7" fmla="*/ 1626019 w 2131435"/>
              <a:gd name="connsiteY7" fmla="*/ 101 h 152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1435" h="1521500">
                <a:moveTo>
                  <a:pt x="1626019" y="101"/>
                </a:moveTo>
                <a:cubicBezTo>
                  <a:pt x="1790692" y="-1978"/>
                  <a:pt x="1948356" y="28036"/>
                  <a:pt x="2089085" y="91213"/>
                </a:cubicBezTo>
                <a:lnTo>
                  <a:pt x="2131435" y="113428"/>
                </a:lnTo>
                <a:lnTo>
                  <a:pt x="2131435" y="1521500"/>
                </a:lnTo>
                <a:lnTo>
                  <a:pt x="0" y="1521500"/>
                </a:lnTo>
                <a:lnTo>
                  <a:pt x="6520" y="1452674"/>
                </a:lnTo>
                <a:cubicBezTo>
                  <a:pt x="53971" y="1118979"/>
                  <a:pt x="229262" y="771506"/>
                  <a:pt x="521147" y="489350"/>
                </a:cubicBezTo>
                <a:cubicBezTo>
                  <a:pt x="849518" y="171924"/>
                  <a:pt x="1255507" y="4778"/>
                  <a:pt x="1626019" y="10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任意多边形: 形状 4"/>
          <p:cNvSpPr/>
          <p:nvPr userDrawn="1">
            <p:custDataLst>
              <p:tags r:id="rId3"/>
            </p:custDataLst>
          </p:nvPr>
        </p:nvSpPr>
        <p:spPr>
          <a:xfrm>
            <a:off x="0" y="2"/>
            <a:ext cx="1774368" cy="1437373"/>
          </a:xfrm>
          <a:custGeom>
            <a:avLst/>
            <a:gdLst>
              <a:gd name="connsiteX0" fmla="*/ 0 w 1774368"/>
              <a:gd name="connsiteY0" fmla="*/ 0 h 1437373"/>
              <a:gd name="connsiteX1" fmla="*/ 1774368 w 1774368"/>
              <a:gd name="connsiteY1" fmla="*/ 0 h 1437373"/>
              <a:gd name="connsiteX2" fmla="*/ 1753498 w 1774368"/>
              <a:gd name="connsiteY2" fmla="*/ 110326 h 1437373"/>
              <a:gd name="connsiteX3" fmla="*/ 1262636 w 1774368"/>
              <a:gd name="connsiteY3" fmla="*/ 948023 h 1437373"/>
              <a:gd name="connsiteX4" fmla="*/ 35728 w 1774368"/>
              <a:gd name="connsiteY4" fmla="*/ 1432797 h 1437373"/>
              <a:gd name="connsiteX5" fmla="*/ 0 w 1774368"/>
              <a:gd name="connsiteY5" fmla="*/ 1427788 h 143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4368" h="1437373">
                <a:moveTo>
                  <a:pt x="0" y="0"/>
                </a:moveTo>
                <a:lnTo>
                  <a:pt x="1774368" y="0"/>
                </a:lnTo>
                <a:lnTo>
                  <a:pt x="1753498" y="110326"/>
                </a:lnTo>
                <a:cubicBezTo>
                  <a:pt x="1684168" y="404241"/>
                  <a:pt x="1518035" y="701136"/>
                  <a:pt x="1262636" y="948023"/>
                </a:cubicBezTo>
                <a:cubicBezTo>
                  <a:pt x="897780" y="1300719"/>
                  <a:pt x="437098" y="1467884"/>
                  <a:pt x="35728" y="1432797"/>
                </a:cubicBezTo>
                <a:lnTo>
                  <a:pt x="0" y="142778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2" name="椭圆 201"/>
          <p:cNvSpPr/>
          <p:nvPr>
            <p:custDataLst>
              <p:tags r:id="rId4"/>
            </p:custDataLst>
          </p:nvPr>
        </p:nvSpPr>
        <p:spPr>
          <a:xfrm rot="5400000">
            <a:off x="187452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椭圆 200"/>
          <p:cNvSpPr/>
          <p:nvPr>
            <p:custDataLst>
              <p:tags r:id="rId5"/>
            </p:custDataLst>
          </p:nvPr>
        </p:nvSpPr>
        <p:spPr>
          <a:xfrm rot="5400000">
            <a:off x="187452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椭圆 199"/>
          <p:cNvSpPr/>
          <p:nvPr>
            <p:custDataLst>
              <p:tags r:id="rId6"/>
            </p:custDataLst>
          </p:nvPr>
        </p:nvSpPr>
        <p:spPr>
          <a:xfrm rot="5400000">
            <a:off x="187452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椭圆 198"/>
          <p:cNvSpPr/>
          <p:nvPr>
            <p:custDataLst>
              <p:tags r:id="rId7"/>
            </p:custDataLst>
          </p:nvPr>
        </p:nvSpPr>
        <p:spPr>
          <a:xfrm rot="5400000">
            <a:off x="187452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椭圆 197"/>
          <p:cNvSpPr/>
          <p:nvPr>
            <p:custDataLst>
              <p:tags r:id="rId8"/>
            </p:custDataLst>
          </p:nvPr>
        </p:nvSpPr>
        <p:spPr>
          <a:xfrm rot="5400000">
            <a:off x="205803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椭圆 196"/>
          <p:cNvSpPr/>
          <p:nvPr>
            <p:custDataLst>
              <p:tags r:id="rId9"/>
            </p:custDataLst>
          </p:nvPr>
        </p:nvSpPr>
        <p:spPr>
          <a:xfrm rot="5400000">
            <a:off x="205803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椭圆 195"/>
          <p:cNvSpPr/>
          <p:nvPr>
            <p:custDataLst>
              <p:tags r:id="rId10"/>
            </p:custDataLst>
          </p:nvPr>
        </p:nvSpPr>
        <p:spPr>
          <a:xfrm rot="5400000">
            <a:off x="205803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椭圆 194"/>
          <p:cNvSpPr/>
          <p:nvPr>
            <p:custDataLst>
              <p:tags r:id="rId11"/>
            </p:custDataLst>
          </p:nvPr>
        </p:nvSpPr>
        <p:spPr>
          <a:xfrm rot="5400000">
            <a:off x="205803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椭圆 192"/>
          <p:cNvSpPr/>
          <p:nvPr>
            <p:custDataLst>
              <p:tags r:id="rId12"/>
            </p:custDataLst>
          </p:nvPr>
        </p:nvSpPr>
        <p:spPr>
          <a:xfrm rot="5400000">
            <a:off x="224218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椭圆 191"/>
          <p:cNvSpPr/>
          <p:nvPr>
            <p:custDataLst>
              <p:tags r:id="rId13"/>
            </p:custDataLst>
          </p:nvPr>
        </p:nvSpPr>
        <p:spPr>
          <a:xfrm rot="5400000">
            <a:off x="224218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椭圆 154"/>
          <p:cNvSpPr/>
          <p:nvPr>
            <p:custDataLst>
              <p:tags r:id="rId14"/>
            </p:custDataLst>
          </p:nvPr>
        </p:nvSpPr>
        <p:spPr>
          <a:xfrm rot="5400000">
            <a:off x="224218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椭圆 153"/>
          <p:cNvSpPr/>
          <p:nvPr>
            <p:custDataLst>
              <p:tags r:id="rId15"/>
            </p:custDataLst>
          </p:nvPr>
        </p:nvSpPr>
        <p:spPr>
          <a:xfrm rot="5400000">
            <a:off x="224218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椭圆 152"/>
          <p:cNvSpPr/>
          <p:nvPr>
            <p:custDataLst>
              <p:tags r:id="rId16"/>
            </p:custDataLst>
          </p:nvPr>
        </p:nvSpPr>
        <p:spPr>
          <a:xfrm rot="5400000">
            <a:off x="242570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椭圆 151"/>
          <p:cNvSpPr/>
          <p:nvPr>
            <p:custDataLst>
              <p:tags r:id="rId17"/>
            </p:custDataLst>
          </p:nvPr>
        </p:nvSpPr>
        <p:spPr>
          <a:xfrm rot="5400000">
            <a:off x="242570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椭圆 150"/>
          <p:cNvSpPr/>
          <p:nvPr>
            <p:custDataLst>
              <p:tags r:id="rId18"/>
            </p:custDataLst>
          </p:nvPr>
        </p:nvSpPr>
        <p:spPr>
          <a:xfrm rot="5400000">
            <a:off x="242570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椭圆 149"/>
          <p:cNvSpPr/>
          <p:nvPr>
            <p:custDataLst>
              <p:tags r:id="rId19"/>
            </p:custDataLst>
          </p:nvPr>
        </p:nvSpPr>
        <p:spPr>
          <a:xfrm rot="5400000">
            <a:off x="242570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椭圆 148"/>
          <p:cNvSpPr/>
          <p:nvPr>
            <p:custDataLst>
              <p:tags r:id="rId20"/>
            </p:custDataLst>
          </p:nvPr>
        </p:nvSpPr>
        <p:spPr>
          <a:xfrm rot="5400000">
            <a:off x="260985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椭圆 147"/>
          <p:cNvSpPr/>
          <p:nvPr>
            <p:custDataLst>
              <p:tags r:id="rId21"/>
            </p:custDataLst>
          </p:nvPr>
        </p:nvSpPr>
        <p:spPr>
          <a:xfrm rot="5400000">
            <a:off x="260985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椭圆 146"/>
          <p:cNvSpPr/>
          <p:nvPr>
            <p:custDataLst>
              <p:tags r:id="rId22"/>
            </p:custDataLst>
          </p:nvPr>
        </p:nvSpPr>
        <p:spPr>
          <a:xfrm rot="5400000">
            <a:off x="260985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椭圆 145"/>
          <p:cNvSpPr/>
          <p:nvPr>
            <p:custDataLst>
              <p:tags r:id="rId23"/>
            </p:custDataLst>
          </p:nvPr>
        </p:nvSpPr>
        <p:spPr>
          <a:xfrm rot="5400000">
            <a:off x="260985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椭圆 144"/>
          <p:cNvSpPr/>
          <p:nvPr>
            <p:custDataLst>
              <p:tags r:id="rId24"/>
            </p:custDataLst>
          </p:nvPr>
        </p:nvSpPr>
        <p:spPr>
          <a:xfrm rot="5400000">
            <a:off x="96456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椭圆 143"/>
          <p:cNvSpPr/>
          <p:nvPr>
            <p:custDataLst>
              <p:tags r:id="rId25"/>
            </p:custDataLst>
          </p:nvPr>
        </p:nvSpPr>
        <p:spPr>
          <a:xfrm rot="5400000">
            <a:off x="96456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椭圆 142"/>
          <p:cNvSpPr/>
          <p:nvPr>
            <p:custDataLst>
              <p:tags r:id="rId26"/>
            </p:custDataLst>
          </p:nvPr>
        </p:nvSpPr>
        <p:spPr>
          <a:xfrm rot="5400000">
            <a:off x="96456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椭圆 141"/>
          <p:cNvSpPr/>
          <p:nvPr>
            <p:custDataLst>
              <p:tags r:id="rId27"/>
            </p:custDataLst>
          </p:nvPr>
        </p:nvSpPr>
        <p:spPr>
          <a:xfrm rot="5400000">
            <a:off x="96456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椭圆 140"/>
          <p:cNvSpPr/>
          <p:nvPr>
            <p:custDataLst>
              <p:tags r:id="rId28"/>
            </p:custDataLst>
          </p:nvPr>
        </p:nvSpPr>
        <p:spPr>
          <a:xfrm rot="5400000">
            <a:off x="114808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椭圆 139"/>
          <p:cNvSpPr/>
          <p:nvPr>
            <p:custDataLst>
              <p:tags r:id="rId29"/>
            </p:custDataLst>
          </p:nvPr>
        </p:nvSpPr>
        <p:spPr>
          <a:xfrm rot="5400000">
            <a:off x="114808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椭圆 138"/>
          <p:cNvSpPr/>
          <p:nvPr>
            <p:custDataLst>
              <p:tags r:id="rId30"/>
            </p:custDataLst>
          </p:nvPr>
        </p:nvSpPr>
        <p:spPr>
          <a:xfrm rot="5400000">
            <a:off x="114808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椭圆 137"/>
          <p:cNvSpPr/>
          <p:nvPr>
            <p:custDataLst>
              <p:tags r:id="rId31"/>
            </p:custDataLst>
          </p:nvPr>
        </p:nvSpPr>
        <p:spPr>
          <a:xfrm rot="5400000">
            <a:off x="114808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椭圆 136"/>
          <p:cNvSpPr/>
          <p:nvPr>
            <p:custDataLst>
              <p:tags r:id="rId32"/>
            </p:custDataLst>
          </p:nvPr>
        </p:nvSpPr>
        <p:spPr>
          <a:xfrm rot="5400000">
            <a:off x="133223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椭圆 135"/>
          <p:cNvSpPr/>
          <p:nvPr>
            <p:custDataLst>
              <p:tags r:id="rId33"/>
            </p:custDataLst>
          </p:nvPr>
        </p:nvSpPr>
        <p:spPr>
          <a:xfrm rot="5400000">
            <a:off x="133223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椭圆 134"/>
          <p:cNvSpPr/>
          <p:nvPr>
            <p:custDataLst>
              <p:tags r:id="rId34"/>
            </p:custDataLst>
          </p:nvPr>
        </p:nvSpPr>
        <p:spPr>
          <a:xfrm rot="5400000">
            <a:off x="133223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椭圆 133"/>
          <p:cNvSpPr/>
          <p:nvPr>
            <p:custDataLst>
              <p:tags r:id="rId35"/>
            </p:custDataLst>
          </p:nvPr>
        </p:nvSpPr>
        <p:spPr>
          <a:xfrm rot="5400000">
            <a:off x="133223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椭圆 132"/>
          <p:cNvSpPr/>
          <p:nvPr>
            <p:custDataLst>
              <p:tags r:id="rId36"/>
            </p:custDataLst>
          </p:nvPr>
        </p:nvSpPr>
        <p:spPr>
          <a:xfrm rot="5400000">
            <a:off x="151574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椭圆 131"/>
          <p:cNvSpPr/>
          <p:nvPr>
            <p:custDataLst>
              <p:tags r:id="rId37"/>
            </p:custDataLst>
          </p:nvPr>
        </p:nvSpPr>
        <p:spPr>
          <a:xfrm rot="5400000">
            <a:off x="151574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椭圆 130"/>
          <p:cNvSpPr/>
          <p:nvPr>
            <p:custDataLst>
              <p:tags r:id="rId38"/>
            </p:custDataLst>
          </p:nvPr>
        </p:nvSpPr>
        <p:spPr>
          <a:xfrm rot="5400000">
            <a:off x="151574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椭圆 129"/>
          <p:cNvSpPr/>
          <p:nvPr>
            <p:custDataLst>
              <p:tags r:id="rId39"/>
            </p:custDataLst>
          </p:nvPr>
        </p:nvSpPr>
        <p:spPr>
          <a:xfrm rot="5400000">
            <a:off x="151574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椭圆 128"/>
          <p:cNvSpPr/>
          <p:nvPr>
            <p:custDataLst>
              <p:tags r:id="rId40"/>
            </p:custDataLst>
          </p:nvPr>
        </p:nvSpPr>
        <p:spPr>
          <a:xfrm rot="5400000">
            <a:off x="169989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椭圆 127"/>
          <p:cNvSpPr/>
          <p:nvPr>
            <p:custDataLst>
              <p:tags r:id="rId41"/>
            </p:custDataLst>
          </p:nvPr>
        </p:nvSpPr>
        <p:spPr>
          <a:xfrm rot="5400000">
            <a:off x="169989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椭圆 126"/>
          <p:cNvSpPr/>
          <p:nvPr>
            <p:custDataLst>
              <p:tags r:id="rId42"/>
            </p:custDataLst>
          </p:nvPr>
        </p:nvSpPr>
        <p:spPr>
          <a:xfrm rot="5400000">
            <a:off x="169989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椭圆 125"/>
          <p:cNvSpPr/>
          <p:nvPr>
            <p:custDataLst>
              <p:tags r:id="rId43"/>
            </p:custDataLst>
          </p:nvPr>
        </p:nvSpPr>
        <p:spPr>
          <a:xfrm rot="5400000">
            <a:off x="169989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10060565" y="5336500"/>
            <a:ext cx="2131435" cy="1521500"/>
          </a:xfrm>
          <a:custGeom>
            <a:avLst/>
            <a:gdLst>
              <a:gd name="connsiteX0" fmla="*/ 1626019 w 2131435"/>
              <a:gd name="connsiteY0" fmla="*/ 101 h 1521500"/>
              <a:gd name="connsiteX1" fmla="*/ 2089085 w 2131435"/>
              <a:gd name="connsiteY1" fmla="*/ 91213 h 1521500"/>
              <a:gd name="connsiteX2" fmla="*/ 2131435 w 2131435"/>
              <a:gd name="connsiteY2" fmla="*/ 113428 h 1521500"/>
              <a:gd name="connsiteX3" fmla="*/ 2131435 w 2131435"/>
              <a:gd name="connsiteY3" fmla="*/ 1521500 h 1521500"/>
              <a:gd name="connsiteX4" fmla="*/ 0 w 2131435"/>
              <a:gd name="connsiteY4" fmla="*/ 1521500 h 1521500"/>
              <a:gd name="connsiteX5" fmla="*/ 6520 w 2131435"/>
              <a:gd name="connsiteY5" fmla="*/ 1452674 h 1521500"/>
              <a:gd name="connsiteX6" fmla="*/ 521147 w 2131435"/>
              <a:gd name="connsiteY6" fmla="*/ 489350 h 1521500"/>
              <a:gd name="connsiteX7" fmla="*/ 1626019 w 2131435"/>
              <a:gd name="connsiteY7" fmla="*/ 101 h 152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1435" h="1521500">
                <a:moveTo>
                  <a:pt x="1626019" y="101"/>
                </a:moveTo>
                <a:cubicBezTo>
                  <a:pt x="1790692" y="-1978"/>
                  <a:pt x="1948356" y="28036"/>
                  <a:pt x="2089085" y="91213"/>
                </a:cubicBezTo>
                <a:lnTo>
                  <a:pt x="2131435" y="113428"/>
                </a:lnTo>
                <a:lnTo>
                  <a:pt x="2131435" y="1521500"/>
                </a:lnTo>
                <a:lnTo>
                  <a:pt x="0" y="1521500"/>
                </a:lnTo>
                <a:lnTo>
                  <a:pt x="6520" y="1452674"/>
                </a:lnTo>
                <a:cubicBezTo>
                  <a:pt x="53971" y="1118979"/>
                  <a:pt x="229262" y="771506"/>
                  <a:pt x="521147" y="489350"/>
                </a:cubicBezTo>
                <a:cubicBezTo>
                  <a:pt x="849518" y="171924"/>
                  <a:pt x="1255507" y="4778"/>
                  <a:pt x="1626019" y="10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任意多边形: 形状 1"/>
          <p:cNvSpPr/>
          <p:nvPr userDrawn="1">
            <p:custDataLst>
              <p:tags r:id="rId3"/>
            </p:custDataLst>
          </p:nvPr>
        </p:nvSpPr>
        <p:spPr>
          <a:xfrm>
            <a:off x="0" y="2"/>
            <a:ext cx="1774368" cy="1437373"/>
          </a:xfrm>
          <a:custGeom>
            <a:avLst/>
            <a:gdLst>
              <a:gd name="connsiteX0" fmla="*/ 0 w 1774368"/>
              <a:gd name="connsiteY0" fmla="*/ 0 h 1437373"/>
              <a:gd name="connsiteX1" fmla="*/ 1774368 w 1774368"/>
              <a:gd name="connsiteY1" fmla="*/ 0 h 1437373"/>
              <a:gd name="connsiteX2" fmla="*/ 1753498 w 1774368"/>
              <a:gd name="connsiteY2" fmla="*/ 110326 h 1437373"/>
              <a:gd name="connsiteX3" fmla="*/ 1262636 w 1774368"/>
              <a:gd name="connsiteY3" fmla="*/ 948023 h 1437373"/>
              <a:gd name="connsiteX4" fmla="*/ 35728 w 1774368"/>
              <a:gd name="connsiteY4" fmla="*/ 1432797 h 1437373"/>
              <a:gd name="connsiteX5" fmla="*/ 0 w 1774368"/>
              <a:gd name="connsiteY5" fmla="*/ 1427788 h 143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4368" h="1437373">
                <a:moveTo>
                  <a:pt x="0" y="0"/>
                </a:moveTo>
                <a:lnTo>
                  <a:pt x="1774368" y="0"/>
                </a:lnTo>
                <a:lnTo>
                  <a:pt x="1753498" y="110326"/>
                </a:lnTo>
                <a:cubicBezTo>
                  <a:pt x="1684168" y="404241"/>
                  <a:pt x="1518035" y="701136"/>
                  <a:pt x="1262636" y="948023"/>
                </a:cubicBezTo>
                <a:cubicBezTo>
                  <a:pt x="897780" y="1300719"/>
                  <a:pt x="437098" y="1467884"/>
                  <a:pt x="35728" y="1432797"/>
                </a:cubicBezTo>
                <a:lnTo>
                  <a:pt x="0" y="142778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正文"/>
          <p:cNvSpPr txBox="1">
            <a:spLocks noGrp="1"/>
          </p:cNvSpPr>
          <p:nvPr>
            <p:ph idx="44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26" name="椭圆 125"/>
          <p:cNvSpPr/>
          <p:nvPr>
            <p:custDataLst>
              <p:tags r:id="rId5"/>
            </p:custDataLst>
          </p:nvPr>
        </p:nvSpPr>
        <p:spPr>
          <a:xfrm rot="5400000">
            <a:off x="169989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椭圆 126"/>
          <p:cNvSpPr/>
          <p:nvPr>
            <p:custDataLst>
              <p:tags r:id="rId6"/>
            </p:custDataLst>
          </p:nvPr>
        </p:nvSpPr>
        <p:spPr>
          <a:xfrm rot="5400000">
            <a:off x="169989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椭圆 127"/>
          <p:cNvSpPr/>
          <p:nvPr>
            <p:custDataLst>
              <p:tags r:id="rId7"/>
            </p:custDataLst>
          </p:nvPr>
        </p:nvSpPr>
        <p:spPr>
          <a:xfrm rot="5400000">
            <a:off x="169989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椭圆 128"/>
          <p:cNvSpPr/>
          <p:nvPr>
            <p:custDataLst>
              <p:tags r:id="rId8"/>
            </p:custDataLst>
          </p:nvPr>
        </p:nvSpPr>
        <p:spPr>
          <a:xfrm rot="5400000">
            <a:off x="169989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椭圆 129"/>
          <p:cNvSpPr/>
          <p:nvPr>
            <p:custDataLst>
              <p:tags r:id="rId9"/>
            </p:custDataLst>
          </p:nvPr>
        </p:nvSpPr>
        <p:spPr>
          <a:xfrm rot="5400000">
            <a:off x="151574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椭圆 130"/>
          <p:cNvSpPr/>
          <p:nvPr>
            <p:custDataLst>
              <p:tags r:id="rId10"/>
            </p:custDataLst>
          </p:nvPr>
        </p:nvSpPr>
        <p:spPr>
          <a:xfrm rot="5400000">
            <a:off x="151574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椭圆 131"/>
          <p:cNvSpPr/>
          <p:nvPr>
            <p:custDataLst>
              <p:tags r:id="rId11"/>
            </p:custDataLst>
          </p:nvPr>
        </p:nvSpPr>
        <p:spPr>
          <a:xfrm rot="5400000">
            <a:off x="151574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椭圆 132"/>
          <p:cNvSpPr/>
          <p:nvPr>
            <p:custDataLst>
              <p:tags r:id="rId12"/>
            </p:custDataLst>
          </p:nvPr>
        </p:nvSpPr>
        <p:spPr>
          <a:xfrm rot="5400000">
            <a:off x="151574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椭圆 133"/>
          <p:cNvSpPr/>
          <p:nvPr>
            <p:custDataLst>
              <p:tags r:id="rId13"/>
            </p:custDataLst>
          </p:nvPr>
        </p:nvSpPr>
        <p:spPr>
          <a:xfrm rot="5400000">
            <a:off x="133223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椭圆 134"/>
          <p:cNvSpPr/>
          <p:nvPr>
            <p:custDataLst>
              <p:tags r:id="rId14"/>
            </p:custDataLst>
          </p:nvPr>
        </p:nvSpPr>
        <p:spPr>
          <a:xfrm rot="5400000">
            <a:off x="133223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椭圆 135"/>
          <p:cNvSpPr/>
          <p:nvPr>
            <p:custDataLst>
              <p:tags r:id="rId15"/>
            </p:custDataLst>
          </p:nvPr>
        </p:nvSpPr>
        <p:spPr>
          <a:xfrm rot="5400000">
            <a:off x="133223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椭圆 136"/>
          <p:cNvSpPr/>
          <p:nvPr>
            <p:custDataLst>
              <p:tags r:id="rId16"/>
            </p:custDataLst>
          </p:nvPr>
        </p:nvSpPr>
        <p:spPr>
          <a:xfrm rot="5400000">
            <a:off x="133223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椭圆 137"/>
          <p:cNvSpPr/>
          <p:nvPr>
            <p:custDataLst>
              <p:tags r:id="rId17"/>
            </p:custDataLst>
          </p:nvPr>
        </p:nvSpPr>
        <p:spPr>
          <a:xfrm rot="5400000">
            <a:off x="114808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椭圆 138"/>
          <p:cNvSpPr/>
          <p:nvPr>
            <p:custDataLst>
              <p:tags r:id="rId18"/>
            </p:custDataLst>
          </p:nvPr>
        </p:nvSpPr>
        <p:spPr>
          <a:xfrm rot="5400000">
            <a:off x="114808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椭圆 139"/>
          <p:cNvSpPr/>
          <p:nvPr>
            <p:custDataLst>
              <p:tags r:id="rId19"/>
            </p:custDataLst>
          </p:nvPr>
        </p:nvSpPr>
        <p:spPr>
          <a:xfrm rot="5400000">
            <a:off x="114808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椭圆 140"/>
          <p:cNvSpPr/>
          <p:nvPr>
            <p:custDataLst>
              <p:tags r:id="rId20"/>
            </p:custDataLst>
          </p:nvPr>
        </p:nvSpPr>
        <p:spPr>
          <a:xfrm rot="5400000">
            <a:off x="114808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椭圆 141"/>
          <p:cNvSpPr/>
          <p:nvPr>
            <p:custDataLst>
              <p:tags r:id="rId21"/>
            </p:custDataLst>
          </p:nvPr>
        </p:nvSpPr>
        <p:spPr>
          <a:xfrm rot="5400000">
            <a:off x="96456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椭圆 142"/>
          <p:cNvSpPr/>
          <p:nvPr>
            <p:custDataLst>
              <p:tags r:id="rId22"/>
            </p:custDataLst>
          </p:nvPr>
        </p:nvSpPr>
        <p:spPr>
          <a:xfrm rot="5400000">
            <a:off x="96456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椭圆 143"/>
          <p:cNvSpPr/>
          <p:nvPr>
            <p:custDataLst>
              <p:tags r:id="rId23"/>
            </p:custDataLst>
          </p:nvPr>
        </p:nvSpPr>
        <p:spPr>
          <a:xfrm rot="5400000">
            <a:off x="96456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椭圆 144"/>
          <p:cNvSpPr/>
          <p:nvPr>
            <p:custDataLst>
              <p:tags r:id="rId24"/>
            </p:custDataLst>
          </p:nvPr>
        </p:nvSpPr>
        <p:spPr>
          <a:xfrm rot="5400000">
            <a:off x="96456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椭圆 145"/>
          <p:cNvSpPr/>
          <p:nvPr>
            <p:custDataLst>
              <p:tags r:id="rId25"/>
            </p:custDataLst>
          </p:nvPr>
        </p:nvSpPr>
        <p:spPr>
          <a:xfrm rot="5400000">
            <a:off x="260985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椭圆 146"/>
          <p:cNvSpPr/>
          <p:nvPr>
            <p:custDataLst>
              <p:tags r:id="rId26"/>
            </p:custDataLst>
          </p:nvPr>
        </p:nvSpPr>
        <p:spPr>
          <a:xfrm rot="5400000">
            <a:off x="260985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椭圆 147"/>
          <p:cNvSpPr/>
          <p:nvPr>
            <p:custDataLst>
              <p:tags r:id="rId27"/>
            </p:custDataLst>
          </p:nvPr>
        </p:nvSpPr>
        <p:spPr>
          <a:xfrm rot="5400000">
            <a:off x="260985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椭圆 148"/>
          <p:cNvSpPr/>
          <p:nvPr>
            <p:custDataLst>
              <p:tags r:id="rId28"/>
            </p:custDataLst>
          </p:nvPr>
        </p:nvSpPr>
        <p:spPr>
          <a:xfrm rot="5400000">
            <a:off x="260985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椭圆 149"/>
          <p:cNvSpPr/>
          <p:nvPr>
            <p:custDataLst>
              <p:tags r:id="rId29"/>
            </p:custDataLst>
          </p:nvPr>
        </p:nvSpPr>
        <p:spPr>
          <a:xfrm rot="5400000">
            <a:off x="242570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椭圆 150"/>
          <p:cNvSpPr/>
          <p:nvPr>
            <p:custDataLst>
              <p:tags r:id="rId30"/>
            </p:custDataLst>
          </p:nvPr>
        </p:nvSpPr>
        <p:spPr>
          <a:xfrm rot="5400000">
            <a:off x="242570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椭圆 151"/>
          <p:cNvSpPr/>
          <p:nvPr>
            <p:custDataLst>
              <p:tags r:id="rId31"/>
            </p:custDataLst>
          </p:nvPr>
        </p:nvSpPr>
        <p:spPr>
          <a:xfrm rot="5400000">
            <a:off x="242570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椭圆 152"/>
          <p:cNvSpPr/>
          <p:nvPr>
            <p:custDataLst>
              <p:tags r:id="rId32"/>
            </p:custDataLst>
          </p:nvPr>
        </p:nvSpPr>
        <p:spPr>
          <a:xfrm rot="5400000">
            <a:off x="242570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椭圆 153"/>
          <p:cNvSpPr/>
          <p:nvPr>
            <p:custDataLst>
              <p:tags r:id="rId33"/>
            </p:custDataLst>
          </p:nvPr>
        </p:nvSpPr>
        <p:spPr>
          <a:xfrm rot="5400000">
            <a:off x="224218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椭圆 154"/>
          <p:cNvSpPr/>
          <p:nvPr>
            <p:custDataLst>
              <p:tags r:id="rId34"/>
            </p:custDataLst>
          </p:nvPr>
        </p:nvSpPr>
        <p:spPr>
          <a:xfrm rot="5400000">
            <a:off x="224218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椭圆 191"/>
          <p:cNvSpPr/>
          <p:nvPr>
            <p:custDataLst>
              <p:tags r:id="rId35"/>
            </p:custDataLst>
          </p:nvPr>
        </p:nvSpPr>
        <p:spPr>
          <a:xfrm rot="5400000">
            <a:off x="224218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椭圆 192"/>
          <p:cNvSpPr/>
          <p:nvPr>
            <p:custDataLst>
              <p:tags r:id="rId36"/>
            </p:custDataLst>
          </p:nvPr>
        </p:nvSpPr>
        <p:spPr>
          <a:xfrm rot="5400000">
            <a:off x="224218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椭圆 194"/>
          <p:cNvSpPr/>
          <p:nvPr>
            <p:custDataLst>
              <p:tags r:id="rId37"/>
            </p:custDataLst>
          </p:nvPr>
        </p:nvSpPr>
        <p:spPr>
          <a:xfrm rot="5400000">
            <a:off x="205803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椭圆 195"/>
          <p:cNvSpPr/>
          <p:nvPr>
            <p:custDataLst>
              <p:tags r:id="rId38"/>
            </p:custDataLst>
          </p:nvPr>
        </p:nvSpPr>
        <p:spPr>
          <a:xfrm rot="5400000">
            <a:off x="205803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椭圆 196"/>
          <p:cNvSpPr/>
          <p:nvPr>
            <p:custDataLst>
              <p:tags r:id="rId39"/>
            </p:custDataLst>
          </p:nvPr>
        </p:nvSpPr>
        <p:spPr>
          <a:xfrm rot="5400000">
            <a:off x="205803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椭圆 197"/>
          <p:cNvSpPr/>
          <p:nvPr>
            <p:custDataLst>
              <p:tags r:id="rId40"/>
            </p:custDataLst>
          </p:nvPr>
        </p:nvSpPr>
        <p:spPr>
          <a:xfrm rot="5400000">
            <a:off x="205803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椭圆 198"/>
          <p:cNvSpPr/>
          <p:nvPr>
            <p:custDataLst>
              <p:tags r:id="rId41"/>
            </p:custDataLst>
          </p:nvPr>
        </p:nvSpPr>
        <p:spPr>
          <a:xfrm rot="5400000">
            <a:off x="187452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椭圆 199"/>
          <p:cNvSpPr/>
          <p:nvPr>
            <p:custDataLst>
              <p:tags r:id="rId42"/>
            </p:custDataLst>
          </p:nvPr>
        </p:nvSpPr>
        <p:spPr>
          <a:xfrm rot="5400000">
            <a:off x="187452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椭圆 200"/>
          <p:cNvSpPr/>
          <p:nvPr>
            <p:custDataLst>
              <p:tags r:id="rId43"/>
            </p:custDataLst>
          </p:nvPr>
        </p:nvSpPr>
        <p:spPr>
          <a:xfrm rot="5400000">
            <a:off x="187452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椭圆 201"/>
          <p:cNvSpPr/>
          <p:nvPr>
            <p:custDataLst>
              <p:tags r:id="rId44"/>
            </p:custDataLst>
          </p:nvPr>
        </p:nvSpPr>
        <p:spPr>
          <a:xfrm rot="5400000">
            <a:off x="187452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10060565" y="5336500"/>
            <a:ext cx="2131435" cy="1521500"/>
          </a:xfrm>
          <a:custGeom>
            <a:avLst/>
            <a:gdLst>
              <a:gd name="connsiteX0" fmla="*/ 1626019 w 2131435"/>
              <a:gd name="connsiteY0" fmla="*/ 101 h 1521500"/>
              <a:gd name="connsiteX1" fmla="*/ 2089085 w 2131435"/>
              <a:gd name="connsiteY1" fmla="*/ 91213 h 1521500"/>
              <a:gd name="connsiteX2" fmla="*/ 2131435 w 2131435"/>
              <a:gd name="connsiteY2" fmla="*/ 113428 h 1521500"/>
              <a:gd name="connsiteX3" fmla="*/ 2131435 w 2131435"/>
              <a:gd name="connsiteY3" fmla="*/ 1521500 h 1521500"/>
              <a:gd name="connsiteX4" fmla="*/ 0 w 2131435"/>
              <a:gd name="connsiteY4" fmla="*/ 1521500 h 1521500"/>
              <a:gd name="connsiteX5" fmla="*/ 6520 w 2131435"/>
              <a:gd name="connsiteY5" fmla="*/ 1452674 h 1521500"/>
              <a:gd name="connsiteX6" fmla="*/ 521147 w 2131435"/>
              <a:gd name="connsiteY6" fmla="*/ 489350 h 1521500"/>
              <a:gd name="connsiteX7" fmla="*/ 1626019 w 2131435"/>
              <a:gd name="connsiteY7" fmla="*/ 101 h 152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1435" h="1521500">
                <a:moveTo>
                  <a:pt x="1626019" y="101"/>
                </a:moveTo>
                <a:cubicBezTo>
                  <a:pt x="1790692" y="-1978"/>
                  <a:pt x="1948356" y="28036"/>
                  <a:pt x="2089085" y="91213"/>
                </a:cubicBezTo>
                <a:lnTo>
                  <a:pt x="2131435" y="113428"/>
                </a:lnTo>
                <a:lnTo>
                  <a:pt x="2131435" y="1521500"/>
                </a:lnTo>
                <a:lnTo>
                  <a:pt x="0" y="1521500"/>
                </a:lnTo>
                <a:lnTo>
                  <a:pt x="6520" y="1452674"/>
                </a:lnTo>
                <a:cubicBezTo>
                  <a:pt x="53971" y="1118979"/>
                  <a:pt x="229262" y="771506"/>
                  <a:pt x="521147" y="489350"/>
                </a:cubicBezTo>
                <a:cubicBezTo>
                  <a:pt x="849518" y="171924"/>
                  <a:pt x="1255507" y="4778"/>
                  <a:pt x="1626019" y="10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任意多边形: 形状 1"/>
          <p:cNvSpPr/>
          <p:nvPr userDrawn="1">
            <p:custDataLst>
              <p:tags r:id="rId3"/>
            </p:custDataLst>
          </p:nvPr>
        </p:nvSpPr>
        <p:spPr>
          <a:xfrm>
            <a:off x="0" y="2"/>
            <a:ext cx="1774368" cy="1437373"/>
          </a:xfrm>
          <a:custGeom>
            <a:avLst/>
            <a:gdLst>
              <a:gd name="connsiteX0" fmla="*/ 0 w 1774368"/>
              <a:gd name="connsiteY0" fmla="*/ 0 h 1437373"/>
              <a:gd name="connsiteX1" fmla="*/ 1774368 w 1774368"/>
              <a:gd name="connsiteY1" fmla="*/ 0 h 1437373"/>
              <a:gd name="connsiteX2" fmla="*/ 1753498 w 1774368"/>
              <a:gd name="connsiteY2" fmla="*/ 110326 h 1437373"/>
              <a:gd name="connsiteX3" fmla="*/ 1262636 w 1774368"/>
              <a:gd name="connsiteY3" fmla="*/ 948023 h 1437373"/>
              <a:gd name="connsiteX4" fmla="*/ 35728 w 1774368"/>
              <a:gd name="connsiteY4" fmla="*/ 1432797 h 1437373"/>
              <a:gd name="connsiteX5" fmla="*/ 0 w 1774368"/>
              <a:gd name="connsiteY5" fmla="*/ 1427788 h 143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4368" h="1437373">
                <a:moveTo>
                  <a:pt x="0" y="0"/>
                </a:moveTo>
                <a:lnTo>
                  <a:pt x="1774368" y="0"/>
                </a:lnTo>
                <a:lnTo>
                  <a:pt x="1753498" y="110326"/>
                </a:lnTo>
                <a:cubicBezTo>
                  <a:pt x="1684168" y="404241"/>
                  <a:pt x="1518035" y="701136"/>
                  <a:pt x="1262636" y="948023"/>
                </a:cubicBezTo>
                <a:cubicBezTo>
                  <a:pt x="897780" y="1300719"/>
                  <a:pt x="437098" y="1467884"/>
                  <a:pt x="35728" y="1432797"/>
                </a:cubicBezTo>
                <a:lnTo>
                  <a:pt x="0" y="142778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副标题"/>
          <p:cNvSpPr txBox="1">
            <a:spLocks noGrp="1"/>
          </p:cNvSpPr>
          <p:nvPr>
            <p:ph type="body" idx="45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6" name="椭圆 125"/>
          <p:cNvSpPr/>
          <p:nvPr>
            <p:custDataLst>
              <p:tags r:id="rId5"/>
            </p:custDataLst>
          </p:nvPr>
        </p:nvSpPr>
        <p:spPr>
          <a:xfrm rot="5400000">
            <a:off x="169989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椭圆 126"/>
          <p:cNvSpPr/>
          <p:nvPr>
            <p:custDataLst>
              <p:tags r:id="rId6"/>
            </p:custDataLst>
          </p:nvPr>
        </p:nvSpPr>
        <p:spPr>
          <a:xfrm rot="5400000">
            <a:off x="169989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椭圆 127"/>
          <p:cNvSpPr/>
          <p:nvPr>
            <p:custDataLst>
              <p:tags r:id="rId7"/>
            </p:custDataLst>
          </p:nvPr>
        </p:nvSpPr>
        <p:spPr>
          <a:xfrm rot="5400000">
            <a:off x="169989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椭圆 128"/>
          <p:cNvSpPr/>
          <p:nvPr>
            <p:custDataLst>
              <p:tags r:id="rId8"/>
            </p:custDataLst>
          </p:nvPr>
        </p:nvSpPr>
        <p:spPr>
          <a:xfrm rot="5400000">
            <a:off x="169989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椭圆 129"/>
          <p:cNvSpPr/>
          <p:nvPr>
            <p:custDataLst>
              <p:tags r:id="rId9"/>
            </p:custDataLst>
          </p:nvPr>
        </p:nvSpPr>
        <p:spPr>
          <a:xfrm rot="5400000">
            <a:off x="151574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椭圆 130"/>
          <p:cNvSpPr/>
          <p:nvPr>
            <p:custDataLst>
              <p:tags r:id="rId10"/>
            </p:custDataLst>
          </p:nvPr>
        </p:nvSpPr>
        <p:spPr>
          <a:xfrm rot="5400000">
            <a:off x="151574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椭圆 131"/>
          <p:cNvSpPr/>
          <p:nvPr>
            <p:custDataLst>
              <p:tags r:id="rId11"/>
            </p:custDataLst>
          </p:nvPr>
        </p:nvSpPr>
        <p:spPr>
          <a:xfrm rot="5400000">
            <a:off x="151574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椭圆 132"/>
          <p:cNvSpPr/>
          <p:nvPr>
            <p:custDataLst>
              <p:tags r:id="rId12"/>
            </p:custDataLst>
          </p:nvPr>
        </p:nvSpPr>
        <p:spPr>
          <a:xfrm rot="5400000">
            <a:off x="151574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椭圆 133"/>
          <p:cNvSpPr/>
          <p:nvPr>
            <p:custDataLst>
              <p:tags r:id="rId13"/>
            </p:custDataLst>
          </p:nvPr>
        </p:nvSpPr>
        <p:spPr>
          <a:xfrm rot="5400000">
            <a:off x="133223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椭圆 134"/>
          <p:cNvSpPr/>
          <p:nvPr>
            <p:custDataLst>
              <p:tags r:id="rId14"/>
            </p:custDataLst>
          </p:nvPr>
        </p:nvSpPr>
        <p:spPr>
          <a:xfrm rot="5400000">
            <a:off x="133223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椭圆 135"/>
          <p:cNvSpPr/>
          <p:nvPr>
            <p:custDataLst>
              <p:tags r:id="rId15"/>
            </p:custDataLst>
          </p:nvPr>
        </p:nvSpPr>
        <p:spPr>
          <a:xfrm rot="5400000">
            <a:off x="133223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椭圆 136"/>
          <p:cNvSpPr/>
          <p:nvPr>
            <p:custDataLst>
              <p:tags r:id="rId16"/>
            </p:custDataLst>
          </p:nvPr>
        </p:nvSpPr>
        <p:spPr>
          <a:xfrm rot="5400000">
            <a:off x="133223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椭圆 137"/>
          <p:cNvSpPr/>
          <p:nvPr>
            <p:custDataLst>
              <p:tags r:id="rId17"/>
            </p:custDataLst>
          </p:nvPr>
        </p:nvSpPr>
        <p:spPr>
          <a:xfrm rot="5400000">
            <a:off x="114808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椭圆 138"/>
          <p:cNvSpPr/>
          <p:nvPr>
            <p:custDataLst>
              <p:tags r:id="rId18"/>
            </p:custDataLst>
          </p:nvPr>
        </p:nvSpPr>
        <p:spPr>
          <a:xfrm rot="5400000">
            <a:off x="114808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椭圆 139"/>
          <p:cNvSpPr/>
          <p:nvPr>
            <p:custDataLst>
              <p:tags r:id="rId19"/>
            </p:custDataLst>
          </p:nvPr>
        </p:nvSpPr>
        <p:spPr>
          <a:xfrm rot="5400000">
            <a:off x="114808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椭圆 140"/>
          <p:cNvSpPr/>
          <p:nvPr>
            <p:custDataLst>
              <p:tags r:id="rId20"/>
            </p:custDataLst>
          </p:nvPr>
        </p:nvSpPr>
        <p:spPr>
          <a:xfrm rot="5400000">
            <a:off x="114808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椭圆 141"/>
          <p:cNvSpPr/>
          <p:nvPr>
            <p:custDataLst>
              <p:tags r:id="rId21"/>
            </p:custDataLst>
          </p:nvPr>
        </p:nvSpPr>
        <p:spPr>
          <a:xfrm rot="5400000">
            <a:off x="96456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椭圆 142"/>
          <p:cNvSpPr/>
          <p:nvPr>
            <p:custDataLst>
              <p:tags r:id="rId22"/>
            </p:custDataLst>
          </p:nvPr>
        </p:nvSpPr>
        <p:spPr>
          <a:xfrm rot="5400000">
            <a:off x="96456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椭圆 143"/>
          <p:cNvSpPr/>
          <p:nvPr>
            <p:custDataLst>
              <p:tags r:id="rId23"/>
            </p:custDataLst>
          </p:nvPr>
        </p:nvSpPr>
        <p:spPr>
          <a:xfrm rot="5400000">
            <a:off x="96456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椭圆 144"/>
          <p:cNvSpPr/>
          <p:nvPr>
            <p:custDataLst>
              <p:tags r:id="rId24"/>
            </p:custDataLst>
          </p:nvPr>
        </p:nvSpPr>
        <p:spPr>
          <a:xfrm rot="5400000">
            <a:off x="96456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椭圆 145"/>
          <p:cNvSpPr/>
          <p:nvPr>
            <p:custDataLst>
              <p:tags r:id="rId25"/>
            </p:custDataLst>
          </p:nvPr>
        </p:nvSpPr>
        <p:spPr>
          <a:xfrm rot="5400000">
            <a:off x="260985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椭圆 146"/>
          <p:cNvSpPr/>
          <p:nvPr>
            <p:custDataLst>
              <p:tags r:id="rId26"/>
            </p:custDataLst>
          </p:nvPr>
        </p:nvSpPr>
        <p:spPr>
          <a:xfrm rot="5400000">
            <a:off x="260985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椭圆 147"/>
          <p:cNvSpPr/>
          <p:nvPr>
            <p:custDataLst>
              <p:tags r:id="rId27"/>
            </p:custDataLst>
          </p:nvPr>
        </p:nvSpPr>
        <p:spPr>
          <a:xfrm rot="5400000">
            <a:off x="260985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椭圆 148"/>
          <p:cNvSpPr/>
          <p:nvPr>
            <p:custDataLst>
              <p:tags r:id="rId28"/>
            </p:custDataLst>
          </p:nvPr>
        </p:nvSpPr>
        <p:spPr>
          <a:xfrm rot="5400000">
            <a:off x="260985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椭圆 149"/>
          <p:cNvSpPr/>
          <p:nvPr>
            <p:custDataLst>
              <p:tags r:id="rId29"/>
            </p:custDataLst>
          </p:nvPr>
        </p:nvSpPr>
        <p:spPr>
          <a:xfrm rot="5400000">
            <a:off x="242570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椭圆 150"/>
          <p:cNvSpPr/>
          <p:nvPr>
            <p:custDataLst>
              <p:tags r:id="rId30"/>
            </p:custDataLst>
          </p:nvPr>
        </p:nvSpPr>
        <p:spPr>
          <a:xfrm rot="5400000">
            <a:off x="242570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椭圆 151"/>
          <p:cNvSpPr/>
          <p:nvPr>
            <p:custDataLst>
              <p:tags r:id="rId31"/>
            </p:custDataLst>
          </p:nvPr>
        </p:nvSpPr>
        <p:spPr>
          <a:xfrm rot="5400000">
            <a:off x="242570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椭圆 152"/>
          <p:cNvSpPr/>
          <p:nvPr>
            <p:custDataLst>
              <p:tags r:id="rId32"/>
            </p:custDataLst>
          </p:nvPr>
        </p:nvSpPr>
        <p:spPr>
          <a:xfrm rot="5400000">
            <a:off x="242570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椭圆 153"/>
          <p:cNvSpPr/>
          <p:nvPr>
            <p:custDataLst>
              <p:tags r:id="rId33"/>
            </p:custDataLst>
          </p:nvPr>
        </p:nvSpPr>
        <p:spPr>
          <a:xfrm rot="5400000">
            <a:off x="224218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椭圆 154"/>
          <p:cNvSpPr/>
          <p:nvPr>
            <p:custDataLst>
              <p:tags r:id="rId34"/>
            </p:custDataLst>
          </p:nvPr>
        </p:nvSpPr>
        <p:spPr>
          <a:xfrm rot="5400000">
            <a:off x="224218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椭圆 191"/>
          <p:cNvSpPr/>
          <p:nvPr>
            <p:custDataLst>
              <p:tags r:id="rId35"/>
            </p:custDataLst>
          </p:nvPr>
        </p:nvSpPr>
        <p:spPr>
          <a:xfrm rot="5400000">
            <a:off x="224218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椭圆 192"/>
          <p:cNvSpPr/>
          <p:nvPr>
            <p:custDataLst>
              <p:tags r:id="rId36"/>
            </p:custDataLst>
          </p:nvPr>
        </p:nvSpPr>
        <p:spPr>
          <a:xfrm rot="5400000">
            <a:off x="224218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椭圆 194"/>
          <p:cNvSpPr/>
          <p:nvPr>
            <p:custDataLst>
              <p:tags r:id="rId37"/>
            </p:custDataLst>
          </p:nvPr>
        </p:nvSpPr>
        <p:spPr>
          <a:xfrm rot="5400000">
            <a:off x="205803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椭圆 195"/>
          <p:cNvSpPr/>
          <p:nvPr>
            <p:custDataLst>
              <p:tags r:id="rId38"/>
            </p:custDataLst>
          </p:nvPr>
        </p:nvSpPr>
        <p:spPr>
          <a:xfrm rot="5400000">
            <a:off x="205803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椭圆 196"/>
          <p:cNvSpPr/>
          <p:nvPr>
            <p:custDataLst>
              <p:tags r:id="rId39"/>
            </p:custDataLst>
          </p:nvPr>
        </p:nvSpPr>
        <p:spPr>
          <a:xfrm rot="5400000">
            <a:off x="205803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椭圆 197"/>
          <p:cNvSpPr/>
          <p:nvPr>
            <p:custDataLst>
              <p:tags r:id="rId40"/>
            </p:custDataLst>
          </p:nvPr>
        </p:nvSpPr>
        <p:spPr>
          <a:xfrm rot="5400000">
            <a:off x="205803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椭圆 198"/>
          <p:cNvSpPr/>
          <p:nvPr>
            <p:custDataLst>
              <p:tags r:id="rId41"/>
            </p:custDataLst>
          </p:nvPr>
        </p:nvSpPr>
        <p:spPr>
          <a:xfrm rot="5400000">
            <a:off x="187452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椭圆 199"/>
          <p:cNvSpPr/>
          <p:nvPr>
            <p:custDataLst>
              <p:tags r:id="rId42"/>
            </p:custDataLst>
          </p:nvPr>
        </p:nvSpPr>
        <p:spPr>
          <a:xfrm rot="5400000">
            <a:off x="187452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椭圆 200"/>
          <p:cNvSpPr/>
          <p:nvPr>
            <p:custDataLst>
              <p:tags r:id="rId43"/>
            </p:custDataLst>
          </p:nvPr>
        </p:nvSpPr>
        <p:spPr>
          <a:xfrm rot="5400000">
            <a:off x="187452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椭圆 201"/>
          <p:cNvSpPr/>
          <p:nvPr>
            <p:custDataLst>
              <p:tags r:id="rId44"/>
            </p:custDataLst>
          </p:nvPr>
        </p:nvSpPr>
        <p:spPr>
          <a:xfrm rot="5400000">
            <a:off x="187452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5"/>
            </p:custDataLst>
          </p:nvPr>
        </p:nvSpPr>
        <p:spPr>
          <a:xfrm>
            <a:off x="608400" y="458590"/>
            <a:ext cx="10969200" cy="646331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uFillTx/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9" name="任意多边形: 形状 5"/>
          <p:cNvSpPr/>
          <p:nvPr>
            <p:custDataLst>
              <p:tags r:id="rId3"/>
            </p:custDataLst>
          </p:nvPr>
        </p:nvSpPr>
        <p:spPr>
          <a:xfrm>
            <a:off x="1142998" y="0"/>
            <a:ext cx="11049002" cy="6858000"/>
          </a:xfrm>
          <a:custGeom>
            <a:avLst/>
            <a:gdLst>
              <a:gd name="connsiteX0" fmla="*/ 6387353 w 11049002"/>
              <a:gd name="connsiteY0" fmla="*/ 634894 h 6858000"/>
              <a:gd name="connsiteX1" fmla="*/ 3556734 w 11049002"/>
              <a:gd name="connsiteY1" fmla="*/ 3465513 h 6858000"/>
              <a:gd name="connsiteX2" fmla="*/ 6387353 w 11049002"/>
              <a:gd name="connsiteY2" fmla="*/ 6296132 h 6858000"/>
              <a:gd name="connsiteX3" fmla="*/ 9217972 w 11049002"/>
              <a:gd name="connsiteY3" fmla="*/ 3465513 h 6858000"/>
              <a:gd name="connsiteX4" fmla="*/ 6387353 w 11049002"/>
              <a:gd name="connsiteY4" fmla="*/ 634894 h 6858000"/>
              <a:gd name="connsiteX5" fmla="*/ 1023086 w 11049002"/>
              <a:gd name="connsiteY5" fmla="*/ 0 h 6858000"/>
              <a:gd name="connsiteX6" fmla="*/ 11049002 w 11049002"/>
              <a:gd name="connsiteY6" fmla="*/ 0 h 6858000"/>
              <a:gd name="connsiteX7" fmla="*/ 11049002 w 11049002"/>
              <a:gd name="connsiteY7" fmla="*/ 6858000 h 6858000"/>
              <a:gd name="connsiteX8" fmla="*/ 976270 w 11049002"/>
              <a:gd name="connsiteY8" fmla="*/ 6858000 h 6858000"/>
              <a:gd name="connsiteX9" fmla="*/ 924719 w 11049002"/>
              <a:gd name="connsiteY9" fmla="*/ 6777588 h 6858000"/>
              <a:gd name="connsiteX10" fmla="*/ 0 w 11049002"/>
              <a:gd name="connsiteY10" fmla="*/ 3465513 h 6858000"/>
              <a:gd name="connsiteX11" fmla="*/ 924719 w 11049002"/>
              <a:gd name="connsiteY11" fmla="*/ 15343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9002" h="6858000">
                <a:moveTo>
                  <a:pt x="6387353" y="634894"/>
                </a:moveTo>
                <a:cubicBezTo>
                  <a:pt x="4824045" y="634894"/>
                  <a:pt x="3556734" y="1902205"/>
                  <a:pt x="3556734" y="3465513"/>
                </a:cubicBezTo>
                <a:cubicBezTo>
                  <a:pt x="3556734" y="5028821"/>
                  <a:pt x="4824045" y="6296132"/>
                  <a:pt x="6387353" y="6296132"/>
                </a:cubicBezTo>
                <a:cubicBezTo>
                  <a:pt x="7950661" y="6296132"/>
                  <a:pt x="9217972" y="5028821"/>
                  <a:pt x="9217972" y="3465513"/>
                </a:cubicBezTo>
                <a:cubicBezTo>
                  <a:pt x="9217972" y="1902205"/>
                  <a:pt x="7950661" y="634894"/>
                  <a:pt x="6387353" y="634894"/>
                </a:cubicBezTo>
                <a:close/>
                <a:moveTo>
                  <a:pt x="1023086" y="0"/>
                </a:moveTo>
                <a:lnTo>
                  <a:pt x="11049002" y="0"/>
                </a:lnTo>
                <a:lnTo>
                  <a:pt x="11049002" y="6858000"/>
                </a:lnTo>
                <a:lnTo>
                  <a:pt x="976270" y="6858000"/>
                </a:lnTo>
                <a:lnTo>
                  <a:pt x="924719" y="6777588"/>
                </a:lnTo>
                <a:cubicBezTo>
                  <a:pt x="337916" y="5811840"/>
                  <a:pt x="0" y="4678139"/>
                  <a:pt x="0" y="3465513"/>
                </a:cubicBezTo>
                <a:cubicBezTo>
                  <a:pt x="0" y="2252888"/>
                  <a:pt x="337916" y="1119187"/>
                  <a:pt x="924719" y="153438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59" name="图片 258" descr="亮着灯的房子&#10;&#10;低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8" b="24782"/>
          <a:stretch>
            <a:fillRect/>
          </a:stretch>
        </p:blipFill>
        <p:spPr>
          <a:xfrm flipH="1">
            <a:off x="3938872" y="1225475"/>
            <a:ext cx="8253129" cy="5632525"/>
          </a:xfrm>
          <a:custGeom>
            <a:avLst/>
            <a:gdLst>
              <a:gd name="connsiteX0" fmla="*/ 8253129 w 8253129"/>
              <a:gd name="connsiteY0" fmla="*/ 0 h 5632525"/>
              <a:gd name="connsiteX1" fmla="*/ 0 w 8253129"/>
              <a:gd name="connsiteY1" fmla="*/ 0 h 5632525"/>
              <a:gd name="connsiteX2" fmla="*/ 0 w 8253129"/>
              <a:gd name="connsiteY2" fmla="*/ 5632525 h 5632525"/>
              <a:gd name="connsiteX3" fmla="*/ 8253129 w 8253129"/>
              <a:gd name="connsiteY3" fmla="*/ 5632525 h 563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53129" h="5632525">
                <a:moveTo>
                  <a:pt x="8253129" y="0"/>
                </a:moveTo>
                <a:lnTo>
                  <a:pt x="0" y="0"/>
                </a:lnTo>
                <a:lnTo>
                  <a:pt x="0" y="5632525"/>
                </a:lnTo>
                <a:lnTo>
                  <a:pt x="8253129" y="5632525"/>
                </a:lnTo>
                <a:close/>
              </a:path>
            </a:pathLst>
          </a:custGeom>
        </p:spPr>
      </p:pic>
      <p:sp>
        <p:nvSpPr>
          <p:cNvPr id="266" name="椭圆 265"/>
          <p:cNvSpPr/>
          <p:nvPr>
            <p:custDataLst>
              <p:tags r:id="rId6"/>
            </p:custDataLst>
          </p:nvPr>
        </p:nvSpPr>
        <p:spPr>
          <a:xfrm>
            <a:off x="8498840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69" name="椭圆 268"/>
          <p:cNvSpPr/>
          <p:nvPr>
            <p:custDataLst>
              <p:tags r:id="rId7"/>
            </p:custDataLst>
          </p:nvPr>
        </p:nvSpPr>
        <p:spPr>
          <a:xfrm>
            <a:off x="8709025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4" name="椭圆 273"/>
          <p:cNvSpPr/>
          <p:nvPr>
            <p:custDataLst>
              <p:tags r:id="rId8"/>
            </p:custDataLst>
          </p:nvPr>
        </p:nvSpPr>
        <p:spPr>
          <a:xfrm>
            <a:off x="8919845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5" name="椭圆 274"/>
          <p:cNvSpPr/>
          <p:nvPr>
            <p:custDataLst>
              <p:tags r:id="rId9"/>
            </p:custDataLst>
          </p:nvPr>
        </p:nvSpPr>
        <p:spPr>
          <a:xfrm>
            <a:off x="9130030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6" name="椭圆 275"/>
          <p:cNvSpPr/>
          <p:nvPr>
            <p:custDataLst>
              <p:tags r:id="rId10"/>
            </p:custDataLst>
          </p:nvPr>
        </p:nvSpPr>
        <p:spPr>
          <a:xfrm>
            <a:off x="9340850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7" name="椭圆 276"/>
          <p:cNvSpPr/>
          <p:nvPr>
            <p:custDataLst>
              <p:tags r:id="rId11"/>
            </p:custDataLst>
          </p:nvPr>
        </p:nvSpPr>
        <p:spPr>
          <a:xfrm>
            <a:off x="9551035" y="31813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8" name="椭圆 277"/>
          <p:cNvSpPr/>
          <p:nvPr>
            <p:custDataLst>
              <p:tags r:id="rId12"/>
            </p:custDataLst>
          </p:nvPr>
        </p:nvSpPr>
        <p:spPr>
          <a:xfrm>
            <a:off x="8498840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79" name="椭圆 278"/>
          <p:cNvSpPr/>
          <p:nvPr>
            <p:custDataLst>
              <p:tags r:id="rId13"/>
            </p:custDataLst>
          </p:nvPr>
        </p:nvSpPr>
        <p:spPr>
          <a:xfrm>
            <a:off x="8709025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0" name="椭圆 279"/>
          <p:cNvSpPr/>
          <p:nvPr>
            <p:custDataLst>
              <p:tags r:id="rId14"/>
            </p:custDataLst>
          </p:nvPr>
        </p:nvSpPr>
        <p:spPr>
          <a:xfrm>
            <a:off x="8919845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1" name="椭圆 280"/>
          <p:cNvSpPr/>
          <p:nvPr>
            <p:custDataLst>
              <p:tags r:id="rId15"/>
            </p:custDataLst>
          </p:nvPr>
        </p:nvSpPr>
        <p:spPr>
          <a:xfrm>
            <a:off x="9130030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2" name="椭圆 281"/>
          <p:cNvSpPr/>
          <p:nvPr>
            <p:custDataLst>
              <p:tags r:id="rId16"/>
            </p:custDataLst>
          </p:nvPr>
        </p:nvSpPr>
        <p:spPr>
          <a:xfrm>
            <a:off x="9340850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3" name="椭圆 282"/>
          <p:cNvSpPr/>
          <p:nvPr>
            <p:custDataLst>
              <p:tags r:id="rId17"/>
            </p:custDataLst>
          </p:nvPr>
        </p:nvSpPr>
        <p:spPr>
          <a:xfrm>
            <a:off x="9551035" y="50228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4" name="椭圆 283"/>
          <p:cNvSpPr/>
          <p:nvPr>
            <p:custDataLst>
              <p:tags r:id="rId18"/>
            </p:custDataLst>
          </p:nvPr>
        </p:nvSpPr>
        <p:spPr>
          <a:xfrm>
            <a:off x="8498840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5" name="椭圆 284"/>
          <p:cNvSpPr/>
          <p:nvPr>
            <p:custDataLst>
              <p:tags r:id="rId19"/>
            </p:custDataLst>
          </p:nvPr>
        </p:nvSpPr>
        <p:spPr>
          <a:xfrm>
            <a:off x="8709025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6" name="椭圆 285"/>
          <p:cNvSpPr/>
          <p:nvPr>
            <p:custDataLst>
              <p:tags r:id="rId20"/>
            </p:custDataLst>
          </p:nvPr>
        </p:nvSpPr>
        <p:spPr>
          <a:xfrm>
            <a:off x="8919845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7" name="椭圆 286"/>
          <p:cNvSpPr/>
          <p:nvPr>
            <p:custDataLst>
              <p:tags r:id="rId21"/>
            </p:custDataLst>
          </p:nvPr>
        </p:nvSpPr>
        <p:spPr>
          <a:xfrm>
            <a:off x="9130030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8" name="椭圆 287"/>
          <p:cNvSpPr/>
          <p:nvPr>
            <p:custDataLst>
              <p:tags r:id="rId22"/>
            </p:custDataLst>
          </p:nvPr>
        </p:nvSpPr>
        <p:spPr>
          <a:xfrm>
            <a:off x="9340850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89" name="椭圆 288"/>
          <p:cNvSpPr/>
          <p:nvPr>
            <p:custDataLst>
              <p:tags r:id="rId23"/>
            </p:custDataLst>
          </p:nvPr>
        </p:nvSpPr>
        <p:spPr>
          <a:xfrm>
            <a:off x="9551035" y="68580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0" name="椭圆 289"/>
          <p:cNvSpPr/>
          <p:nvPr>
            <p:custDataLst>
              <p:tags r:id="rId24"/>
            </p:custDataLst>
          </p:nvPr>
        </p:nvSpPr>
        <p:spPr>
          <a:xfrm>
            <a:off x="8498840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1" name="椭圆 290"/>
          <p:cNvSpPr/>
          <p:nvPr>
            <p:custDataLst>
              <p:tags r:id="rId25"/>
            </p:custDataLst>
          </p:nvPr>
        </p:nvSpPr>
        <p:spPr>
          <a:xfrm>
            <a:off x="8709025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2" name="椭圆 291"/>
          <p:cNvSpPr/>
          <p:nvPr>
            <p:custDataLst>
              <p:tags r:id="rId26"/>
            </p:custDataLst>
          </p:nvPr>
        </p:nvSpPr>
        <p:spPr>
          <a:xfrm>
            <a:off x="8919845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3" name="椭圆 292"/>
          <p:cNvSpPr/>
          <p:nvPr>
            <p:custDataLst>
              <p:tags r:id="rId27"/>
            </p:custDataLst>
          </p:nvPr>
        </p:nvSpPr>
        <p:spPr>
          <a:xfrm>
            <a:off x="9130030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4" name="椭圆 293"/>
          <p:cNvSpPr/>
          <p:nvPr>
            <p:custDataLst>
              <p:tags r:id="rId28"/>
            </p:custDataLst>
          </p:nvPr>
        </p:nvSpPr>
        <p:spPr>
          <a:xfrm>
            <a:off x="9340850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5" name="椭圆 294"/>
          <p:cNvSpPr/>
          <p:nvPr>
            <p:custDataLst>
              <p:tags r:id="rId29"/>
            </p:custDataLst>
          </p:nvPr>
        </p:nvSpPr>
        <p:spPr>
          <a:xfrm>
            <a:off x="9551035" y="86995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6" name="椭圆 295"/>
          <p:cNvSpPr/>
          <p:nvPr>
            <p:custDataLst>
              <p:tags r:id="rId30"/>
            </p:custDataLst>
          </p:nvPr>
        </p:nvSpPr>
        <p:spPr>
          <a:xfrm>
            <a:off x="8498840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7" name="椭圆 296"/>
          <p:cNvSpPr/>
          <p:nvPr>
            <p:custDataLst>
              <p:tags r:id="rId31"/>
            </p:custDataLst>
          </p:nvPr>
        </p:nvSpPr>
        <p:spPr>
          <a:xfrm>
            <a:off x="8709025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8" name="椭圆 297"/>
          <p:cNvSpPr/>
          <p:nvPr>
            <p:custDataLst>
              <p:tags r:id="rId32"/>
            </p:custDataLst>
          </p:nvPr>
        </p:nvSpPr>
        <p:spPr>
          <a:xfrm>
            <a:off x="8919845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299" name="椭圆 298"/>
          <p:cNvSpPr/>
          <p:nvPr>
            <p:custDataLst>
              <p:tags r:id="rId33"/>
            </p:custDataLst>
          </p:nvPr>
        </p:nvSpPr>
        <p:spPr>
          <a:xfrm>
            <a:off x="9130030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0" name="椭圆 299"/>
          <p:cNvSpPr/>
          <p:nvPr>
            <p:custDataLst>
              <p:tags r:id="rId34"/>
            </p:custDataLst>
          </p:nvPr>
        </p:nvSpPr>
        <p:spPr>
          <a:xfrm>
            <a:off x="9340850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1" name="椭圆 300"/>
          <p:cNvSpPr/>
          <p:nvPr>
            <p:custDataLst>
              <p:tags r:id="rId35"/>
            </p:custDataLst>
          </p:nvPr>
        </p:nvSpPr>
        <p:spPr>
          <a:xfrm>
            <a:off x="9551035" y="1053465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2" name="任意多边形: 形状 301"/>
          <p:cNvSpPr/>
          <p:nvPr>
            <p:custDataLst>
              <p:tags r:id="rId36"/>
            </p:custDataLst>
          </p:nvPr>
        </p:nvSpPr>
        <p:spPr>
          <a:xfrm>
            <a:off x="8503285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3" name="任意多边形: 形状 302"/>
          <p:cNvSpPr/>
          <p:nvPr>
            <p:custDataLst>
              <p:tags r:id="rId37"/>
            </p:custDataLst>
          </p:nvPr>
        </p:nvSpPr>
        <p:spPr>
          <a:xfrm>
            <a:off x="8713470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4" name="任意多边形: 形状 303"/>
          <p:cNvSpPr/>
          <p:nvPr>
            <p:custDataLst>
              <p:tags r:id="rId38"/>
            </p:custDataLst>
          </p:nvPr>
        </p:nvSpPr>
        <p:spPr>
          <a:xfrm>
            <a:off x="8924290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5" name="任意多边形: 形状 304"/>
          <p:cNvSpPr/>
          <p:nvPr>
            <p:custDataLst>
              <p:tags r:id="rId39"/>
            </p:custDataLst>
          </p:nvPr>
        </p:nvSpPr>
        <p:spPr>
          <a:xfrm>
            <a:off x="9134475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6" name="任意多边形: 形状 305"/>
          <p:cNvSpPr/>
          <p:nvPr>
            <p:custDataLst>
              <p:tags r:id="rId40"/>
            </p:custDataLst>
          </p:nvPr>
        </p:nvSpPr>
        <p:spPr>
          <a:xfrm>
            <a:off x="9345295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7" name="任意多边形: 形状 306"/>
          <p:cNvSpPr/>
          <p:nvPr>
            <p:custDataLst>
              <p:tags r:id="rId41"/>
            </p:custDataLst>
          </p:nvPr>
        </p:nvSpPr>
        <p:spPr>
          <a:xfrm>
            <a:off x="9555480" y="0"/>
            <a:ext cx="90170" cy="50165"/>
          </a:xfrm>
          <a:custGeom>
            <a:avLst/>
            <a:gdLst>
              <a:gd name="connsiteX0" fmla="*/ 2084 w 90432"/>
              <a:gd name="connsiteY0" fmla="*/ 0 h 50248"/>
              <a:gd name="connsiteX1" fmla="*/ 88348 w 90432"/>
              <a:gd name="connsiteY1" fmla="*/ 0 h 50248"/>
              <a:gd name="connsiteX2" fmla="*/ 90432 w 90432"/>
              <a:gd name="connsiteY2" fmla="*/ 5032 h 50248"/>
              <a:gd name="connsiteX3" fmla="*/ 45216 w 90432"/>
              <a:gd name="connsiteY3" fmla="*/ 50248 h 50248"/>
              <a:gd name="connsiteX4" fmla="*/ 0 w 90432"/>
              <a:gd name="connsiteY4" fmla="*/ 5032 h 5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32" h="50248">
                <a:moveTo>
                  <a:pt x="2084" y="0"/>
                </a:moveTo>
                <a:lnTo>
                  <a:pt x="88348" y="0"/>
                </a:lnTo>
                <a:lnTo>
                  <a:pt x="90432" y="5032"/>
                </a:lnTo>
                <a:cubicBezTo>
                  <a:pt x="90432" y="30004"/>
                  <a:pt x="70188" y="50248"/>
                  <a:pt x="45216" y="50248"/>
                </a:cubicBezTo>
                <a:cubicBezTo>
                  <a:pt x="20244" y="50248"/>
                  <a:pt x="0" y="30004"/>
                  <a:pt x="0" y="5032"/>
                </a:cubicBezTo>
                <a:close/>
              </a:path>
            </a:pathLst>
          </a:cu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8" name="椭圆 307"/>
          <p:cNvSpPr/>
          <p:nvPr>
            <p:custDataLst>
              <p:tags r:id="rId42"/>
            </p:custDataLst>
          </p:nvPr>
        </p:nvSpPr>
        <p:spPr>
          <a:xfrm>
            <a:off x="8503285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09" name="椭圆 308"/>
          <p:cNvSpPr/>
          <p:nvPr>
            <p:custDataLst>
              <p:tags r:id="rId43"/>
            </p:custDataLst>
          </p:nvPr>
        </p:nvSpPr>
        <p:spPr>
          <a:xfrm>
            <a:off x="8713470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10" name="椭圆 309"/>
          <p:cNvSpPr/>
          <p:nvPr>
            <p:custDataLst>
              <p:tags r:id="rId44"/>
            </p:custDataLst>
          </p:nvPr>
        </p:nvSpPr>
        <p:spPr>
          <a:xfrm>
            <a:off x="8924290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11" name="椭圆 310"/>
          <p:cNvSpPr/>
          <p:nvPr>
            <p:custDataLst>
              <p:tags r:id="rId45"/>
            </p:custDataLst>
          </p:nvPr>
        </p:nvSpPr>
        <p:spPr>
          <a:xfrm>
            <a:off x="9134475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12" name="椭圆 311"/>
          <p:cNvSpPr/>
          <p:nvPr>
            <p:custDataLst>
              <p:tags r:id="rId46"/>
            </p:custDataLst>
          </p:nvPr>
        </p:nvSpPr>
        <p:spPr>
          <a:xfrm>
            <a:off x="9345295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13" name="椭圆 312"/>
          <p:cNvSpPr/>
          <p:nvPr>
            <p:custDataLst>
              <p:tags r:id="rId47"/>
            </p:custDataLst>
          </p:nvPr>
        </p:nvSpPr>
        <p:spPr>
          <a:xfrm>
            <a:off x="9555480" y="143510"/>
            <a:ext cx="90170" cy="90170"/>
          </a:xfrm>
          <a:prstGeom prst="ellipse">
            <a:avLst/>
          </a:prstGeom>
          <a:solidFill>
            <a:schemeClr val="accent2">
              <a:alpha val="49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15" name="椭圆 314"/>
          <p:cNvSpPr/>
          <p:nvPr>
            <p:custDataLst>
              <p:tags r:id="rId48"/>
            </p:custDataLst>
          </p:nvPr>
        </p:nvSpPr>
        <p:spPr>
          <a:xfrm rot="5400000">
            <a:off x="1512570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16" name="椭圆 315"/>
          <p:cNvSpPr/>
          <p:nvPr>
            <p:custDataLst>
              <p:tags r:id="rId49"/>
            </p:custDataLst>
          </p:nvPr>
        </p:nvSpPr>
        <p:spPr>
          <a:xfrm rot="5400000">
            <a:off x="1512570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17" name="椭圆 316"/>
          <p:cNvSpPr/>
          <p:nvPr>
            <p:custDataLst>
              <p:tags r:id="rId50"/>
            </p:custDataLst>
          </p:nvPr>
        </p:nvSpPr>
        <p:spPr>
          <a:xfrm rot="5400000">
            <a:off x="1512570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18" name="椭圆 317"/>
          <p:cNvSpPr/>
          <p:nvPr>
            <p:custDataLst>
              <p:tags r:id="rId51"/>
            </p:custDataLst>
          </p:nvPr>
        </p:nvSpPr>
        <p:spPr>
          <a:xfrm rot="5400000">
            <a:off x="1512570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19" name="椭圆 318"/>
          <p:cNvSpPr/>
          <p:nvPr>
            <p:custDataLst>
              <p:tags r:id="rId52"/>
            </p:custDataLst>
          </p:nvPr>
        </p:nvSpPr>
        <p:spPr>
          <a:xfrm rot="5400000">
            <a:off x="1328420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0" name="椭圆 319"/>
          <p:cNvSpPr/>
          <p:nvPr>
            <p:custDataLst>
              <p:tags r:id="rId53"/>
            </p:custDataLst>
          </p:nvPr>
        </p:nvSpPr>
        <p:spPr>
          <a:xfrm rot="5400000">
            <a:off x="1328420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1" name="椭圆 320"/>
          <p:cNvSpPr/>
          <p:nvPr>
            <p:custDataLst>
              <p:tags r:id="rId54"/>
            </p:custDataLst>
          </p:nvPr>
        </p:nvSpPr>
        <p:spPr>
          <a:xfrm rot="5400000">
            <a:off x="1328420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2" name="椭圆 321"/>
          <p:cNvSpPr/>
          <p:nvPr>
            <p:custDataLst>
              <p:tags r:id="rId55"/>
            </p:custDataLst>
          </p:nvPr>
        </p:nvSpPr>
        <p:spPr>
          <a:xfrm rot="5400000">
            <a:off x="1328420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3" name="椭圆 322"/>
          <p:cNvSpPr/>
          <p:nvPr>
            <p:custDataLst>
              <p:tags r:id="rId56"/>
            </p:custDataLst>
          </p:nvPr>
        </p:nvSpPr>
        <p:spPr>
          <a:xfrm rot="5400000">
            <a:off x="1144905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4" name="椭圆 323"/>
          <p:cNvSpPr/>
          <p:nvPr>
            <p:custDataLst>
              <p:tags r:id="rId57"/>
            </p:custDataLst>
          </p:nvPr>
        </p:nvSpPr>
        <p:spPr>
          <a:xfrm rot="5400000">
            <a:off x="1144905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5" name="椭圆 324"/>
          <p:cNvSpPr/>
          <p:nvPr>
            <p:custDataLst>
              <p:tags r:id="rId58"/>
            </p:custDataLst>
          </p:nvPr>
        </p:nvSpPr>
        <p:spPr>
          <a:xfrm rot="5400000">
            <a:off x="1144905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6" name="椭圆 325"/>
          <p:cNvSpPr/>
          <p:nvPr>
            <p:custDataLst>
              <p:tags r:id="rId59"/>
            </p:custDataLst>
          </p:nvPr>
        </p:nvSpPr>
        <p:spPr>
          <a:xfrm rot="5400000">
            <a:off x="1144905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7" name="椭圆 326"/>
          <p:cNvSpPr/>
          <p:nvPr>
            <p:custDataLst>
              <p:tags r:id="rId60"/>
            </p:custDataLst>
          </p:nvPr>
        </p:nvSpPr>
        <p:spPr>
          <a:xfrm rot="5400000">
            <a:off x="960755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8" name="椭圆 327"/>
          <p:cNvSpPr/>
          <p:nvPr>
            <p:custDataLst>
              <p:tags r:id="rId61"/>
            </p:custDataLst>
          </p:nvPr>
        </p:nvSpPr>
        <p:spPr>
          <a:xfrm rot="5400000">
            <a:off x="960755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29" name="椭圆 328"/>
          <p:cNvSpPr/>
          <p:nvPr>
            <p:custDataLst>
              <p:tags r:id="rId62"/>
            </p:custDataLst>
          </p:nvPr>
        </p:nvSpPr>
        <p:spPr>
          <a:xfrm rot="5400000">
            <a:off x="960755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0" name="椭圆 329"/>
          <p:cNvSpPr/>
          <p:nvPr>
            <p:custDataLst>
              <p:tags r:id="rId63"/>
            </p:custDataLst>
          </p:nvPr>
        </p:nvSpPr>
        <p:spPr>
          <a:xfrm rot="5400000">
            <a:off x="960755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1" name="椭圆 330"/>
          <p:cNvSpPr/>
          <p:nvPr>
            <p:custDataLst>
              <p:tags r:id="rId64"/>
            </p:custDataLst>
          </p:nvPr>
        </p:nvSpPr>
        <p:spPr>
          <a:xfrm rot="5400000">
            <a:off x="777240" y="607187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2" name="椭圆 331"/>
          <p:cNvSpPr/>
          <p:nvPr>
            <p:custDataLst>
              <p:tags r:id="rId65"/>
            </p:custDataLst>
          </p:nvPr>
        </p:nvSpPr>
        <p:spPr>
          <a:xfrm rot="5400000">
            <a:off x="777240" y="628205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3" name="椭圆 332"/>
          <p:cNvSpPr/>
          <p:nvPr>
            <p:custDataLst>
              <p:tags r:id="rId66"/>
            </p:custDataLst>
          </p:nvPr>
        </p:nvSpPr>
        <p:spPr>
          <a:xfrm rot="5400000">
            <a:off x="777240" y="649287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4" name="椭圆 333"/>
          <p:cNvSpPr/>
          <p:nvPr>
            <p:custDataLst>
              <p:tags r:id="rId67"/>
            </p:custDataLst>
          </p:nvPr>
        </p:nvSpPr>
        <p:spPr>
          <a:xfrm rot="5400000">
            <a:off x="777240" y="670369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5" name="椭圆 334"/>
          <p:cNvSpPr/>
          <p:nvPr>
            <p:custDataLst>
              <p:tags r:id="rId68"/>
            </p:custDataLst>
          </p:nvPr>
        </p:nvSpPr>
        <p:spPr>
          <a:xfrm rot="5400000">
            <a:off x="2422525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6" name="椭圆 335"/>
          <p:cNvSpPr/>
          <p:nvPr>
            <p:custDataLst>
              <p:tags r:id="rId69"/>
            </p:custDataLst>
          </p:nvPr>
        </p:nvSpPr>
        <p:spPr>
          <a:xfrm rot="5400000">
            <a:off x="2422525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7" name="椭圆 336"/>
          <p:cNvSpPr/>
          <p:nvPr>
            <p:custDataLst>
              <p:tags r:id="rId70"/>
            </p:custDataLst>
          </p:nvPr>
        </p:nvSpPr>
        <p:spPr>
          <a:xfrm rot="5400000">
            <a:off x="2422525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8" name="椭圆 337"/>
          <p:cNvSpPr/>
          <p:nvPr>
            <p:custDataLst>
              <p:tags r:id="rId71"/>
            </p:custDataLst>
          </p:nvPr>
        </p:nvSpPr>
        <p:spPr>
          <a:xfrm rot="5400000">
            <a:off x="2422525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39" name="椭圆 338"/>
          <p:cNvSpPr/>
          <p:nvPr>
            <p:custDataLst>
              <p:tags r:id="rId72"/>
            </p:custDataLst>
          </p:nvPr>
        </p:nvSpPr>
        <p:spPr>
          <a:xfrm rot="5400000">
            <a:off x="2238375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0" name="椭圆 339"/>
          <p:cNvSpPr/>
          <p:nvPr>
            <p:custDataLst>
              <p:tags r:id="rId73"/>
            </p:custDataLst>
          </p:nvPr>
        </p:nvSpPr>
        <p:spPr>
          <a:xfrm rot="5400000">
            <a:off x="2238375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1" name="椭圆 340"/>
          <p:cNvSpPr/>
          <p:nvPr>
            <p:custDataLst>
              <p:tags r:id="rId74"/>
            </p:custDataLst>
          </p:nvPr>
        </p:nvSpPr>
        <p:spPr>
          <a:xfrm rot="5400000">
            <a:off x="2238375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2" name="椭圆 341"/>
          <p:cNvSpPr/>
          <p:nvPr>
            <p:custDataLst>
              <p:tags r:id="rId75"/>
            </p:custDataLst>
          </p:nvPr>
        </p:nvSpPr>
        <p:spPr>
          <a:xfrm rot="5400000">
            <a:off x="2238375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3" name="椭圆 342"/>
          <p:cNvSpPr/>
          <p:nvPr>
            <p:custDataLst>
              <p:tags r:id="rId76"/>
            </p:custDataLst>
          </p:nvPr>
        </p:nvSpPr>
        <p:spPr>
          <a:xfrm rot="5400000">
            <a:off x="2054860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4" name="椭圆 343"/>
          <p:cNvSpPr/>
          <p:nvPr>
            <p:custDataLst>
              <p:tags r:id="rId77"/>
            </p:custDataLst>
          </p:nvPr>
        </p:nvSpPr>
        <p:spPr>
          <a:xfrm rot="5400000">
            <a:off x="2054860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5" name="椭圆 344"/>
          <p:cNvSpPr/>
          <p:nvPr>
            <p:custDataLst>
              <p:tags r:id="rId78"/>
            </p:custDataLst>
          </p:nvPr>
        </p:nvSpPr>
        <p:spPr>
          <a:xfrm rot="5400000">
            <a:off x="2054860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6" name="椭圆 345"/>
          <p:cNvSpPr/>
          <p:nvPr>
            <p:custDataLst>
              <p:tags r:id="rId79"/>
            </p:custDataLst>
          </p:nvPr>
        </p:nvSpPr>
        <p:spPr>
          <a:xfrm rot="5400000">
            <a:off x="2054860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7" name="椭圆 346"/>
          <p:cNvSpPr/>
          <p:nvPr>
            <p:custDataLst>
              <p:tags r:id="rId80"/>
            </p:custDataLst>
          </p:nvPr>
        </p:nvSpPr>
        <p:spPr>
          <a:xfrm rot="5400000">
            <a:off x="1870710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8" name="椭圆 347"/>
          <p:cNvSpPr/>
          <p:nvPr>
            <p:custDataLst>
              <p:tags r:id="rId81"/>
            </p:custDataLst>
          </p:nvPr>
        </p:nvSpPr>
        <p:spPr>
          <a:xfrm rot="5400000">
            <a:off x="1870710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49" name="椭圆 348"/>
          <p:cNvSpPr/>
          <p:nvPr>
            <p:custDataLst>
              <p:tags r:id="rId82"/>
            </p:custDataLst>
          </p:nvPr>
        </p:nvSpPr>
        <p:spPr>
          <a:xfrm rot="5400000">
            <a:off x="1870710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50" name="椭圆 349"/>
          <p:cNvSpPr/>
          <p:nvPr>
            <p:custDataLst>
              <p:tags r:id="rId83"/>
            </p:custDataLst>
          </p:nvPr>
        </p:nvSpPr>
        <p:spPr>
          <a:xfrm rot="5400000">
            <a:off x="1870710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51" name="椭圆 350"/>
          <p:cNvSpPr/>
          <p:nvPr>
            <p:custDataLst>
              <p:tags r:id="rId84"/>
            </p:custDataLst>
          </p:nvPr>
        </p:nvSpPr>
        <p:spPr>
          <a:xfrm rot="5400000">
            <a:off x="1687195" y="607631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52" name="椭圆 351"/>
          <p:cNvSpPr/>
          <p:nvPr>
            <p:custDataLst>
              <p:tags r:id="rId85"/>
            </p:custDataLst>
          </p:nvPr>
        </p:nvSpPr>
        <p:spPr>
          <a:xfrm rot="5400000">
            <a:off x="1687195" y="6287135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53" name="椭圆 352"/>
          <p:cNvSpPr/>
          <p:nvPr>
            <p:custDataLst>
              <p:tags r:id="rId86"/>
            </p:custDataLst>
          </p:nvPr>
        </p:nvSpPr>
        <p:spPr>
          <a:xfrm rot="5400000">
            <a:off x="1687195" y="649732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354" name="椭圆 353"/>
          <p:cNvSpPr/>
          <p:nvPr>
            <p:custDataLst>
              <p:tags r:id="rId87"/>
            </p:custDataLst>
          </p:nvPr>
        </p:nvSpPr>
        <p:spPr>
          <a:xfrm rot="5400000">
            <a:off x="1687195" y="6708140"/>
            <a:ext cx="90170" cy="90170"/>
          </a:xfrm>
          <a:prstGeom prst="ellipse">
            <a:avLst/>
          </a:prstGeom>
          <a:solidFill>
            <a:schemeClr val="accent2">
              <a:alpha val="16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88"/>
            </p:custDataLst>
          </p:nvPr>
        </p:nvSpPr>
        <p:spPr>
          <a:xfrm>
            <a:off x="1856740" y="1411605"/>
            <a:ext cx="5520055" cy="18700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1" i="0" u="none" strike="noStrike" kern="1200" cap="none" spc="0" normalizeH="0" baseline="0" noProof="1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10800000" scaled="1"/>
                  <a:tileRect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>
            <a:spLocks noGrp="1"/>
          </p:cNvSpPr>
          <p:nvPr>
            <p:ph type="body" idx="1" hasCustomPrompt="1"/>
            <p:custDataLst>
              <p:tags r:id="rId89"/>
            </p:custDataLst>
          </p:nvPr>
        </p:nvSpPr>
        <p:spPr>
          <a:xfrm>
            <a:off x="1971040" y="3584575"/>
            <a:ext cx="2402205" cy="483235"/>
          </a:xfrm>
          <a:prstGeom prst="roundRect">
            <a:avLst>
              <a:gd name="adj" fmla="val 20105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10800000" scaled="1"/>
          </a:gradFill>
          <a:ln>
            <a:noFill/>
            <a:prstDash val="solid"/>
          </a:ln>
          <a:effectLst>
            <a:outerShdw blurRad="165100" dist="38100" dir="5400000" sx="97000" sy="97000" algn="t" rotWithShape="0">
              <a:schemeClr val="bg2">
                <a:lumMod val="5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0" normalizeH="0" baseline="0" noProof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>
          <a:xfrm>
            <a:off x="612000" y="6314400"/>
            <a:ext cx="2700000" cy="316800"/>
          </a:xfrm>
        </p:spPr>
        <p:txBody>
          <a:bodyPr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>
          <a:xfrm>
            <a:off x="4116000" y="6314400"/>
            <a:ext cx="3960000" cy="316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>
          <a:xfrm>
            <a:off x="8877600" y="6314400"/>
            <a:ext cx="2700000" cy="316800"/>
          </a:xfrm>
        </p:spPr>
        <p:txBody>
          <a:bodyPr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3" hasCustomPrompt="1"/>
            <p:custDataLst>
              <p:tags r:id="rId2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单击此处编辑副标题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9" Type="http://schemas.openxmlformats.org/officeDocument/2006/relationships/theme" Target="../theme/theme5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image" Target="../media/image2.png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4" Type="http://schemas.openxmlformats.org/officeDocument/2006/relationships/theme" Target="../theme/theme6.xml"/><Relationship Id="rId23" Type="http://schemas.openxmlformats.org/officeDocument/2006/relationships/tags" Target="../tags/tag163.xml"/><Relationship Id="rId22" Type="http://schemas.openxmlformats.org/officeDocument/2006/relationships/tags" Target="../tags/tag162.xml"/><Relationship Id="rId21" Type="http://schemas.openxmlformats.org/officeDocument/2006/relationships/tags" Target="../tags/tag161.xml"/><Relationship Id="rId20" Type="http://schemas.openxmlformats.org/officeDocument/2006/relationships/tags" Target="../tags/tag160.xml"/><Relationship Id="rId2" Type="http://schemas.openxmlformats.org/officeDocument/2006/relationships/slideLayout" Target="../slideLayouts/slideLayout57.xml"/><Relationship Id="rId19" Type="http://schemas.openxmlformats.org/officeDocument/2006/relationships/tags" Target="../tags/tag159.xml"/><Relationship Id="rId18" Type="http://schemas.openxmlformats.org/officeDocument/2006/relationships/tags" Target="../tags/tag158.xml"/><Relationship Id="rId17" Type="http://schemas.openxmlformats.org/officeDocument/2006/relationships/image" Target="../media/image20.png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image" Target="NULL" TargetMode="External"/><Relationship Id="rId13" Type="http://schemas.openxmlformats.org/officeDocument/2006/relationships/image" Target="../media/image22.png"/><Relationship Id="rId12" Type="http://schemas.openxmlformats.org/officeDocument/2006/relationships/tags" Target="../tags/tag155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9" Type="http://schemas.openxmlformats.org/officeDocument/2006/relationships/theme" Target="../theme/theme7.xml"/><Relationship Id="rId18" Type="http://schemas.openxmlformats.org/officeDocument/2006/relationships/tags" Target="../tags/tag281.xml"/><Relationship Id="rId17" Type="http://schemas.openxmlformats.org/officeDocument/2006/relationships/tags" Target="../tags/tag280.xml"/><Relationship Id="rId16" Type="http://schemas.openxmlformats.org/officeDocument/2006/relationships/tags" Target="../tags/tag279.xml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9" Type="http://schemas.openxmlformats.org/officeDocument/2006/relationships/theme" Target="../theme/theme8.xml"/><Relationship Id="rId58" Type="http://schemas.openxmlformats.org/officeDocument/2006/relationships/tags" Target="../tags/tag975.xml"/><Relationship Id="rId57" Type="http://schemas.openxmlformats.org/officeDocument/2006/relationships/tags" Target="../tags/tag974.xml"/><Relationship Id="rId56" Type="http://schemas.openxmlformats.org/officeDocument/2006/relationships/tags" Target="../tags/tag973.xml"/><Relationship Id="rId55" Type="http://schemas.openxmlformats.org/officeDocument/2006/relationships/tags" Target="../tags/tag972.xml"/><Relationship Id="rId54" Type="http://schemas.openxmlformats.org/officeDocument/2006/relationships/tags" Target="../tags/tag971.xml"/><Relationship Id="rId53" Type="http://schemas.openxmlformats.org/officeDocument/2006/relationships/tags" Target="../tags/tag970.xml"/><Relationship Id="rId52" Type="http://schemas.openxmlformats.org/officeDocument/2006/relationships/tags" Target="../tags/tag969.xml"/><Relationship Id="rId51" Type="http://schemas.openxmlformats.org/officeDocument/2006/relationships/tags" Target="../tags/tag968.xml"/><Relationship Id="rId50" Type="http://schemas.openxmlformats.org/officeDocument/2006/relationships/tags" Target="../tags/tag967.xml"/><Relationship Id="rId5" Type="http://schemas.openxmlformats.org/officeDocument/2006/relationships/slideLayout" Target="../slideLayouts/slideLayout82.xml"/><Relationship Id="rId49" Type="http://schemas.openxmlformats.org/officeDocument/2006/relationships/tags" Target="../tags/tag966.xml"/><Relationship Id="rId48" Type="http://schemas.openxmlformats.org/officeDocument/2006/relationships/tags" Target="../tags/tag965.xml"/><Relationship Id="rId47" Type="http://schemas.openxmlformats.org/officeDocument/2006/relationships/tags" Target="../tags/tag964.xml"/><Relationship Id="rId46" Type="http://schemas.openxmlformats.org/officeDocument/2006/relationships/tags" Target="../tags/tag963.xml"/><Relationship Id="rId45" Type="http://schemas.openxmlformats.org/officeDocument/2006/relationships/tags" Target="../tags/tag962.xml"/><Relationship Id="rId44" Type="http://schemas.openxmlformats.org/officeDocument/2006/relationships/tags" Target="../tags/tag961.xml"/><Relationship Id="rId43" Type="http://schemas.openxmlformats.org/officeDocument/2006/relationships/tags" Target="../tags/tag960.xml"/><Relationship Id="rId42" Type="http://schemas.openxmlformats.org/officeDocument/2006/relationships/tags" Target="../tags/tag959.xml"/><Relationship Id="rId41" Type="http://schemas.openxmlformats.org/officeDocument/2006/relationships/tags" Target="../tags/tag958.xml"/><Relationship Id="rId40" Type="http://schemas.openxmlformats.org/officeDocument/2006/relationships/tags" Target="../tags/tag957.xml"/><Relationship Id="rId4" Type="http://schemas.openxmlformats.org/officeDocument/2006/relationships/slideLayout" Target="../slideLayouts/slideLayout81.xml"/><Relationship Id="rId39" Type="http://schemas.openxmlformats.org/officeDocument/2006/relationships/tags" Target="../tags/tag956.xml"/><Relationship Id="rId38" Type="http://schemas.openxmlformats.org/officeDocument/2006/relationships/tags" Target="../tags/tag955.xml"/><Relationship Id="rId37" Type="http://schemas.openxmlformats.org/officeDocument/2006/relationships/tags" Target="../tags/tag954.xml"/><Relationship Id="rId36" Type="http://schemas.openxmlformats.org/officeDocument/2006/relationships/tags" Target="../tags/tag953.xml"/><Relationship Id="rId35" Type="http://schemas.openxmlformats.org/officeDocument/2006/relationships/tags" Target="../tags/tag952.xml"/><Relationship Id="rId34" Type="http://schemas.openxmlformats.org/officeDocument/2006/relationships/tags" Target="../tags/tag951.xml"/><Relationship Id="rId33" Type="http://schemas.openxmlformats.org/officeDocument/2006/relationships/tags" Target="../tags/tag950.xml"/><Relationship Id="rId32" Type="http://schemas.openxmlformats.org/officeDocument/2006/relationships/tags" Target="../tags/tag949.xml"/><Relationship Id="rId31" Type="http://schemas.openxmlformats.org/officeDocument/2006/relationships/tags" Target="../tags/tag948.xml"/><Relationship Id="rId30" Type="http://schemas.openxmlformats.org/officeDocument/2006/relationships/tags" Target="../tags/tag947.xml"/><Relationship Id="rId3" Type="http://schemas.openxmlformats.org/officeDocument/2006/relationships/slideLayout" Target="../slideLayouts/slideLayout80.xml"/><Relationship Id="rId29" Type="http://schemas.openxmlformats.org/officeDocument/2006/relationships/tags" Target="../tags/tag946.xml"/><Relationship Id="rId28" Type="http://schemas.openxmlformats.org/officeDocument/2006/relationships/tags" Target="../tags/tag945.xml"/><Relationship Id="rId27" Type="http://schemas.openxmlformats.org/officeDocument/2006/relationships/tags" Target="../tags/tag944.xml"/><Relationship Id="rId26" Type="http://schemas.openxmlformats.org/officeDocument/2006/relationships/tags" Target="../tags/tag943.xml"/><Relationship Id="rId25" Type="http://schemas.openxmlformats.org/officeDocument/2006/relationships/tags" Target="../tags/tag942.xml"/><Relationship Id="rId24" Type="http://schemas.openxmlformats.org/officeDocument/2006/relationships/tags" Target="../tags/tag941.xml"/><Relationship Id="rId23" Type="http://schemas.openxmlformats.org/officeDocument/2006/relationships/tags" Target="../tags/tag940.xml"/><Relationship Id="rId22" Type="http://schemas.openxmlformats.org/officeDocument/2006/relationships/tags" Target="../tags/tag939.xml"/><Relationship Id="rId21" Type="http://schemas.openxmlformats.org/officeDocument/2006/relationships/tags" Target="../tags/tag938.xml"/><Relationship Id="rId20" Type="http://schemas.openxmlformats.org/officeDocument/2006/relationships/tags" Target="../tags/tag937.xml"/><Relationship Id="rId2" Type="http://schemas.openxmlformats.org/officeDocument/2006/relationships/slideLayout" Target="../slideLayouts/slideLayout79.xml"/><Relationship Id="rId19" Type="http://schemas.openxmlformats.org/officeDocument/2006/relationships/tags" Target="../tags/tag936.xml"/><Relationship Id="rId18" Type="http://schemas.openxmlformats.org/officeDocument/2006/relationships/tags" Target="../tags/tag935.xml"/><Relationship Id="rId17" Type="http://schemas.openxmlformats.org/officeDocument/2006/relationships/tags" Target="../tags/tag934.xml"/><Relationship Id="rId16" Type="http://schemas.openxmlformats.org/officeDocument/2006/relationships/tags" Target="../tags/tag933.xml"/><Relationship Id="rId15" Type="http://schemas.openxmlformats.org/officeDocument/2006/relationships/tags" Target="../tags/tag932.xml"/><Relationship Id="rId14" Type="http://schemas.openxmlformats.org/officeDocument/2006/relationships/tags" Target="../tags/tag931.xml"/><Relationship Id="rId13" Type="http://schemas.openxmlformats.org/officeDocument/2006/relationships/tags" Target="../tags/tag930.xml"/><Relationship Id="rId12" Type="http://schemas.openxmlformats.org/officeDocument/2006/relationships/tags" Target="../tags/tag929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演示文稿3_04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6595" y="6356350"/>
            <a:ext cx="2884805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245235"/>
            <a:ext cx="10800080" cy="4935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sym typeface="+mn-lt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5125"/>
            <a:ext cx="10800715" cy="73088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algn="ctr" fontAlgn="auto">
              <a:lnSpc>
                <a:spcPct val="100000"/>
              </a:lnSpc>
              <a:buClrTx/>
              <a:buSzTx/>
              <a:buFontTx/>
            </a:pPr>
            <a:r>
              <a:rPr lang="en-US" dirty="0"/>
              <a:t>Click to add title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lt"/>
          <a:ea typeface="+mn-ea"/>
          <a:sym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@png2x_01_正文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r:link="rId14"/>
          <a:stretch>
            <a:fillRect/>
          </a:stretch>
        </p:blipFill>
        <p:spPr>
          <a:xfrm>
            <a:off x="5140007" y="317"/>
            <a:ext cx="4434840" cy="4425315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15"/>
            </p:custDataLst>
          </p:nvPr>
        </p:nvSpPr>
        <p:spPr>
          <a:xfrm>
            <a:off x="-635" y="-635"/>
            <a:ext cx="12190730" cy="353695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4">
                  <a:lumMod val="67000"/>
                  <a:lumOff val="3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847" y="-727"/>
            <a:ext cx="2121592" cy="1883827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857250" y="509270"/>
            <a:ext cx="10515600" cy="61404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任意多边形 9"/>
          <p:cNvSpPr/>
          <p:nvPr userDrawn="1">
            <p:custDataLst>
              <p:tags r:id="rId19"/>
            </p:custDataLst>
          </p:nvPr>
        </p:nvSpPr>
        <p:spPr>
          <a:xfrm>
            <a:off x="1270" y="1122680"/>
            <a:ext cx="12190730" cy="5735955"/>
          </a:xfrm>
          <a:custGeom>
            <a:avLst/>
            <a:gdLst>
              <a:gd name="adj" fmla="val 8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8977">
                <a:moveTo>
                  <a:pt x="861" y="0"/>
                </a:moveTo>
                <a:lnTo>
                  <a:pt x="18337" y="0"/>
                </a:lnTo>
                <a:cubicBezTo>
                  <a:pt x="18813" y="0"/>
                  <a:pt x="19198" y="385"/>
                  <a:pt x="19198" y="861"/>
                </a:cubicBezTo>
                <a:lnTo>
                  <a:pt x="19198" y="8977"/>
                </a:lnTo>
                <a:lnTo>
                  <a:pt x="0" y="8977"/>
                </a:lnTo>
                <a:lnTo>
                  <a:pt x="0" y="861"/>
                </a:lnTo>
                <a:cubicBezTo>
                  <a:pt x="0" y="385"/>
                  <a:pt x="385" y="0"/>
                  <a:pt x="8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838200" y="1406525"/>
            <a:ext cx="10515600" cy="477139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2"/>
            </p:custDataLst>
          </p:nvPr>
        </p:nvSpPr>
        <p:spPr>
          <a:xfrm>
            <a:off x="4158" y="6498000"/>
            <a:ext cx="12187842" cy="360000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0"/>
                </a:schemeClr>
              </a:gs>
              <a:gs pos="20000">
                <a:schemeClr val="bg2">
                  <a:lumMod val="9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wrap="square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200">
              <a:solidFill>
                <a:srgbClr val="10294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任意多边形: 形状 7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990600" cy="800172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2">
                  <a:lumMod val="9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12"/>
            </p:custDataLst>
          </p:nvPr>
        </p:nvSpPr>
        <p:spPr>
          <a:xfrm>
            <a:off x="10060565" y="5336500"/>
            <a:ext cx="2131435" cy="1521500"/>
          </a:xfrm>
          <a:custGeom>
            <a:avLst/>
            <a:gdLst>
              <a:gd name="connsiteX0" fmla="*/ 1626019 w 2131435"/>
              <a:gd name="connsiteY0" fmla="*/ 101 h 1521500"/>
              <a:gd name="connsiteX1" fmla="*/ 2089085 w 2131435"/>
              <a:gd name="connsiteY1" fmla="*/ 91213 h 1521500"/>
              <a:gd name="connsiteX2" fmla="*/ 2131435 w 2131435"/>
              <a:gd name="connsiteY2" fmla="*/ 113428 h 1521500"/>
              <a:gd name="connsiteX3" fmla="*/ 2131435 w 2131435"/>
              <a:gd name="connsiteY3" fmla="*/ 1521500 h 1521500"/>
              <a:gd name="connsiteX4" fmla="*/ 0 w 2131435"/>
              <a:gd name="connsiteY4" fmla="*/ 1521500 h 1521500"/>
              <a:gd name="connsiteX5" fmla="*/ 6520 w 2131435"/>
              <a:gd name="connsiteY5" fmla="*/ 1452674 h 1521500"/>
              <a:gd name="connsiteX6" fmla="*/ 521147 w 2131435"/>
              <a:gd name="connsiteY6" fmla="*/ 489350 h 1521500"/>
              <a:gd name="connsiteX7" fmla="*/ 1626019 w 2131435"/>
              <a:gd name="connsiteY7" fmla="*/ 101 h 152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1435" h="1521500">
                <a:moveTo>
                  <a:pt x="1626019" y="101"/>
                </a:moveTo>
                <a:cubicBezTo>
                  <a:pt x="1790692" y="-1978"/>
                  <a:pt x="1948356" y="28036"/>
                  <a:pt x="2089085" y="91213"/>
                </a:cubicBezTo>
                <a:lnTo>
                  <a:pt x="2131435" y="113428"/>
                </a:lnTo>
                <a:lnTo>
                  <a:pt x="2131435" y="1521500"/>
                </a:lnTo>
                <a:lnTo>
                  <a:pt x="0" y="1521500"/>
                </a:lnTo>
                <a:lnTo>
                  <a:pt x="6520" y="1452674"/>
                </a:lnTo>
                <a:cubicBezTo>
                  <a:pt x="53971" y="1118979"/>
                  <a:pt x="229262" y="771506"/>
                  <a:pt x="521147" y="489350"/>
                </a:cubicBezTo>
                <a:cubicBezTo>
                  <a:pt x="849518" y="171924"/>
                  <a:pt x="1255507" y="4778"/>
                  <a:pt x="1626019" y="10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13"/>
            </p:custDataLst>
          </p:nvPr>
        </p:nvSpPr>
        <p:spPr>
          <a:xfrm>
            <a:off x="0" y="2"/>
            <a:ext cx="1774368" cy="1437373"/>
          </a:xfrm>
          <a:custGeom>
            <a:avLst/>
            <a:gdLst>
              <a:gd name="connsiteX0" fmla="*/ 0 w 1774368"/>
              <a:gd name="connsiteY0" fmla="*/ 0 h 1437373"/>
              <a:gd name="connsiteX1" fmla="*/ 1774368 w 1774368"/>
              <a:gd name="connsiteY1" fmla="*/ 0 h 1437373"/>
              <a:gd name="connsiteX2" fmla="*/ 1753498 w 1774368"/>
              <a:gd name="connsiteY2" fmla="*/ 110326 h 1437373"/>
              <a:gd name="connsiteX3" fmla="*/ 1262636 w 1774368"/>
              <a:gd name="connsiteY3" fmla="*/ 948023 h 1437373"/>
              <a:gd name="connsiteX4" fmla="*/ 35728 w 1774368"/>
              <a:gd name="connsiteY4" fmla="*/ 1432797 h 1437373"/>
              <a:gd name="connsiteX5" fmla="*/ 0 w 1774368"/>
              <a:gd name="connsiteY5" fmla="*/ 1427788 h 143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4368" h="1437373">
                <a:moveTo>
                  <a:pt x="0" y="0"/>
                </a:moveTo>
                <a:lnTo>
                  <a:pt x="1774368" y="0"/>
                </a:lnTo>
                <a:lnTo>
                  <a:pt x="1753498" y="110326"/>
                </a:lnTo>
                <a:cubicBezTo>
                  <a:pt x="1684168" y="404241"/>
                  <a:pt x="1518035" y="701136"/>
                  <a:pt x="1262636" y="948023"/>
                </a:cubicBezTo>
                <a:cubicBezTo>
                  <a:pt x="897780" y="1300719"/>
                  <a:pt x="437098" y="1467884"/>
                  <a:pt x="35728" y="1432797"/>
                </a:cubicBezTo>
                <a:lnTo>
                  <a:pt x="0" y="142778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6" name="椭圆 125"/>
          <p:cNvSpPr/>
          <p:nvPr>
            <p:custDataLst>
              <p:tags r:id="rId14"/>
            </p:custDataLst>
          </p:nvPr>
        </p:nvSpPr>
        <p:spPr>
          <a:xfrm rot="5400000">
            <a:off x="169989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7" name="椭圆 126"/>
          <p:cNvSpPr/>
          <p:nvPr>
            <p:custDataLst>
              <p:tags r:id="rId15"/>
            </p:custDataLst>
          </p:nvPr>
        </p:nvSpPr>
        <p:spPr>
          <a:xfrm rot="5400000">
            <a:off x="169989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8" name="椭圆 127"/>
          <p:cNvSpPr/>
          <p:nvPr>
            <p:custDataLst>
              <p:tags r:id="rId16"/>
            </p:custDataLst>
          </p:nvPr>
        </p:nvSpPr>
        <p:spPr>
          <a:xfrm rot="5400000">
            <a:off x="169989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9" name="椭圆 128"/>
          <p:cNvSpPr/>
          <p:nvPr>
            <p:custDataLst>
              <p:tags r:id="rId17"/>
            </p:custDataLst>
          </p:nvPr>
        </p:nvSpPr>
        <p:spPr>
          <a:xfrm rot="5400000">
            <a:off x="169989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0" name="椭圆 129"/>
          <p:cNvSpPr/>
          <p:nvPr>
            <p:custDataLst>
              <p:tags r:id="rId18"/>
            </p:custDataLst>
          </p:nvPr>
        </p:nvSpPr>
        <p:spPr>
          <a:xfrm rot="5400000">
            <a:off x="151574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1" name="椭圆 130"/>
          <p:cNvSpPr/>
          <p:nvPr>
            <p:custDataLst>
              <p:tags r:id="rId19"/>
            </p:custDataLst>
          </p:nvPr>
        </p:nvSpPr>
        <p:spPr>
          <a:xfrm rot="5400000">
            <a:off x="151574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2" name="椭圆 131"/>
          <p:cNvSpPr/>
          <p:nvPr>
            <p:custDataLst>
              <p:tags r:id="rId20"/>
            </p:custDataLst>
          </p:nvPr>
        </p:nvSpPr>
        <p:spPr>
          <a:xfrm rot="5400000">
            <a:off x="151574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3" name="椭圆 132"/>
          <p:cNvSpPr/>
          <p:nvPr>
            <p:custDataLst>
              <p:tags r:id="rId21"/>
            </p:custDataLst>
          </p:nvPr>
        </p:nvSpPr>
        <p:spPr>
          <a:xfrm rot="5400000">
            <a:off x="151574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4" name="椭圆 133"/>
          <p:cNvSpPr/>
          <p:nvPr>
            <p:custDataLst>
              <p:tags r:id="rId22"/>
            </p:custDataLst>
          </p:nvPr>
        </p:nvSpPr>
        <p:spPr>
          <a:xfrm rot="5400000">
            <a:off x="133223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5" name="椭圆 134"/>
          <p:cNvSpPr/>
          <p:nvPr>
            <p:custDataLst>
              <p:tags r:id="rId23"/>
            </p:custDataLst>
          </p:nvPr>
        </p:nvSpPr>
        <p:spPr>
          <a:xfrm rot="5400000">
            <a:off x="133223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6" name="椭圆 135"/>
          <p:cNvSpPr/>
          <p:nvPr>
            <p:custDataLst>
              <p:tags r:id="rId24"/>
            </p:custDataLst>
          </p:nvPr>
        </p:nvSpPr>
        <p:spPr>
          <a:xfrm rot="5400000">
            <a:off x="133223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7" name="椭圆 136"/>
          <p:cNvSpPr/>
          <p:nvPr>
            <p:custDataLst>
              <p:tags r:id="rId25"/>
            </p:custDataLst>
          </p:nvPr>
        </p:nvSpPr>
        <p:spPr>
          <a:xfrm rot="5400000">
            <a:off x="133223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8" name="椭圆 137"/>
          <p:cNvSpPr/>
          <p:nvPr>
            <p:custDataLst>
              <p:tags r:id="rId26"/>
            </p:custDataLst>
          </p:nvPr>
        </p:nvSpPr>
        <p:spPr>
          <a:xfrm rot="5400000">
            <a:off x="1148080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9" name="椭圆 138"/>
          <p:cNvSpPr/>
          <p:nvPr>
            <p:custDataLst>
              <p:tags r:id="rId27"/>
            </p:custDataLst>
          </p:nvPr>
        </p:nvSpPr>
        <p:spPr>
          <a:xfrm rot="5400000">
            <a:off x="1148080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0" name="椭圆 139"/>
          <p:cNvSpPr/>
          <p:nvPr>
            <p:custDataLst>
              <p:tags r:id="rId28"/>
            </p:custDataLst>
          </p:nvPr>
        </p:nvSpPr>
        <p:spPr>
          <a:xfrm rot="5400000">
            <a:off x="1148080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1" name="椭圆 140"/>
          <p:cNvSpPr/>
          <p:nvPr>
            <p:custDataLst>
              <p:tags r:id="rId29"/>
            </p:custDataLst>
          </p:nvPr>
        </p:nvSpPr>
        <p:spPr>
          <a:xfrm rot="5400000">
            <a:off x="1148080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2" name="椭圆 141"/>
          <p:cNvSpPr/>
          <p:nvPr>
            <p:custDataLst>
              <p:tags r:id="rId30"/>
            </p:custDataLst>
          </p:nvPr>
        </p:nvSpPr>
        <p:spPr>
          <a:xfrm rot="5400000">
            <a:off x="964565" y="606742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3" name="椭圆 142"/>
          <p:cNvSpPr/>
          <p:nvPr>
            <p:custDataLst>
              <p:tags r:id="rId31"/>
            </p:custDataLst>
          </p:nvPr>
        </p:nvSpPr>
        <p:spPr>
          <a:xfrm rot="5400000">
            <a:off x="964565" y="627761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4" name="椭圆 143"/>
          <p:cNvSpPr/>
          <p:nvPr>
            <p:custDataLst>
              <p:tags r:id="rId32"/>
            </p:custDataLst>
          </p:nvPr>
        </p:nvSpPr>
        <p:spPr>
          <a:xfrm rot="5400000">
            <a:off x="964565" y="648843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5" name="椭圆 144"/>
          <p:cNvSpPr/>
          <p:nvPr>
            <p:custDataLst>
              <p:tags r:id="rId33"/>
            </p:custDataLst>
          </p:nvPr>
        </p:nvSpPr>
        <p:spPr>
          <a:xfrm rot="5400000">
            <a:off x="964565" y="669925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6" name="椭圆 145"/>
          <p:cNvSpPr/>
          <p:nvPr>
            <p:custDataLst>
              <p:tags r:id="rId34"/>
            </p:custDataLst>
          </p:nvPr>
        </p:nvSpPr>
        <p:spPr>
          <a:xfrm rot="5400000">
            <a:off x="260985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7" name="椭圆 146"/>
          <p:cNvSpPr/>
          <p:nvPr>
            <p:custDataLst>
              <p:tags r:id="rId35"/>
            </p:custDataLst>
          </p:nvPr>
        </p:nvSpPr>
        <p:spPr>
          <a:xfrm rot="5400000">
            <a:off x="260985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8" name="椭圆 147"/>
          <p:cNvSpPr/>
          <p:nvPr>
            <p:custDataLst>
              <p:tags r:id="rId36"/>
            </p:custDataLst>
          </p:nvPr>
        </p:nvSpPr>
        <p:spPr>
          <a:xfrm rot="5400000">
            <a:off x="260985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9" name="椭圆 148"/>
          <p:cNvSpPr/>
          <p:nvPr>
            <p:custDataLst>
              <p:tags r:id="rId37"/>
            </p:custDataLst>
          </p:nvPr>
        </p:nvSpPr>
        <p:spPr>
          <a:xfrm rot="5400000">
            <a:off x="260985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0" name="椭圆 149"/>
          <p:cNvSpPr/>
          <p:nvPr>
            <p:custDataLst>
              <p:tags r:id="rId38"/>
            </p:custDataLst>
          </p:nvPr>
        </p:nvSpPr>
        <p:spPr>
          <a:xfrm rot="5400000">
            <a:off x="242570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1" name="椭圆 150"/>
          <p:cNvSpPr/>
          <p:nvPr>
            <p:custDataLst>
              <p:tags r:id="rId39"/>
            </p:custDataLst>
          </p:nvPr>
        </p:nvSpPr>
        <p:spPr>
          <a:xfrm rot="5400000">
            <a:off x="242570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2" name="椭圆 151"/>
          <p:cNvSpPr/>
          <p:nvPr>
            <p:custDataLst>
              <p:tags r:id="rId40"/>
            </p:custDataLst>
          </p:nvPr>
        </p:nvSpPr>
        <p:spPr>
          <a:xfrm rot="5400000">
            <a:off x="242570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3" name="椭圆 152"/>
          <p:cNvSpPr/>
          <p:nvPr>
            <p:custDataLst>
              <p:tags r:id="rId41"/>
            </p:custDataLst>
          </p:nvPr>
        </p:nvSpPr>
        <p:spPr>
          <a:xfrm rot="5400000">
            <a:off x="242570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4" name="椭圆 153"/>
          <p:cNvSpPr/>
          <p:nvPr>
            <p:custDataLst>
              <p:tags r:id="rId42"/>
            </p:custDataLst>
          </p:nvPr>
        </p:nvSpPr>
        <p:spPr>
          <a:xfrm rot="5400000">
            <a:off x="224218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5" name="椭圆 154"/>
          <p:cNvSpPr/>
          <p:nvPr>
            <p:custDataLst>
              <p:tags r:id="rId43"/>
            </p:custDataLst>
          </p:nvPr>
        </p:nvSpPr>
        <p:spPr>
          <a:xfrm rot="5400000">
            <a:off x="224218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92" name="椭圆 191"/>
          <p:cNvSpPr/>
          <p:nvPr>
            <p:custDataLst>
              <p:tags r:id="rId44"/>
            </p:custDataLst>
          </p:nvPr>
        </p:nvSpPr>
        <p:spPr>
          <a:xfrm rot="5400000">
            <a:off x="224218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93" name="椭圆 192"/>
          <p:cNvSpPr/>
          <p:nvPr>
            <p:custDataLst>
              <p:tags r:id="rId45"/>
            </p:custDataLst>
          </p:nvPr>
        </p:nvSpPr>
        <p:spPr>
          <a:xfrm rot="5400000">
            <a:off x="224218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95" name="椭圆 194"/>
          <p:cNvSpPr/>
          <p:nvPr>
            <p:custDataLst>
              <p:tags r:id="rId46"/>
            </p:custDataLst>
          </p:nvPr>
        </p:nvSpPr>
        <p:spPr>
          <a:xfrm rot="5400000">
            <a:off x="2058035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96" name="椭圆 195"/>
          <p:cNvSpPr/>
          <p:nvPr>
            <p:custDataLst>
              <p:tags r:id="rId47"/>
            </p:custDataLst>
          </p:nvPr>
        </p:nvSpPr>
        <p:spPr>
          <a:xfrm rot="5400000">
            <a:off x="2058035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97" name="椭圆 196"/>
          <p:cNvSpPr/>
          <p:nvPr>
            <p:custDataLst>
              <p:tags r:id="rId48"/>
            </p:custDataLst>
          </p:nvPr>
        </p:nvSpPr>
        <p:spPr>
          <a:xfrm rot="5400000">
            <a:off x="2058035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98" name="椭圆 197"/>
          <p:cNvSpPr/>
          <p:nvPr>
            <p:custDataLst>
              <p:tags r:id="rId49"/>
            </p:custDataLst>
          </p:nvPr>
        </p:nvSpPr>
        <p:spPr>
          <a:xfrm rot="5400000">
            <a:off x="2058035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99" name="椭圆 198"/>
          <p:cNvSpPr/>
          <p:nvPr>
            <p:custDataLst>
              <p:tags r:id="rId50"/>
            </p:custDataLst>
          </p:nvPr>
        </p:nvSpPr>
        <p:spPr>
          <a:xfrm rot="5400000">
            <a:off x="1874520" y="607187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00" name="椭圆 199"/>
          <p:cNvSpPr/>
          <p:nvPr>
            <p:custDataLst>
              <p:tags r:id="rId51"/>
            </p:custDataLst>
          </p:nvPr>
        </p:nvSpPr>
        <p:spPr>
          <a:xfrm rot="5400000">
            <a:off x="1874520" y="6282690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01" name="椭圆 200"/>
          <p:cNvSpPr/>
          <p:nvPr>
            <p:custDataLst>
              <p:tags r:id="rId52"/>
            </p:custDataLst>
          </p:nvPr>
        </p:nvSpPr>
        <p:spPr>
          <a:xfrm rot="5400000">
            <a:off x="1874520" y="649287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02" name="椭圆 201"/>
          <p:cNvSpPr/>
          <p:nvPr>
            <p:custDataLst>
              <p:tags r:id="rId53"/>
            </p:custDataLst>
          </p:nvPr>
        </p:nvSpPr>
        <p:spPr>
          <a:xfrm rot="5400000">
            <a:off x="1874520" y="6703695"/>
            <a:ext cx="90170" cy="9017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4"/>
            </p:custDataLst>
          </p:nvPr>
        </p:nvSpPr>
        <p:spPr>
          <a:xfrm>
            <a:off x="695960" y="6356350"/>
            <a:ext cx="2743200" cy="365125"/>
          </a:xfrm>
        </p:spPr>
        <p:txBody>
          <a:bodyPr>
            <a:norm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55"/>
            </p:custDataLst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56"/>
            </p:custDataLst>
          </p:nvPr>
        </p:nvSpPr>
        <p:spPr>
          <a:xfrm>
            <a:off x="8753983" y="6356350"/>
            <a:ext cx="2743200" cy="365125"/>
          </a:xfrm>
        </p:spPr>
        <p:txBody>
          <a:bodyPr>
            <a:normAutofit/>
          </a:bodyPr>
          <a:lstStyle>
            <a:lvl1pPr>
              <a:defRPr>
                <a:latin typeface="+mn-lt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smtClean="0">
          <a:gradFill flip="none" rotWithShape="1">
            <a:gsLst>
              <a:gs pos="10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  <a:uFillTx/>
          <a:latin typeface="Arial" panose="020B0604020202020204" pitchFamily="34" charset="0"/>
          <a:ea typeface="+mj-ea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+mn-ea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9.xml"/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tags" Target="../tags/tag977.xml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6.png"/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7.png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0.xml"/><Relationship Id="rId3" Type="http://schemas.openxmlformats.org/officeDocument/2006/relationships/image" Target="../media/image32.png"/><Relationship Id="rId2" Type="http://schemas.openxmlformats.org/officeDocument/2006/relationships/image" Target="../media/image38.jpeg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0.xml"/><Relationship Id="rId3" Type="http://schemas.openxmlformats.org/officeDocument/2006/relationships/image" Target="../media/image32.png"/><Relationship Id="rId2" Type="http://schemas.openxmlformats.org/officeDocument/2006/relationships/tags" Target="../tags/tag978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0.xml"/><Relationship Id="rId3" Type="http://schemas.openxmlformats.org/officeDocument/2006/relationships/image" Target="../media/image32.png"/><Relationship Id="rId2" Type="http://schemas.openxmlformats.org/officeDocument/2006/relationships/image" Target="../media/image39.jpeg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0.xml"/><Relationship Id="rId3" Type="http://schemas.openxmlformats.org/officeDocument/2006/relationships/image" Target="../media/image32.png"/><Relationship Id="rId2" Type="http://schemas.openxmlformats.org/officeDocument/2006/relationships/image" Target="../media/image40.png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0.xml"/><Relationship Id="rId3" Type="http://schemas.openxmlformats.org/officeDocument/2006/relationships/image" Target="../media/image32.png"/><Relationship Id="rId2" Type="http://schemas.openxmlformats.org/officeDocument/2006/relationships/image" Target="../media/image41.png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0.xml"/><Relationship Id="rId3" Type="http://schemas.openxmlformats.org/officeDocument/2006/relationships/image" Target="../media/image32.png"/><Relationship Id="rId2" Type="http://schemas.openxmlformats.org/officeDocument/2006/relationships/tags" Target="../tags/tag979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32.png"/><Relationship Id="rId1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0.xml"/><Relationship Id="rId3" Type="http://schemas.openxmlformats.org/officeDocument/2006/relationships/image" Target="../media/image32.png"/><Relationship Id="rId2" Type="http://schemas.openxmlformats.org/officeDocument/2006/relationships/image" Target="../media/image42.jpe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Apr 21, 2026, 10_55_3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3d-illustration-rendering-y2k-2000s-260nw-26088439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"/>
            <a:ext cx="11935460" cy="69386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310765" y="1340485"/>
            <a:ext cx="9486900" cy="2733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6000"/>
              <a:t>       </a:t>
            </a:r>
            <a:r>
              <a:rPr lang="en-US" sz="6000" b="1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PROMPT                                    ENGINEERING</a:t>
            </a:r>
            <a:endParaRPr lang="en-US" sz="6000" b="1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97535" y="4657725"/>
            <a:ext cx="3811905" cy="1394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     DAY - 3</a:t>
            </a:r>
            <a:endParaRPr lang="en-US" sz="48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810818" y="17780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Apr 21, 2026, 10_55_3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91870" y="2865120"/>
            <a:ext cx="10943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400" b="1">
                <a:latin typeface="Times New Roman" panose="02020603050405020304" charset="0"/>
                <a:cs typeface="Times New Roman" panose="02020603050405020304" charset="0"/>
              </a:rPr>
              <a:t>Advanced  Prompting Techniques</a:t>
            </a:r>
            <a:endParaRPr lang="en-US" sz="5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726690" y="1059815"/>
            <a:ext cx="45993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</a:t>
            </a:r>
            <a:r>
              <a:rPr lang="en-US" sz="44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sz="5400">
                <a:latin typeface="Arial Black" panose="020B0A04020102020204" charset="0"/>
                <a:cs typeface="Arial Black" panose="020B0A04020102020204" charset="0"/>
              </a:rPr>
              <a:t>Objective</a:t>
            </a:r>
            <a:endParaRPr lang="en-US" sz="540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067358" y="-31750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Apr 21, 2026, 10_55_3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524000" y="1122680"/>
            <a:ext cx="67544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>
                <a:latin typeface="Times New Roman" panose="02020603050405020304" charset="0"/>
                <a:cs typeface="Times New Roman" panose="02020603050405020304" charset="0"/>
              </a:rPr>
              <a:t>               Topics  Covered</a:t>
            </a:r>
            <a:endParaRPr lang="en-US" sz="4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62050" y="2273935"/>
            <a:ext cx="983234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Chain of thought  prompting(guided reasoning)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 Step-by-step instructions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Prompt Chaining(multi-step workflows)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Controlling ,tone,style and persona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067358" y="17780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Apr 21, 2026, 10_55_3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40360" y="831850"/>
            <a:ext cx="11085195" cy="166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              </a:t>
            </a:r>
            <a:r>
              <a:rPr lang="en-US" sz="3600"/>
              <a:t>               </a:t>
            </a:r>
            <a:r>
              <a:rPr lang="en-US" sz="2000"/>
              <a:t>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Chain of Thought  Prompting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Improving reasoning accuracy by guiding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Intermediate thinking steps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                      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698115" y="2286000"/>
            <a:ext cx="5662930" cy="361442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8067358" y="17780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Apr 21, 2026, 10_55_3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524000" y="821055"/>
            <a:ext cx="9429750" cy="5523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Why chain-of-thought Works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Core Idea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Chain-of-Thought Flow(ASCII)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Implicit vs Explicit Reasoning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Direct Answer vs Chain-of-Thought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When to use Chain-of-Thought-prompting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Common Mistakes</a:t>
            </a:r>
            <a:endParaRPr lang="en-US" sz="3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067358" y="-19050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Apr 21, 2026, 10_55_3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495550" y="752475"/>
            <a:ext cx="5830570" cy="1360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                  </a:t>
            </a:r>
            <a:r>
              <a:rPr lang="en-US" sz="4000" b="1">
                <a:latin typeface="Times New Roman" panose="02020603050405020304" charset="0"/>
                <a:cs typeface="Times New Roman" panose="02020603050405020304" charset="0"/>
              </a:rPr>
              <a:t>Introduction </a:t>
            </a:r>
            <a:endParaRPr lang="en-US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63880" y="1719580"/>
            <a:ext cx="1132014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§"/>
            </a:pPr>
            <a:r>
              <a:rPr lang="en-US"/>
              <a:t>  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Chain- of-thought prompting is a techniue that encourages a language model to reason through a problem step by step before producing a final answer.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It is especially effective for tasks that require logic,math,analysis or multi-step reasoning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Instead of Jumping directly to the answer, the model is guided to internally organize the reasoning process.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067358" y="-6350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Apr 21, 2026, 10_55_3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341880" y="786130"/>
            <a:ext cx="7096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</a:t>
            </a: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Why chain of thought Works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08380" y="1998345"/>
            <a:ext cx="1058354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  </a:t>
            </a: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Breaks complex problems into manageable steps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Reduces logical and arithmetic errors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Improves transperency of reasoning (at a high level)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Encourages structured problem solving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Performs better on reasoning heavy tasks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550275" y="17780"/>
            <a:ext cx="3641725" cy="768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Apr 21, 2026, 10_55_3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898015" y="906145"/>
            <a:ext cx="62064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                </a:t>
            </a:r>
            <a:r>
              <a:rPr lang="en-US" sz="4000" b="1">
                <a:latin typeface="Times New Roman" panose="02020603050405020304" charset="0"/>
                <a:cs typeface="Times New Roman" panose="02020603050405020304" charset="0"/>
              </a:rPr>
              <a:t>Core Idea</a:t>
            </a:r>
            <a:endParaRPr lang="en-US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22020" y="2359660"/>
            <a:ext cx="108235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  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The prompt explicitly  requests reasoning steps or structured analysis before the final answer.The model uses these steps to internally reason,even if only a summarized explanation is shown in the output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740775" y="17780"/>
            <a:ext cx="3451225" cy="1012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Apr 21, 2026, 10_55_3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32865" y="871855"/>
            <a:ext cx="7676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</a:t>
            </a: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Chain - of-Thought Flow(ASCII)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032635" y="1517015"/>
            <a:ext cx="6976745" cy="4888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                     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   Problem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                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Identify Relevant Information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    Apply Logical Steps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                 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     Reach Conclusion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                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         Final Answer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342765" y="2059940"/>
            <a:ext cx="0" cy="51308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342765" y="3031490"/>
            <a:ext cx="17145" cy="47879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342765" y="4121150"/>
            <a:ext cx="17145" cy="412115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326255" y="5026660"/>
            <a:ext cx="16510" cy="598805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Picture 12"/>
          <p:cNvPicPr/>
          <p:nvPr/>
        </p:nvPicPr>
        <p:blipFill>
          <a:blip r:embed="rId2"/>
          <a:stretch>
            <a:fillRect/>
          </a:stretch>
        </p:blipFill>
        <p:spPr>
          <a:xfrm>
            <a:off x="8676640" y="17780"/>
            <a:ext cx="3515360" cy="8547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7995"/>
            <a:ext cx="10515600" cy="1325563"/>
          </a:xfrm>
        </p:spPr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Basic Example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8495"/>
            <a:ext cx="10515600" cy="4351338"/>
          </a:xfrm>
        </p:spPr>
        <p:txBody>
          <a:bodyPr/>
          <a:p>
            <a:r>
              <a:rPr lang="en-US" b="1"/>
              <a:t>Question</a:t>
            </a:r>
            <a:r>
              <a:rPr lang="en-US"/>
              <a:t>:</a:t>
            </a:r>
            <a:endParaRPr lang="en-US"/>
          </a:p>
          <a:p>
            <a:pPr marL="0" indent="0">
              <a:buNone/>
            </a:pPr>
            <a:r>
              <a:rPr lang="en-US"/>
              <a:t>If   a Book costs $10   and you buy 3 books,how much do you pay?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 b="1"/>
              <a:t>Instruction:</a:t>
            </a:r>
            <a:endParaRPr lang="en-US" b="1"/>
          </a:p>
          <a:p>
            <a:pPr marL="0" indent="0">
              <a:buNone/>
            </a:pPr>
            <a:r>
              <a:rPr lang="en-US"/>
              <a:t>Think through the problem step by step,then give the final answer.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This model uses intermediate reasoning to arrive at the correct result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270240" y="158750"/>
            <a:ext cx="392176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4520"/>
            <a:ext cx="10515600" cy="1325563"/>
          </a:xfrm>
        </p:spPr>
        <p:txBody>
          <a:bodyPr/>
          <a:p>
            <a:r>
              <a:rPr lang="en-US" b="1"/>
              <a:t>          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Implicit  vs Explicit Reasoning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2"/>
            </p:custDataLst>
          </p:nvPr>
        </p:nvGraphicFramePr>
        <p:xfrm>
          <a:off x="838200" y="1825625"/>
          <a:ext cx="10515600" cy="288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9626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</a:t>
                      </a:r>
                      <a:r>
                        <a:rPr lang="en-US" sz="3200">
                          <a:latin typeface="Times New Roman" panose="02020603050405020304" charset="0"/>
                          <a:cs typeface="Times New Roman" panose="02020603050405020304" charset="0"/>
                        </a:rPr>
                        <a:t>Approach</a:t>
                      </a:r>
                      <a:endParaRPr lang="en-US" sz="3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latin typeface="Times New Roman" panose="02020603050405020304" charset="0"/>
                          <a:cs typeface="Times New Roman" panose="02020603050405020304" charset="0"/>
                        </a:rPr>
                        <a:t>Description</a:t>
                      </a:r>
                      <a:endParaRPr lang="en-US" sz="3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</a:t>
                      </a:r>
                      <a:r>
                        <a:rPr lang="en-US" sz="3200">
                          <a:latin typeface="Times New Roman" panose="02020603050405020304" charset="0"/>
                          <a:cs typeface="Times New Roman" panose="02020603050405020304" charset="0"/>
                        </a:rPr>
                        <a:t> When to use</a:t>
                      </a:r>
                      <a:endParaRPr lang="en-US" sz="3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9626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    </a:t>
                      </a:r>
                      <a:r>
                        <a:rPr lang="en-US" sz="3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Implicit</a:t>
                      </a:r>
                      <a:endParaRPr lang="en-US" sz="3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</a:t>
                      </a:r>
                      <a:r>
                        <a:rPr lang="en-US" sz="3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Model  reasons                      internally</a:t>
                      </a:r>
                      <a:endParaRPr lang="en-US" sz="32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</a:t>
                      </a:r>
                      <a:r>
                        <a:rPr lang="en-US" sz="3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Production Systems</a:t>
                      </a:r>
                      <a:endParaRPr lang="en-US" sz="32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9626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    </a:t>
                      </a:r>
                      <a:r>
                        <a:rPr lang="en-US" sz="4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Explicit</a:t>
                      </a:r>
                      <a:endParaRPr lang="en-US" sz="4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</a:t>
                      </a:r>
                      <a:r>
                        <a:rPr lang="en-US" sz="2400">
                          <a:latin typeface="Arial Black" panose="020B0A04020102020204" charset="0"/>
                          <a:cs typeface="Arial Black" panose="020B0A04020102020204" charset="0"/>
                        </a:rPr>
                        <a:t>Model  Shows reasoning steps</a:t>
                      </a:r>
                      <a:endParaRPr lang="en-US" sz="2400"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</a:t>
                      </a:r>
                      <a:r>
                        <a:rPr lang="en-US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Learning and debugging</a:t>
                      </a:r>
                      <a:endParaRPr lang="en-US" sz="2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8651875" y="120650"/>
            <a:ext cx="3540125" cy="6991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2465"/>
            <a:ext cx="10515600" cy="1325563"/>
          </a:xfrm>
        </p:spPr>
        <p:txBody>
          <a:bodyPr/>
          <a:p>
            <a:r>
              <a:rPr lang="en-US"/>
              <a:t>    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Direct Answer  vs   Chain-of-Thought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b="1"/>
              <a:t>Direct Prompt</a:t>
            </a:r>
            <a:r>
              <a:rPr lang="en-US"/>
              <a:t>:</a:t>
            </a:r>
            <a:endParaRPr lang="en-US"/>
          </a:p>
          <a:p>
            <a:pPr marL="0" indent="0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What is 27 *14?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Chain-of-Thought Prompt?</a:t>
            </a:r>
            <a:endParaRPr lang="en-US"/>
          </a:p>
          <a:p>
            <a:pPr marL="0" indent="0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Calculate 27*14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Break  the calculation into clear logical steps  and then provide the  final answer.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8714740" y="82550"/>
            <a:ext cx="3477260" cy="7753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165"/>
            <a:ext cx="10515600" cy="1325563"/>
          </a:xfrm>
        </p:spPr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When to use Chain-of-Thought Prompting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2011045"/>
            <a:ext cx="10515600" cy="4351338"/>
          </a:xfrm>
        </p:spPr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Mathematical  reasoning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Logical problem solving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Decision analysis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Multi-step explanations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Complex comparisions</a:t>
            </a:r>
            <a:endParaRPr lang="en-US" sz="4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134985" y="2152015"/>
            <a:ext cx="1495425" cy="180784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7887335" y="3788410"/>
            <a:ext cx="1990725" cy="172339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9630410" y="2616835"/>
            <a:ext cx="1891665" cy="148399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5"/>
          <a:stretch>
            <a:fillRect/>
          </a:stretch>
        </p:blipFill>
        <p:spPr>
          <a:xfrm>
            <a:off x="8461375" y="120650"/>
            <a:ext cx="3730625" cy="8388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        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Common Mistakes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Using chain-of-thought for trivial tasks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Requesting overly verbose reasoning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Confusing explanation with correctness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Not constraining final output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Assuming reasoning guarantees accuracy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397240" y="82550"/>
            <a:ext cx="3794760" cy="9785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1270"/>
            <a:ext cx="12191365" cy="68592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136650" y="942975"/>
            <a:ext cx="8886825" cy="1426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Reasoning  &amp;  Problem Solving Prompts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2132965" y="1971675"/>
            <a:ext cx="6125210" cy="365760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9425940" y="171450"/>
            <a:ext cx="2766060" cy="7708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065020" y="985520"/>
            <a:ext cx="94526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</a:t>
            </a:r>
            <a:r>
              <a:rPr lang="en-US" sz="4000" b="1">
                <a:latin typeface="Times New Roman" panose="02020603050405020304" charset="0"/>
                <a:cs typeface="Times New Roman" panose="02020603050405020304" charset="0"/>
              </a:rPr>
              <a:t>Step- By-Step reasoning Prompts</a:t>
            </a:r>
            <a:endParaRPr lang="en-US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3030" y="2275205"/>
            <a:ext cx="119024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</a:t>
            </a: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 Introduction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Step-by-Step reasoning prompts are designed to encourage an LLM to break down a problem into logical steps before producing a final answer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575675" y="95250"/>
            <a:ext cx="3616325" cy="8896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19430" y="1072515"/>
            <a:ext cx="1059307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</a:t>
            </a:r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           </a:t>
            </a:r>
            <a:r>
              <a:rPr lang="en-US" sz="4000" b="1">
                <a:latin typeface="Times New Roman" panose="02020603050405020304" charset="0"/>
                <a:cs typeface="Times New Roman" panose="02020603050405020304" charset="0"/>
              </a:rPr>
              <a:t>Core  Idea</a:t>
            </a:r>
            <a:endParaRPr lang="en-US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Explicitly ask for reasoning steps</a:t>
            </a: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Force structured thinking </a:t>
            </a: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Reduce guessing or shortcut answers</a:t>
            </a: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Expose intermediate logic</a:t>
            </a: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Increase trust in the output</a:t>
            </a:r>
            <a:endParaRPr 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8283575" y="159385"/>
            <a:ext cx="3908425" cy="9124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600200" y="942975"/>
            <a:ext cx="9148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</a:t>
            </a: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Why  step-by-step  Reasoning Works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08280" y="1913890"/>
            <a:ext cx="109753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Large-Language Models perform better when guided  to reason incrementally rather than jumping directly to conclusions.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Step-By-Step prompts reduce reasoning,errors by encouraging deliberate,seuential thinking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7708900" y="3429000"/>
            <a:ext cx="3251200" cy="32512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8536305" y="95250"/>
            <a:ext cx="365506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760855" y="826135"/>
            <a:ext cx="5683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Reasoning Flow(ASCII)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339850" y="1769110"/>
            <a:ext cx="610425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                  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Problem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          Understand Inputs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                        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Apply Rules/Logic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Intermediate Conclusions</a:t>
            </a:r>
            <a:endParaRPr 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    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Final Answer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                      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674110" y="2266315"/>
            <a:ext cx="14605" cy="52197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688715" y="3081655"/>
            <a:ext cx="29210" cy="448945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703320" y="3928745"/>
            <a:ext cx="14605" cy="37338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674110" y="4831080"/>
            <a:ext cx="29210" cy="68199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8321675" y="83185"/>
            <a:ext cx="3870325" cy="965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398395" y="796925"/>
            <a:ext cx="7205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Basic  Prompt   Pattern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66700" y="2044065"/>
            <a:ext cx="113379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/>
              <a:t>               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Solve the  following  problem  step-by-step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None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   Explain your reasoning  clearly  before giving the final answer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9223375" y="0"/>
            <a:ext cx="2968625" cy="8947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383790" y="1000125"/>
            <a:ext cx="5857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   </a:t>
            </a: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Simple   Example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95275" y="1855470"/>
            <a:ext cx="1146873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Question: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If a shirt costs  500 and is discounted by 20%,what is the final  price?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Prompt: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Calculate the answer step by step and show all reasoning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435975" y="121285"/>
            <a:ext cx="3756025" cy="8794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528570" y="956310"/>
            <a:ext cx="598805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Common use   cases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543050" y="2014855"/>
            <a:ext cx="890206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Mathematical problem solving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Logical puzzles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Algorithm explanation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Debugging code logic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Decision-making analysis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207375" y="83185"/>
            <a:ext cx="3984625" cy="10293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310640" y="970915"/>
            <a:ext cx="8148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Direct Answer  vs Step-By-Step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1828800" y="2476500"/>
          <a:ext cx="8534400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757805"/>
                <a:gridCol w="2931795"/>
              </a:tblGrid>
              <a:tr h="560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     Aspect</a:t>
                      </a:r>
                      <a:endParaRPr lang="en-US" sz="32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</a:t>
                      </a: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Direct  Answer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</a:t>
                      </a:r>
                      <a:r>
                        <a:rPr lang="en-US" sz="3200">
                          <a:latin typeface="Times New Roman" panose="02020603050405020304" charset="0"/>
                          <a:cs typeface="Times New Roman" panose="02020603050405020304" charset="0"/>
                        </a:rPr>
                        <a:t> Step-by-Step</a:t>
                      </a:r>
                      <a:endParaRPr lang="en-US" sz="3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60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</a:t>
                      </a:r>
                      <a:r>
                        <a:rPr lang="en-US" sz="2800" b="1"/>
                        <a:t>Accuracy</a:t>
                      </a:r>
                      <a:endParaRPr lang="en-US" sz="28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   </a:t>
                      </a:r>
                      <a:r>
                        <a:rPr lang="en-US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Lower</a:t>
                      </a:r>
                      <a:endParaRPr lang="en-US" sz="2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        Higher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60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</a:t>
                      </a:r>
                      <a:r>
                        <a:rPr 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Transperancy</a:t>
                      </a:r>
                      <a:endParaRPr 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    </a:t>
                      </a:r>
                      <a:r>
                        <a:rPr lang="en-US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Low</a:t>
                      </a:r>
                      <a:endParaRPr lang="en-US" sz="2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  </a:t>
                      </a:r>
                      <a:r>
                        <a:rPr lang="en-US" sz="32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</a:t>
                      </a:r>
                      <a:endParaRPr lang="en-US" sz="3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60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</a:t>
                      </a:r>
                      <a:r>
                        <a:rPr lang="en-US"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Error  Detection</a:t>
                      </a:r>
                      <a:endParaRPr lang="en-US"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</a:t>
                      </a:r>
                      <a:r>
                        <a:rPr lang="en-US" sz="3200" b="1"/>
                        <a:t>Difficult</a:t>
                      </a:r>
                      <a:endParaRPr lang="en-US" sz="32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</a:t>
                      </a:r>
                      <a:r>
                        <a:rPr lang="en-US" sz="3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Easier</a:t>
                      </a:r>
                      <a:endParaRPr lang="en-US" sz="3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60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</a:t>
                      </a:r>
                      <a:r>
                        <a:rPr 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Explainability</a:t>
                      </a:r>
                      <a:endParaRPr 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 </a:t>
                      </a:r>
                      <a:r>
                        <a:rPr lang="en-US" sz="3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 Poor</a:t>
                      </a:r>
                      <a:endParaRPr lang="en-US" sz="3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</a:t>
                      </a:r>
                      <a:r>
                        <a:rPr lang="en-US" sz="32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Excellent</a:t>
                      </a:r>
                      <a:endParaRPr lang="en-US" sz="32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8663940" y="108585"/>
            <a:ext cx="3528060" cy="8629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441575" y="1174115"/>
            <a:ext cx="5205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Common Mistakes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75665" y="2362835"/>
            <a:ext cx="943800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Using step-by-step for trivial questions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Not defining what step-by-step means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Allowing excessively long reasoning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Forgetting to ask for a final answer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6775" y="69215"/>
            <a:ext cx="3705225" cy="965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1270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11605" y="883920"/>
            <a:ext cx="9337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200">
                <a:solidFill>
                  <a:schemeClr val="tx2">
                    <a:lumMod val="90000"/>
                    <a:lumOff val="10000"/>
                  </a:schemeClr>
                </a:solidFill>
                <a:latin typeface="Franklin Gothic Demi" panose="020B0703020102020204" charset="0"/>
                <a:cs typeface="Franklin Gothic Demi" panose="020B0703020102020204" charset="0"/>
              </a:rPr>
              <a:t>PROMPT CHAINING (Multi-step-work-flows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65095" y="2006600"/>
            <a:ext cx="5454015" cy="379793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8588375" y="82550"/>
            <a:ext cx="3603625" cy="8007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339975" y="883920"/>
            <a:ext cx="59740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Prompt  Chaining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17880" y="1739265"/>
            <a:ext cx="10831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Prompt  chaining is an automation technique where multiple prompts are linked together.The output of on prompt  becoomes the input for the next, creating  a structured workflow that can handle complex tasks step by step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819400" y="3210560"/>
            <a:ext cx="4987290" cy="300545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8313420" y="95885"/>
            <a:ext cx="387858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326005" y="1029335"/>
            <a:ext cx="8611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            </a:t>
            </a: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 Why Prompt Chaining Matters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354455" y="2306320"/>
            <a:ext cx="1010602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Automates multi-step    tasks   without manual intervention.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Ensures Logical  processes by feeding outputs into  subsequent prompts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Improves efficiency and consistency in workflows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Supports scalability for repetitive or structured processes.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626475" y="83185"/>
            <a:ext cx="3565525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339975" y="811530"/>
            <a:ext cx="4552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How   It     Works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39725" y="1579880"/>
            <a:ext cx="11221720" cy="1574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You design a chain of prompts where each stage has a clear purpose.The agent executes the first prompt ,then uses its output as the input for the next prompt,continuing until the final result is produced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620520" y="3154045"/>
            <a:ext cx="7786370" cy="322707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8410575" y="108585"/>
            <a:ext cx="3781425" cy="927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220345"/>
            <a:ext cx="12191365" cy="707834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963420" y="736600"/>
            <a:ext cx="56838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 Example Workflow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35685" y="1610995"/>
            <a:ext cx="1008951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Task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: Automate blog post creation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Step 1 Prompt:”Generate  5  blog title ideas about eco-friendly travel.”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Step 2  Prompt:”Pick the best titile and draft an outline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Step 3  Prompt:”Expand the outline into a 500 word article”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Step 4  Prompt:”Summarize the article into a 3-bullet social media post.”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Expected Outcom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e: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A complete blog post,with supporting social media content, created through chained prompts.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333740" y="82550"/>
            <a:ext cx="3858260" cy="9531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16205" y="0"/>
            <a:ext cx="12191365" cy="69469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69265" y="1203960"/>
            <a:ext cx="112515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Tip</a:t>
            </a:r>
            <a:r>
              <a:rPr lang="en-US"/>
              <a:t> 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: Clearly define outputs at each stage so they can be reused effectively in the next prompt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9265" y="2623820"/>
            <a:ext cx="11250930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/>
              <a:t>             </a:t>
            </a: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Summary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Prompt chaining enables automation by linking multiple prompts into a structured workflow.It is ideal for tasks,like content creation,research and reporting where outputs build progressively.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255000" y="99060"/>
            <a:ext cx="3820160" cy="8896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238250" y="705485"/>
            <a:ext cx="8569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</a:t>
            </a: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Mutli - Step Workflows 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1595755"/>
            <a:ext cx="1103376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Multi-step  workflows in prompt chaining involve breaking a complex task into a sequence smaller,manageable steps,where the output of onreprompt becomes the input for the next.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Key features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Each step builds on the previous output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Ensures better quality and consistency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Easy to debug and refine individual steps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                                              Example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                                        Generate topic outline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                                           Expand each point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321675" y="0"/>
            <a:ext cx="3870325" cy="10293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11785" y="970915"/>
            <a:ext cx="110420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</a:t>
            </a:r>
            <a:r>
              <a:rPr lang="en-US" sz="4000" b="1">
                <a:latin typeface="Times New Roman" panose="02020603050405020304" charset="0"/>
                <a:cs typeface="Times New Roman" panose="02020603050405020304" charset="0"/>
              </a:rPr>
              <a:t> Persona and Expert Simulation</a:t>
            </a:r>
            <a:endParaRPr lang="en-US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Simulating specific,mindsets,expertise levels,and professional behaviour in LLM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55295" y="2508250"/>
            <a:ext cx="58718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23190" y="2793365"/>
            <a:ext cx="116427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</a:t>
            </a:r>
            <a:r>
              <a:rPr lang="en-US" sz="2400" b="1">
                <a:latin typeface="Times New Roman" panose="02020603050405020304" charset="0"/>
                <a:cs typeface="Times New Roman" panose="02020603050405020304" charset="0"/>
              </a:rPr>
              <a:t>Definition</a:t>
            </a:r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Persona and expert simulation is a prompt engineering technique where you instruct a language model to behave as a specific type of person,proffessional,or domain expert.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This technique influences reasoning depth,vocabulary,assumptions,tone,and decision making patterns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435975" y="108585"/>
            <a:ext cx="3756025" cy="10039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graphicFrame>
        <p:nvGraphicFramePr>
          <p:cNvPr id="3" name="Table 2"/>
          <p:cNvGraphicFramePr/>
          <p:nvPr>
            <p:custDataLst>
              <p:tags r:id="rId2"/>
            </p:custDataLst>
          </p:nvPr>
        </p:nvGraphicFramePr>
        <p:xfrm>
          <a:off x="1450975" y="2155825"/>
          <a:ext cx="8912225" cy="327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355"/>
                <a:gridCol w="3086735"/>
                <a:gridCol w="2985135"/>
              </a:tblGrid>
              <a:tr h="654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  </a:t>
                      </a:r>
                      <a:r>
                        <a:rPr lang="en-US" sz="3200">
                          <a:latin typeface="Times New Roman" panose="02020603050405020304" charset="0"/>
                          <a:cs typeface="Times New Roman" panose="02020603050405020304" charset="0"/>
                        </a:rPr>
                        <a:t>Aspect</a:t>
                      </a:r>
                      <a:endParaRPr lang="en-US" sz="3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</a:t>
                      </a:r>
                      <a:r>
                        <a:rPr lang="en-US" sz="3600">
                          <a:latin typeface="Times New Roman" panose="02020603050405020304" charset="0"/>
                          <a:cs typeface="Times New Roman" panose="02020603050405020304" charset="0"/>
                        </a:rPr>
                        <a:t>Persona</a:t>
                      </a:r>
                      <a:endParaRPr lang="en-US" sz="3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</a:t>
                      </a:r>
                      <a:r>
                        <a:rPr 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Expert Simulation</a:t>
                      </a:r>
                      <a:endParaRPr 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654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</a:t>
                      </a: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Focus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Perspective  and mindset</a:t>
                      </a:r>
                      <a:endParaRPr lang="en-US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</a:t>
                      </a:r>
                      <a:r>
                        <a:rPr lang="en-US" sz="2400"/>
                        <a:t> Depth of Knowledge</a:t>
                      </a:r>
                      <a:endParaRPr lang="en-US" sz="2400"/>
                    </a:p>
                  </a:txBody>
                  <a:tcPr/>
                </a:tc>
              </a:tr>
              <a:tr h="654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 </a:t>
                      </a: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Examples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Beginner,manager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</a:t>
                      </a:r>
                      <a:r>
                        <a:rPr lang="en-US" sz="2000"/>
                        <a:t> Senior engineer,lawyer</a:t>
                      </a:r>
                      <a:endParaRPr lang="en-US" sz="2000"/>
                    </a:p>
                  </a:txBody>
                  <a:tcPr/>
                </a:tc>
              </a:tr>
              <a:tr h="654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    </a:t>
                      </a:r>
                      <a:r>
                        <a:rPr lang="en-US" sz="3200">
                          <a:latin typeface="Times New Roman" panose="02020603050405020304" charset="0"/>
                          <a:cs typeface="Times New Roman" panose="02020603050405020304" charset="0"/>
                        </a:rPr>
                        <a:t>Languages</a:t>
                      </a:r>
                      <a:endParaRPr lang="en-US" sz="3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Audience-aligned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</a:t>
                      </a:r>
                      <a:r>
                        <a:rPr lang="en-US" sz="2800"/>
                        <a:t>Domain-specific</a:t>
                      </a:r>
                      <a:endParaRPr lang="en-US" sz="2800"/>
                    </a:p>
                  </a:txBody>
                  <a:tcPr/>
                </a:tc>
              </a:tr>
              <a:tr h="654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Primary Goal</a:t>
                      </a:r>
                      <a:endParaRPr lang="en-US" sz="28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      </a:t>
                      </a:r>
                      <a:r>
                        <a:rPr 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Relatability</a:t>
                      </a:r>
                      <a:endParaRPr lang="en-US"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Accuracy and rigor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2035810" y="1000125"/>
            <a:ext cx="75831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 Persona  vs Expert Simulation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8727440" y="146685"/>
            <a:ext cx="346456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-153035" y="1144905"/>
            <a:ext cx="119106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400" b="1">
                <a:latin typeface="Times New Roman" panose="02020603050405020304" charset="0"/>
                <a:cs typeface="Times New Roman" panose="02020603050405020304" charset="0"/>
              </a:rPr>
              <a:t>Why Persona and Expert Simulation Matters</a:t>
            </a:r>
            <a:endParaRPr lang="en-US" sz="4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55930" y="2401570"/>
            <a:ext cx="108978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Improves relevance and clarity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Aligns explanantions with audience skill level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Reduces generic responses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Enhances realism in simulations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Makes outputs more actionable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461375" y="133985"/>
            <a:ext cx="3730625" cy="10109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369185" y="942340"/>
            <a:ext cx="55238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     </a:t>
            </a:r>
            <a:r>
              <a:rPr lang="en-US" sz="4000" b="1">
                <a:latin typeface="Times New Roman" panose="02020603050405020304" charset="0"/>
                <a:cs typeface="Times New Roman" panose="02020603050405020304" charset="0"/>
              </a:rPr>
              <a:t>Common Personas</a:t>
            </a:r>
            <a:endParaRPr lang="en-US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456055" y="2044065"/>
            <a:ext cx="91490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Beginner learner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Intermediate practitioner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Non-technical stakeholder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Technical Interviewer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Product Manager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244840" y="159385"/>
            <a:ext cx="3947160" cy="9785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702560" y="1014730"/>
            <a:ext cx="7655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</a:t>
            </a:r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Common Expert Roles</a:t>
            </a: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035810" y="2000250"/>
            <a:ext cx="78289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Senior software engineer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Prompt engineering specialist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Data scientist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Security analyst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Technical writer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359775" y="0"/>
            <a:ext cx="3832225" cy="101473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629410" y="736600"/>
            <a:ext cx="5567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Basic Persona Example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70535" y="1550670"/>
            <a:ext cx="1125029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You are a beginner-friendly instructor.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Explain prompt engineering using simple language and analogies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948815" y="2873375"/>
            <a:ext cx="6422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Expert Simulation Example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46125" y="3885565"/>
            <a:ext cx="10423525" cy="749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You are a senior prompt engineering expert Explain few-shot prompting including limitations and best practices.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8207375" y="736600"/>
            <a:ext cx="3984625" cy="97218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79600" y="767080"/>
            <a:ext cx="7047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Activity:Build a Multi-Step Prompt 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22300" y="1449705"/>
            <a:ext cx="9066530" cy="1112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Objective</a:t>
            </a:r>
            <a:r>
              <a:rPr lang="en-US" sz="2800"/>
              <a:t>:  Learn to design a structured prompt using </a:t>
            </a:r>
            <a:endParaRPr lang="en-US"/>
          </a:p>
          <a:p>
            <a:endParaRPr lang="en-US"/>
          </a:p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             Analyze---&gt;Summarize---&gt;Recommend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3429000"/>
            <a:ext cx="106673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Task: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Choose any topic (e.g, AI in education,online learning,social media)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Create your own multi-step prompt following the structure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067358" y="30480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92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301750" y="1475105"/>
            <a:ext cx="9587230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            </a:t>
            </a: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Prompt  Structure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Analyze: 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Identify key points or issues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Summarize: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Present main ideas briefly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Recommend: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Suggest solutions or improvements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Analyze the impact of online learning on students,summarize the key points in 5 bullet  points and recommended 3 ways to improve engagement”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8066723" y="0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hatGPT Image Apr 21, 2026, 10_55_30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635"/>
            <a:ext cx="12191365" cy="685927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2381250" y="1039813"/>
            <a:ext cx="7048500" cy="543877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07328" y="1104900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b"/>
  <p:tag name="KSO_WM_UNIT_INDEX" val="1"/>
</p:tagLst>
</file>

<file path=ppt/tags/tag2.xml><?xml version="1.0" encoding="utf-8"?>
<p:tagLst xmlns:p="http://schemas.openxmlformats.org/presentationml/2006/main">
  <p:tag name="KSO_WM_UNIT_TYPE" val="b"/>
  <p:tag name="KSO_WM_UNIT_INDEX" val="1"/>
</p:tagLst>
</file>

<file path=ppt/tags/tag3.xml><?xml version="1.0" encoding="utf-8"?>
<p:tagLst xmlns:p="http://schemas.openxmlformats.org/presentationml/2006/main">
  <p:tag name="KSO_WM_UNIT_TYPE" val="b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此处添加副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耐心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04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04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0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802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802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UNIT_TYPE" val="i"/>
  <p:tag name="KSO_WM_UNIT_INDEX" val="10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3.0"/>
  <p:tag name="KSO_WM_BEAUTIFY_FLAG" val="#wm#"/>
  <p:tag name="KSO_WM_UNIT_TYPE" val="i"/>
  <p:tag name="KSO_WM_UNIT_INDEX" val="17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3.0"/>
  <p:tag name="KSO_WM_BEAUTIFY_FLAG" val="#wm#"/>
  <p:tag name="KSO_WM_UNIT_TYPE" val="i"/>
  <p:tag name="KSO_WM_UNIT_INDEX" val="18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3.0"/>
  <p:tag name="KSO_WM_BEAUTIFY_FLAG" val="#wm#"/>
  <p:tag name="KSO_WM_UNIT_TYPE" val="i"/>
  <p:tag name="KSO_WM_UNIT_INDEX" val="19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f*1"/>
  <p:tag name="KSO_WM_UNIT_LAYERLEVEL" val="1"/>
  <p:tag name="KSO_WM_TAG_VERSION" val="3.0"/>
  <p:tag name="KSO_WM_BEAUTIFY_FLAG" val="#wm#"/>
  <p:tag name="KSO_WM_UNIT_PRESET_TEXT" val="单击此处编辑文本"/>
  <p:tag name="KSO_WM_UNIT_NOCLEAR" val="0"/>
  <p:tag name="KSO_WM_UNIT_TYPE" val="f"/>
  <p:tag name="KSO_WM_UNIT_INDEX" val="1"/>
  <p:tag name="KSO_WM_UNIT_ISCONTENTSTITLE" val="0"/>
  <p:tag name="KSO_WM_UNIT_ISNUMDGMTITLE" val="0"/>
  <p:tag name="KSO_WM_UNIT_SUBTYPE" val="a"/>
  <p:tag name="KSO_WM_UNIT_VALUE" val="23"/>
</p:tagLst>
</file>

<file path=ppt/tags/tag21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TYPE" val="i"/>
  <p:tag name="KSO_WM_UNIT_INDEX" val="9"/>
</p:tagLst>
</file>

<file path=ppt/tags/tag2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TYPE" val="i"/>
  <p:tag name="KSO_WM_UNIT_INDEX" val="10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3.0"/>
  <p:tag name="KSO_WM_BEAUTIFY_FLAG" val="#wm#"/>
  <p:tag name="KSO_WM_UNIT_TYPE" val="i"/>
  <p:tag name="KSO_WM_UNIT_INDEX" val="17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3.0"/>
  <p:tag name="KSO_WM_BEAUTIFY_FLAG" val="#wm#"/>
  <p:tag name="KSO_WM_UNIT_TYPE" val="i"/>
  <p:tag name="KSO_WM_UNIT_INDEX" val="18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3.0"/>
  <p:tag name="KSO_WM_BEAUTIFY_FLAG" val="#wm#"/>
  <p:tag name="KSO_WM_UNIT_TYPE" val="i"/>
  <p:tag name="KSO_WM_UNIT_INDEX" val="19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30"/>
  <p:tag name="KSO_WM_TEMPLATE_CATEGORY" val="custom"/>
  <p:tag name="KSO_WM_TEMPLATE_INDEX" val="20237986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50"/>
  <p:tag name="KSO_WM_TEMPLATE_CATEGORY" val="custom"/>
  <p:tag name="KSO_WM_TEMPLATE_INDEX" val="20237986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2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</p:tagLst>
</file>

<file path=ppt/tags/tag2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2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2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2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</p:tagLst>
</file>

<file path=ppt/tags/tag2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</p:tagLst>
</file>

<file path=ppt/tags/tag2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</p:tagLst>
</file>

<file path=ppt/tags/tag2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2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</p:tagLst>
</file>

<file path=ppt/tags/tag2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</p:tagLst>
</file>

<file path=ppt/tags/tag2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</p:tagLst>
</file>

<file path=ppt/tags/tag2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</p:tagLst>
</file>

<file path=ppt/tags/tag2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</p:tagLst>
</file>

<file path=ppt/tags/tag2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</p:tagLst>
</file>

<file path=ppt/tags/tag2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</p:tagLst>
</file>

<file path=ppt/tags/tag2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</p:tagLst>
</file>

<file path=ppt/tags/tag3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</p:tagLst>
</file>

<file path=ppt/tags/tag3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</p:tagLst>
</file>

<file path=ppt/tags/tag3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</p:tagLst>
</file>

<file path=ppt/tags/tag3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</p:tagLst>
</file>

<file path=ppt/tags/tag3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</p:tagLst>
</file>

<file path=ppt/tags/tag3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</p:tagLst>
</file>

<file path=ppt/tags/tag3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*i*26"/>
  <p:tag name="KSO_WM_UNIT_LAYERLEVEL" val="1"/>
  <p:tag name="KSO_WM_TAG_VERSION" val="3.0"/>
</p:tagLst>
</file>

<file path=ppt/tags/tag3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*i*27"/>
  <p:tag name="KSO_WM_UNIT_LAYERLEVEL" val="1"/>
  <p:tag name="KSO_WM_TAG_VERSION" val="3.0"/>
</p:tagLst>
</file>

<file path=ppt/tags/tag3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*i*28"/>
  <p:tag name="KSO_WM_UNIT_LAYERLEVEL" val="1"/>
  <p:tag name="KSO_WM_TAG_VERSION" val="3.0"/>
</p:tagLst>
</file>

<file path=ppt/tags/tag3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*i*29"/>
  <p:tag name="KSO_WM_UNIT_LAYERLEVEL" val="1"/>
  <p:tag name="KSO_WM_TAG_VERSION" val="3.0"/>
</p:tagLst>
</file>

<file path=ppt/tags/tag3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*i*30"/>
  <p:tag name="KSO_WM_UNIT_LAYERLEVEL" val="1"/>
  <p:tag name="KSO_WM_TAG_VERSION" val="3.0"/>
</p:tagLst>
</file>

<file path=ppt/tags/tag3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*i*31"/>
  <p:tag name="KSO_WM_UNIT_LAYERLEVEL" val="1"/>
  <p:tag name="KSO_WM_TAG_VERSION" val="3.0"/>
</p:tagLst>
</file>

<file path=ppt/tags/tag3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*i*32"/>
  <p:tag name="KSO_WM_UNIT_LAYERLEVEL" val="1"/>
  <p:tag name="KSO_WM_TAG_VERSION" val="3.0"/>
</p:tagLst>
</file>

<file path=ppt/tags/tag3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*i*33"/>
  <p:tag name="KSO_WM_UNIT_LAYERLEVEL" val="1"/>
  <p:tag name="KSO_WM_TAG_VERSION" val="3.0"/>
</p:tagLst>
</file>

<file path=ppt/tags/tag3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*i*34"/>
  <p:tag name="KSO_WM_UNIT_LAYERLEVEL" val="1"/>
  <p:tag name="KSO_WM_TAG_VERSION" val="3.0"/>
</p:tagLst>
</file>

<file path=ppt/tags/tag3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*i*35"/>
  <p:tag name="KSO_WM_UNIT_LAYERLEVEL" val="1"/>
  <p:tag name="KSO_WM_TAG_VERSION" val="3.0"/>
</p:tagLst>
</file>

<file path=ppt/tags/tag3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*i*36"/>
  <p:tag name="KSO_WM_UNIT_LAYERLEVEL" val="1"/>
  <p:tag name="KSO_WM_TAG_VERSION" val="3.0"/>
</p:tagLst>
</file>

<file path=ppt/tags/tag3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*i*37"/>
  <p:tag name="KSO_WM_UNIT_LAYERLEVEL" val="1"/>
  <p:tag name="KSO_WM_TAG_VERSION" val="3.0"/>
</p:tagLst>
</file>

<file path=ppt/tags/tag3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*i*38"/>
  <p:tag name="KSO_WM_UNIT_LAYERLEVEL" val="1"/>
  <p:tag name="KSO_WM_TAG_VERSION" val="3.0"/>
</p:tagLst>
</file>

<file path=ppt/tags/tag3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*i*39"/>
  <p:tag name="KSO_WM_UNIT_LAYERLEVEL" val="1"/>
  <p:tag name="KSO_WM_TAG_VERSION" val="3.0"/>
</p:tagLst>
</file>

<file path=ppt/tags/tag3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*i*40"/>
  <p:tag name="KSO_WM_UNIT_LAYERLEVEL" val="1"/>
  <p:tag name="KSO_WM_TAG_VERSION" val="3.0"/>
</p:tagLst>
</file>

<file path=ppt/tags/tag3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*i*41"/>
  <p:tag name="KSO_WM_UNIT_LAYERLEVEL" val="1"/>
  <p:tag name="KSO_WM_TAG_VERSION" val="3.0"/>
</p:tagLst>
</file>

<file path=ppt/tags/tag3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*i*42"/>
  <p:tag name="KSO_WM_UNIT_LAYERLEVEL" val="1"/>
  <p:tag name="KSO_WM_TAG_VERSION" val="3.0"/>
</p:tagLst>
</file>

<file path=ppt/tags/tag3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*i*43"/>
  <p:tag name="KSO_WM_UNIT_LAYERLEVEL" val="1"/>
  <p:tag name="KSO_WM_TAG_VERSION" val="3.0"/>
</p:tagLst>
</file>

<file path=ppt/tags/tag3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*i*44"/>
  <p:tag name="KSO_WM_UNIT_LAYERLEVEL" val="1"/>
  <p:tag name="KSO_WM_TAG_VERSION" val="3.0"/>
</p:tagLst>
</file>

<file path=ppt/tags/tag3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*i*45"/>
  <p:tag name="KSO_WM_UNIT_LAYERLEVEL" val="1"/>
  <p:tag name="KSO_WM_TAG_VERSION" val="3.0"/>
</p:tagLst>
</file>

<file path=ppt/tags/tag3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*i*46"/>
  <p:tag name="KSO_WM_UNIT_LAYERLEVEL" val="1"/>
  <p:tag name="KSO_WM_TAG_VERSION" val="3.0"/>
</p:tagLst>
</file>

<file path=ppt/tags/tag3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*i*47"/>
  <p:tag name="KSO_WM_UNIT_LAYERLEVEL" val="1"/>
  <p:tag name="KSO_WM_TAG_VERSION" val="3.0"/>
</p:tagLst>
</file>

<file path=ppt/tags/tag3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*i*48"/>
  <p:tag name="KSO_WM_UNIT_LAYERLEVEL" val="1"/>
  <p:tag name="KSO_WM_TAG_VERSION" val="3.0"/>
</p:tagLst>
</file>

<file path=ppt/tags/tag3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*i*49"/>
  <p:tag name="KSO_WM_UNIT_LAYERLEVEL" val="1"/>
  <p:tag name="KSO_WM_TAG_VERSION" val="3.0"/>
</p:tagLst>
</file>

<file path=ppt/tags/tag3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*i*50"/>
  <p:tag name="KSO_WM_UNIT_LAYERLEVEL" val="1"/>
  <p:tag name="KSO_WM_TAG_VERSION" val="3.0"/>
</p:tagLst>
</file>

<file path=ppt/tags/tag3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*i*51"/>
  <p:tag name="KSO_WM_UNIT_LAYERLEVEL" val="1"/>
  <p:tag name="KSO_WM_TAG_VERSION" val="3.0"/>
</p:tagLst>
</file>

<file path=ppt/tags/tag3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*i*52"/>
  <p:tag name="KSO_WM_UNIT_LAYERLEVEL" val="1"/>
  <p:tag name="KSO_WM_TAG_VERSION" val="3.0"/>
</p:tagLst>
</file>

<file path=ppt/tags/tag3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3"/>
  <p:tag name="KSO_WM_UNIT_ID" val="_1*i*53"/>
  <p:tag name="KSO_WM_UNIT_LAYERLEVEL" val="1"/>
  <p:tag name="KSO_WM_TAG_VERSION" val="3.0"/>
</p:tagLst>
</file>

<file path=ppt/tags/tag3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4"/>
  <p:tag name="KSO_WM_UNIT_ID" val="_1*i*54"/>
  <p:tag name="KSO_WM_UNIT_LAYERLEVEL" val="1"/>
  <p:tag name="KSO_WM_TAG_VERSION" val="3.0"/>
</p:tagLst>
</file>

<file path=ppt/tags/tag3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5"/>
  <p:tag name="KSO_WM_UNIT_ID" val="_1*i*55"/>
  <p:tag name="KSO_WM_UNIT_LAYERLEVEL" val="1"/>
  <p:tag name="KSO_WM_TAG_VERSION" val="3.0"/>
</p:tagLst>
</file>

<file path=ppt/tags/tag3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6"/>
  <p:tag name="KSO_WM_UNIT_ID" val="_1*i*56"/>
  <p:tag name="KSO_WM_UNIT_LAYERLEVEL" val="1"/>
  <p:tag name="KSO_WM_TAG_VERSION" val="3.0"/>
</p:tagLst>
</file>

<file path=ppt/tags/tag3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7"/>
  <p:tag name="KSO_WM_UNIT_ID" val="_1*i*57"/>
  <p:tag name="KSO_WM_UNIT_LAYERLEVEL" val="1"/>
  <p:tag name="KSO_WM_TAG_VERSION" val="3.0"/>
</p:tagLst>
</file>

<file path=ppt/tags/tag3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8"/>
  <p:tag name="KSO_WM_UNIT_ID" val="_1*i*58"/>
  <p:tag name="KSO_WM_UNIT_LAYERLEVEL" val="1"/>
  <p:tag name="KSO_WM_TAG_VERSION" val="3.0"/>
</p:tagLst>
</file>

<file path=ppt/tags/tag3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9"/>
  <p:tag name="KSO_WM_UNIT_ID" val="_1*i*59"/>
  <p:tag name="KSO_WM_UNIT_LAYERLEVEL" val="1"/>
  <p:tag name="KSO_WM_TAG_VERSION" val="3.0"/>
</p:tagLst>
</file>

<file path=ppt/tags/tag3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0"/>
  <p:tag name="KSO_WM_UNIT_ID" val="_1*i*60"/>
  <p:tag name="KSO_WM_UNIT_LAYERLEVEL" val="1"/>
  <p:tag name="KSO_WM_TAG_VERSION" val="3.0"/>
</p:tagLst>
</file>

<file path=ppt/tags/tag3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1"/>
  <p:tag name="KSO_WM_UNIT_ID" val="_1*i*61"/>
  <p:tag name="KSO_WM_UNIT_LAYERLEVEL" val="1"/>
  <p:tag name="KSO_WM_TAG_VERSION" val="3.0"/>
</p:tagLst>
</file>

<file path=ppt/tags/tag3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2"/>
  <p:tag name="KSO_WM_UNIT_ID" val="_1*i*62"/>
  <p:tag name="KSO_WM_UNIT_LAYERLEVEL" val="1"/>
  <p:tag name="KSO_WM_TAG_VERSION" val="3.0"/>
</p:tagLst>
</file>

<file path=ppt/tags/tag3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3"/>
  <p:tag name="KSO_WM_UNIT_ID" val="_1*i*63"/>
  <p:tag name="KSO_WM_UNIT_LAYERLEVEL" val="1"/>
  <p:tag name="KSO_WM_TAG_VERSION" val="3.0"/>
</p:tagLst>
</file>

<file path=ppt/tags/tag3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4"/>
  <p:tag name="KSO_WM_UNIT_ID" val="_1*i*64"/>
  <p:tag name="KSO_WM_UNIT_LAYERLEVEL" val="1"/>
  <p:tag name="KSO_WM_TAG_VERSION" val="3.0"/>
</p:tagLst>
</file>

<file path=ppt/tags/tag3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5"/>
  <p:tag name="KSO_WM_UNIT_ID" val="_1*i*65"/>
  <p:tag name="KSO_WM_UNIT_LAYERLEVEL" val="1"/>
  <p:tag name="KSO_WM_TAG_VERSION" val="3.0"/>
</p:tagLst>
</file>

<file path=ppt/tags/tag3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6"/>
  <p:tag name="KSO_WM_UNIT_ID" val="_1*i*66"/>
  <p:tag name="KSO_WM_UNIT_LAYERLEVEL" val="1"/>
  <p:tag name="KSO_WM_TAG_VERSION" val="3.0"/>
</p:tagLst>
</file>

<file path=ppt/tags/tag3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7"/>
  <p:tag name="KSO_WM_UNIT_ID" val="_1*i*67"/>
  <p:tag name="KSO_WM_UNIT_LAYERLEVEL" val="1"/>
  <p:tag name="KSO_WM_TAG_VERSION" val="3.0"/>
</p:tagLst>
</file>

<file path=ppt/tags/tag3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8"/>
  <p:tag name="KSO_WM_UNIT_ID" val="_1*i*68"/>
  <p:tag name="KSO_WM_UNIT_LAYERLEVEL" val="1"/>
  <p:tag name="KSO_WM_TAG_VERSION" val="3.0"/>
</p:tagLst>
</file>

<file path=ppt/tags/tag3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9"/>
  <p:tag name="KSO_WM_UNIT_ID" val="_1*i*69"/>
  <p:tag name="KSO_WM_UNIT_LAYERLEVEL" val="1"/>
  <p:tag name="KSO_WM_TAG_VERSION" val="3.0"/>
</p:tagLst>
</file>

<file path=ppt/tags/tag3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0"/>
  <p:tag name="KSO_WM_UNIT_ID" val="_1*i*70"/>
  <p:tag name="KSO_WM_UNIT_LAYERLEVEL" val="1"/>
  <p:tag name="KSO_WM_TAG_VERSION" val="3.0"/>
</p:tagLst>
</file>

<file path=ppt/tags/tag3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1"/>
  <p:tag name="KSO_WM_UNIT_ID" val="_1*i*71"/>
  <p:tag name="KSO_WM_UNIT_LAYERLEVEL" val="1"/>
  <p:tag name="KSO_WM_TAG_VERSION" val="3.0"/>
</p:tagLst>
</file>

<file path=ppt/tags/tag3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2"/>
  <p:tag name="KSO_WM_UNIT_ID" val="_1*i*72"/>
  <p:tag name="KSO_WM_UNIT_LAYERLEVEL" val="1"/>
  <p:tag name="KSO_WM_TAG_VERSION" val="3.0"/>
</p:tagLst>
</file>

<file path=ppt/tags/tag3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3"/>
  <p:tag name="KSO_WM_UNIT_ID" val="_1*i*73"/>
  <p:tag name="KSO_WM_UNIT_LAYERLEVEL" val="1"/>
  <p:tag name="KSO_WM_TAG_VERSION" val="3.0"/>
</p:tagLst>
</file>

<file path=ppt/tags/tag3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4"/>
  <p:tag name="KSO_WM_UNIT_ID" val="_1*i*74"/>
  <p:tag name="KSO_WM_UNIT_LAYERLEVEL" val="1"/>
  <p:tag name="KSO_WM_TAG_VERSION" val="3.0"/>
</p:tagLst>
</file>

<file path=ppt/tags/tag3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5"/>
  <p:tag name="KSO_WM_UNIT_ID" val="_1*i*75"/>
  <p:tag name="KSO_WM_UNIT_LAYERLEVEL" val="1"/>
  <p:tag name="KSO_WM_TAG_VERSION" val="3.0"/>
</p:tagLst>
</file>

<file path=ppt/tags/tag3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6"/>
  <p:tag name="KSO_WM_UNIT_ID" val="_1*i*76"/>
  <p:tag name="KSO_WM_UNIT_LAYERLEVEL" val="1"/>
  <p:tag name="KSO_WM_TAG_VERSION" val="3.0"/>
</p:tagLst>
</file>

<file path=ppt/tags/tag3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7"/>
  <p:tag name="KSO_WM_UNIT_ID" val="_1*i*77"/>
  <p:tag name="KSO_WM_UNIT_LAYERLEVEL" val="1"/>
  <p:tag name="KSO_WM_TAG_VERSION" val="3.0"/>
</p:tagLst>
</file>

<file path=ppt/tags/tag3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8"/>
  <p:tag name="KSO_WM_UNIT_ID" val="_1*i*78"/>
  <p:tag name="KSO_WM_UNIT_LAYERLEVEL" val="1"/>
  <p:tag name="KSO_WM_TAG_VERSION" val="3.0"/>
</p:tagLst>
</file>

<file path=ppt/tags/tag3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9"/>
  <p:tag name="KSO_WM_UNIT_ID" val="_1*i*79"/>
  <p:tag name="KSO_WM_UNIT_LAYERLEVEL" val="1"/>
  <p:tag name="KSO_WM_TAG_VERSION" val="3.0"/>
</p:tagLst>
</file>

<file path=ppt/tags/tag3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0"/>
  <p:tag name="KSO_WM_UNIT_ID" val="_1*i*80"/>
  <p:tag name="KSO_WM_UNIT_LAYERLEVEL" val="1"/>
  <p:tag name="KSO_WM_TAG_VERSION" val="3.0"/>
</p:tagLst>
</file>

<file path=ppt/tags/tag3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1"/>
  <p:tag name="KSO_WM_UNIT_ID" val="_1*i*81"/>
  <p:tag name="KSO_WM_UNIT_LAYERLEVEL" val="1"/>
  <p:tag name="KSO_WM_TAG_VERSION" val="3.0"/>
</p:tagLst>
</file>

<file path=ppt/tags/tag3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2"/>
  <p:tag name="KSO_WM_UNIT_ID" val="_1*i*82"/>
  <p:tag name="KSO_WM_UNIT_LAYERLEVEL" val="1"/>
  <p:tag name="KSO_WM_TAG_VERSION" val="3.0"/>
</p:tagLst>
</file>

<file path=ppt/tags/tag3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3"/>
  <p:tag name="KSO_WM_UNIT_ID" val="_1*i*83"/>
  <p:tag name="KSO_WM_UNIT_LAYERLEVEL" val="1"/>
  <p:tag name="KSO_WM_TAG_VERSION" val="3.0"/>
</p:tagLst>
</file>

<file path=ppt/tags/tag3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4"/>
  <p:tag name="KSO_WM_UNIT_ID" val="_1*i*84"/>
  <p:tag name="KSO_WM_UNIT_LAYERLEVEL" val="1"/>
  <p:tag name="KSO_WM_TAG_VERSION" val="3.0"/>
</p:tagLst>
</file>

<file path=ppt/tags/tag3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5"/>
  <p:tag name="KSO_WM_UNIT_ID" val="_1*i*85"/>
  <p:tag name="KSO_WM_UNIT_LAYERLEVEL" val="1"/>
  <p:tag name="KSO_WM_TAG_VERSION" val="3.0"/>
</p:tagLst>
</file>

<file path=ppt/tags/tag3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6"/>
  <p:tag name="KSO_WM_UNIT_ID" val="_1*i*86"/>
  <p:tag name="KSO_WM_UNIT_LAYERLEVEL" val="1"/>
  <p:tag name="KSO_WM_TAG_VERSION" val="3.0"/>
</p:tagLst>
</file>

<file path=ppt/tags/tag367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</p:tagLst>
</file>

<file path=ppt/tags/tag368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369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3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3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UNIT_TYPE" val="i"/>
  <p:tag name="KSO_WM_UNIT_INDEX" val="2"/>
</p:tagLst>
</file>

<file path=ppt/tags/tag3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UNIT_TYPE" val="i"/>
  <p:tag name="KSO_WM_UNIT_INDEX" val="3"/>
</p:tagLst>
</file>

<file path=ppt/tags/tag3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4"/>
  <p:tag name="KSO_WM_UNIT_LAYERLEVEL" val="1"/>
  <p:tag name="KSO_WM_TAG_VERSION" val="3.0"/>
  <p:tag name="KSO_WM_UNIT_TYPE" val="i"/>
  <p:tag name="KSO_WM_UNIT_INDEX" val="4"/>
</p:tagLst>
</file>

<file path=ppt/tags/tag3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5"/>
  <p:tag name="KSO_WM_UNIT_LAYERLEVEL" val="1"/>
  <p:tag name="KSO_WM_TAG_VERSION" val="3.0"/>
  <p:tag name="KSO_WM_UNIT_TYPE" val="i"/>
  <p:tag name="KSO_WM_UNIT_INDEX" val="5"/>
</p:tagLst>
</file>

<file path=ppt/tags/tag3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6"/>
  <p:tag name="KSO_WM_UNIT_LAYERLEVEL" val="1"/>
  <p:tag name="KSO_WM_TAG_VERSION" val="3.0"/>
  <p:tag name="KSO_WM_UNIT_TYPE" val="i"/>
  <p:tag name="KSO_WM_UNIT_INDEX" val="6"/>
</p:tagLst>
</file>

<file path=ppt/tags/tag3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7"/>
  <p:tag name="KSO_WM_UNIT_LAYERLEVEL" val="1"/>
  <p:tag name="KSO_WM_TAG_VERSION" val="3.0"/>
  <p:tag name="KSO_WM_UNIT_TYPE" val="i"/>
  <p:tag name="KSO_WM_UNIT_INDEX" val="7"/>
</p:tagLst>
</file>

<file path=ppt/tags/tag3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8"/>
  <p:tag name="KSO_WM_UNIT_LAYERLEVEL" val="1"/>
  <p:tag name="KSO_WM_TAG_VERSION" val="3.0"/>
  <p:tag name="KSO_WM_UNIT_TYPE" val="i"/>
  <p:tag name="KSO_WM_UNIT_INDEX" val="8"/>
</p:tagLst>
</file>

<file path=ppt/tags/tag3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9"/>
  <p:tag name="KSO_WM_UNIT_LAYERLEVEL" val="1"/>
  <p:tag name="KSO_WM_TAG_VERSION" val="3.0"/>
  <p:tag name="KSO_WM_UNIT_TYPE" val="i"/>
  <p:tag name="KSO_WM_UNIT_INDEX" val="9"/>
</p:tagLst>
</file>

<file path=ppt/tags/tag3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0"/>
  <p:tag name="KSO_WM_UNIT_LAYERLEVEL" val="1"/>
  <p:tag name="KSO_WM_TAG_VERSION" val="3.0"/>
  <p:tag name="KSO_WM_UNIT_TYPE" val="i"/>
  <p:tag name="KSO_WM_UNIT_INDEX" val="10"/>
</p:tagLst>
</file>

<file path=ppt/tags/tag3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1"/>
  <p:tag name="KSO_WM_UNIT_LAYERLEVEL" val="1"/>
  <p:tag name="KSO_WM_TAG_VERSION" val="3.0"/>
  <p:tag name="KSO_WM_UNIT_TYPE" val="i"/>
  <p:tag name="KSO_WM_UNIT_INDEX" val="11"/>
</p:tagLst>
</file>

<file path=ppt/tags/tag3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2"/>
  <p:tag name="KSO_WM_UNIT_LAYERLEVEL" val="1"/>
  <p:tag name="KSO_WM_TAG_VERSION" val="3.0"/>
  <p:tag name="KSO_WM_UNIT_TYPE" val="i"/>
  <p:tag name="KSO_WM_UNIT_INDEX" val="12"/>
</p:tagLst>
</file>

<file path=ppt/tags/tag3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3"/>
  <p:tag name="KSO_WM_UNIT_LAYERLEVEL" val="1"/>
  <p:tag name="KSO_WM_TAG_VERSION" val="3.0"/>
  <p:tag name="KSO_WM_UNIT_TYPE" val="i"/>
  <p:tag name="KSO_WM_UNIT_INDEX" val="13"/>
</p:tagLst>
</file>

<file path=ppt/tags/tag3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4"/>
  <p:tag name="KSO_WM_UNIT_LAYERLEVEL" val="1"/>
  <p:tag name="KSO_WM_TAG_VERSION" val="3.0"/>
  <p:tag name="KSO_WM_UNIT_TYPE" val="i"/>
  <p:tag name="KSO_WM_UNIT_INDEX" val="14"/>
</p:tagLst>
</file>

<file path=ppt/tags/tag3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5"/>
  <p:tag name="KSO_WM_UNIT_LAYERLEVEL" val="1"/>
  <p:tag name="KSO_WM_TAG_VERSION" val="3.0"/>
  <p:tag name="KSO_WM_UNIT_TYPE" val="i"/>
  <p:tag name="KSO_WM_UNIT_INDEX" val="15"/>
</p:tagLst>
</file>

<file path=ppt/tags/tag3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6"/>
  <p:tag name="KSO_WM_UNIT_LAYERLEVEL" val="1"/>
  <p:tag name="KSO_WM_TAG_VERSION" val="3.0"/>
  <p:tag name="KSO_WM_UNIT_TYPE" val="i"/>
  <p:tag name="KSO_WM_UNIT_INDEX" val="16"/>
</p:tagLst>
</file>

<file path=ppt/tags/tag3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7"/>
  <p:tag name="KSO_WM_UNIT_LAYERLEVEL" val="1"/>
  <p:tag name="KSO_WM_TAG_VERSION" val="3.0"/>
  <p:tag name="KSO_WM_UNIT_TYPE" val="i"/>
  <p:tag name="KSO_WM_UNIT_INDEX" val="17"/>
</p:tagLst>
</file>

<file path=ppt/tags/tag3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8"/>
  <p:tag name="KSO_WM_UNIT_LAYERLEVEL" val="1"/>
  <p:tag name="KSO_WM_TAG_VERSION" val="3.0"/>
  <p:tag name="KSO_WM_UNIT_TYPE" val="i"/>
  <p:tag name="KSO_WM_UNIT_INDEX" val="18"/>
</p:tagLst>
</file>

<file path=ppt/tags/tag3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9"/>
  <p:tag name="KSO_WM_UNIT_LAYERLEVEL" val="1"/>
  <p:tag name="KSO_WM_TAG_VERSION" val="3.0"/>
  <p:tag name="KSO_WM_UNIT_TYPE" val="i"/>
  <p:tag name="KSO_WM_UNIT_INDEX" val="19"/>
</p:tagLst>
</file>

<file path=ppt/tags/tag3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0"/>
  <p:tag name="KSO_WM_UNIT_LAYERLEVEL" val="1"/>
  <p:tag name="KSO_WM_TAG_VERSION" val="3.0"/>
  <p:tag name="KSO_WM_UNIT_TYPE" val="i"/>
  <p:tag name="KSO_WM_UNIT_INDEX" val="20"/>
</p:tagLst>
</file>

<file path=ppt/tags/tag3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1"/>
  <p:tag name="KSO_WM_UNIT_LAYERLEVEL" val="1"/>
  <p:tag name="KSO_WM_TAG_VERSION" val="3.0"/>
  <p:tag name="KSO_WM_UNIT_TYPE" val="i"/>
  <p:tag name="KSO_WM_UNIT_INDEX" val="21"/>
</p:tagLst>
</file>

<file path=ppt/tags/tag3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2"/>
  <p:tag name="KSO_WM_UNIT_LAYERLEVEL" val="1"/>
  <p:tag name="KSO_WM_TAG_VERSION" val="3.0"/>
  <p:tag name="KSO_WM_UNIT_TYPE" val="i"/>
  <p:tag name="KSO_WM_UNIT_INDEX" val="22"/>
</p:tagLst>
</file>

<file path=ppt/tags/tag3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3"/>
  <p:tag name="KSO_WM_UNIT_LAYERLEVEL" val="1"/>
  <p:tag name="KSO_WM_TAG_VERSION" val="3.0"/>
  <p:tag name="KSO_WM_UNIT_TYPE" val="i"/>
  <p:tag name="KSO_WM_UNIT_INDEX" val="23"/>
</p:tagLst>
</file>

<file path=ppt/tags/tag3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4"/>
  <p:tag name="KSO_WM_UNIT_LAYERLEVEL" val="1"/>
  <p:tag name="KSO_WM_TAG_VERSION" val="3.0"/>
  <p:tag name="KSO_WM_UNIT_TYPE" val="i"/>
  <p:tag name="KSO_WM_UNIT_INDEX" val="24"/>
</p:tagLst>
</file>

<file path=ppt/tags/tag4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5"/>
  <p:tag name="KSO_WM_UNIT_LAYERLEVEL" val="1"/>
  <p:tag name="KSO_WM_TAG_VERSION" val="3.0"/>
  <p:tag name="KSO_WM_UNIT_TYPE" val="i"/>
  <p:tag name="KSO_WM_UNIT_INDEX" val="25"/>
</p:tagLst>
</file>

<file path=ppt/tags/tag4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6"/>
  <p:tag name="KSO_WM_UNIT_LAYERLEVEL" val="1"/>
  <p:tag name="KSO_WM_TAG_VERSION" val="3.0"/>
  <p:tag name="KSO_WM_UNIT_TYPE" val="i"/>
  <p:tag name="KSO_WM_UNIT_INDEX" val="26"/>
</p:tagLst>
</file>

<file path=ppt/tags/tag4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7"/>
  <p:tag name="KSO_WM_UNIT_LAYERLEVEL" val="1"/>
  <p:tag name="KSO_WM_TAG_VERSION" val="3.0"/>
  <p:tag name="KSO_WM_UNIT_TYPE" val="i"/>
  <p:tag name="KSO_WM_UNIT_INDEX" val="27"/>
</p:tagLst>
</file>

<file path=ppt/tags/tag4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8"/>
  <p:tag name="KSO_WM_UNIT_LAYERLEVEL" val="1"/>
  <p:tag name="KSO_WM_TAG_VERSION" val="3.0"/>
  <p:tag name="KSO_WM_UNIT_TYPE" val="i"/>
  <p:tag name="KSO_WM_UNIT_INDEX" val="28"/>
</p:tagLst>
</file>

<file path=ppt/tags/tag4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9"/>
  <p:tag name="KSO_WM_UNIT_LAYERLEVEL" val="1"/>
  <p:tag name="KSO_WM_TAG_VERSION" val="3.0"/>
  <p:tag name="KSO_WM_UNIT_TYPE" val="i"/>
  <p:tag name="KSO_WM_UNIT_INDEX" val="29"/>
</p:tagLst>
</file>

<file path=ppt/tags/tag4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0"/>
  <p:tag name="KSO_WM_UNIT_LAYERLEVEL" val="1"/>
  <p:tag name="KSO_WM_TAG_VERSION" val="3.0"/>
  <p:tag name="KSO_WM_UNIT_TYPE" val="i"/>
  <p:tag name="KSO_WM_UNIT_INDEX" val="30"/>
</p:tagLst>
</file>

<file path=ppt/tags/tag4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1"/>
  <p:tag name="KSO_WM_UNIT_LAYERLEVEL" val="1"/>
  <p:tag name="KSO_WM_TAG_VERSION" val="3.0"/>
  <p:tag name="KSO_WM_UNIT_TYPE" val="i"/>
  <p:tag name="KSO_WM_UNIT_INDEX" val="31"/>
</p:tagLst>
</file>

<file path=ppt/tags/tag4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2"/>
  <p:tag name="KSO_WM_UNIT_LAYERLEVEL" val="1"/>
  <p:tag name="KSO_WM_TAG_VERSION" val="3.0"/>
  <p:tag name="KSO_WM_UNIT_TYPE" val="i"/>
  <p:tag name="KSO_WM_UNIT_INDEX" val="32"/>
</p:tagLst>
</file>

<file path=ppt/tags/tag4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3"/>
  <p:tag name="KSO_WM_UNIT_LAYERLEVEL" val="1"/>
  <p:tag name="KSO_WM_TAG_VERSION" val="3.0"/>
  <p:tag name="KSO_WM_UNIT_TYPE" val="i"/>
  <p:tag name="KSO_WM_UNIT_INDEX" val="33"/>
</p:tagLst>
</file>

<file path=ppt/tags/tag4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4"/>
  <p:tag name="KSO_WM_UNIT_LAYERLEVEL" val="1"/>
  <p:tag name="KSO_WM_TAG_VERSION" val="3.0"/>
  <p:tag name="KSO_WM_UNIT_TYPE" val="i"/>
  <p:tag name="KSO_WM_UNIT_INDEX" val="34"/>
</p:tagLst>
</file>

<file path=ppt/tags/tag4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5"/>
  <p:tag name="KSO_WM_UNIT_LAYERLEVEL" val="1"/>
  <p:tag name="KSO_WM_TAG_VERSION" val="3.0"/>
  <p:tag name="KSO_WM_UNIT_TYPE" val="i"/>
  <p:tag name="KSO_WM_UNIT_INDEX" val="35"/>
</p:tagLst>
</file>

<file path=ppt/tags/tag4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6"/>
  <p:tag name="KSO_WM_UNIT_LAYERLEVEL" val="1"/>
  <p:tag name="KSO_WM_TAG_VERSION" val="3.0"/>
  <p:tag name="KSO_WM_UNIT_TYPE" val="i"/>
  <p:tag name="KSO_WM_UNIT_INDEX" val="36"/>
</p:tagLst>
</file>

<file path=ppt/tags/tag4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7"/>
  <p:tag name="KSO_WM_UNIT_LAYERLEVEL" val="1"/>
  <p:tag name="KSO_WM_TAG_VERSION" val="3.0"/>
  <p:tag name="KSO_WM_UNIT_TYPE" val="i"/>
  <p:tag name="KSO_WM_UNIT_INDEX" val="37"/>
</p:tagLst>
</file>

<file path=ppt/tags/tag4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8"/>
  <p:tag name="KSO_WM_UNIT_LAYERLEVEL" val="1"/>
  <p:tag name="KSO_WM_TAG_VERSION" val="3.0"/>
  <p:tag name="KSO_WM_UNIT_TYPE" val="i"/>
  <p:tag name="KSO_WM_UNIT_INDEX" val="38"/>
</p:tagLst>
</file>

<file path=ppt/tags/tag4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9"/>
  <p:tag name="KSO_WM_UNIT_LAYERLEVEL" val="1"/>
  <p:tag name="KSO_WM_TAG_VERSION" val="3.0"/>
  <p:tag name="KSO_WM_UNIT_TYPE" val="i"/>
  <p:tag name="KSO_WM_UNIT_INDEX" val="39"/>
</p:tagLst>
</file>

<file path=ppt/tags/tag4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40"/>
  <p:tag name="KSO_WM_UNIT_LAYERLEVEL" val="1"/>
  <p:tag name="KSO_WM_TAG_VERSION" val="3.0"/>
  <p:tag name="KSO_WM_UNIT_TYPE" val="i"/>
  <p:tag name="KSO_WM_UNIT_INDEX" val="40"/>
</p:tagLst>
</file>

<file path=ppt/tags/tag4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41"/>
  <p:tag name="KSO_WM_UNIT_LAYERLEVEL" val="1"/>
  <p:tag name="KSO_WM_TAG_VERSION" val="3.0"/>
  <p:tag name="KSO_WM_UNIT_TYPE" val="i"/>
  <p:tag name="KSO_WM_UNIT_INDEX" val="41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4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4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4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4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UNIT_TYPE" val="i"/>
  <p:tag name="KSO_WM_UNIT_INDEX" val="5"/>
</p:tagLst>
</file>

<file path=ppt/tags/tag4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UNIT_TYPE" val="i"/>
  <p:tag name="KSO_WM_UNIT_INDEX" val="6"/>
</p:tagLst>
</file>

<file path=ppt/tags/tag4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UNIT_TYPE" val="i"/>
  <p:tag name="KSO_WM_UNIT_INDEX" val="7"/>
</p:tagLst>
</file>

<file path=ppt/tags/tag4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UNIT_TYPE" val="i"/>
  <p:tag name="KSO_WM_UNIT_INDEX" val="8"/>
</p:tagLst>
</file>

<file path=ppt/tags/tag4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UNIT_TYPE" val="i"/>
  <p:tag name="KSO_WM_UNIT_INDEX" val="9"/>
</p:tagLst>
</file>

<file path=ppt/tags/tag4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UNIT_TYPE" val="i"/>
  <p:tag name="KSO_WM_UNIT_INDEX" val="10"/>
</p:tagLst>
</file>

<file path=ppt/tags/tag4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UNIT_TYPE" val="i"/>
  <p:tag name="KSO_WM_UNIT_INDEX" val="11"/>
</p:tagLst>
</file>

<file path=ppt/tags/tag4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UNIT_TYPE" val="i"/>
  <p:tag name="KSO_WM_UNIT_INDEX" val="12"/>
</p:tagLst>
</file>

<file path=ppt/tags/tag4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UNIT_TYPE" val="i"/>
  <p:tag name="KSO_WM_UNIT_INDEX" val="13"/>
</p:tagLst>
</file>

<file path=ppt/tags/tag4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3.0"/>
  <p:tag name="KSO_WM_UNIT_TYPE" val="i"/>
  <p:tag name="KSO_WM_UNIT_INDEX" val="14"/>
</p:tagLst>
</file>

<file path=ppt/tags/tag4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3.0"/>
  <p:tag name="KSO_WM_UNIT_TYPE" val="i"/>
  <p:tag name="KSO_WM_UNIT_INDEX" val="15"/>
</p:tagLst>
</file>

<file path=ppt/tags/tag4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3.0"/>
  <p:tag name="KSO_WM_UNIT_TYPE" val="i"/>
  <p:tag name="KSO_WM_UNIT_INDEX" val="16"/>
</p:tagLst>
</file>

<file path=ppt/tags/tag4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3.0"/>
  <p:tag name="KSO_WM_UNIT_TYPE" val="i"/>
  <p:tag name="KSO_WM_UNIT_INDEX" val="17"/>
</p:tagLst>
</file>

<file path=ppt/tags/tag4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3.0"/>
  <p:tag name="KSO_WM_UNIT_TYPE" val="i"/>
  <p:tag name="KSO_WM_UNIT_INDEX" val="18"/>
</p:tagLst>
</file>

<file path=ppt/tags/tag4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3.0"/>
  <p:tag name="KSO_WM_UNIT_TYPE" val="i"/>
  <p:tag name="KSO_WM_UNIT_INDEX" val="19"/>
</p:tagLst>
</file>

<file path=ppt/tags/tag4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3.0"/>
  <p:tag name="KSO_WM_UNIT_TYPE" val="i"/>
  <p:tag name="KSO_WM_UNIT_INDEX" val="20"/>
</p:tagLst>
</file>

<file path=ppt/tags/tag4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3.0"/>
  <p:tag name="KSO_WM_UNIT_TYPE" val="i"/>
  <p:tag name="KSO_WM_UNIT_INDEX" val="21"/>
</p:tagLst>
</file>

<file path=ppt/tags/tag4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3.0"/>
  <p:tag name="KSO_WM_UNIT_TYPE" val="i"/>
  <p:tag name="KSO_WM_UNIT_INDEX" val="22"/>
</p:tagLst>
</file>

<file path=ppt/tags/tag4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3.0"/>
  <p:tag name="KSO_WM_UNIT_TYPE" val="i"/>
  <p:tag name="KSO_WM_UNIT_INDEX" val="23"/>
</p:tagLst>
</file>

<file path=ppt/tags/tag4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3.0"/>
  <p:tag name="KSO_WM_UNIT_TYPE" val="i"/>
  <p:tag name="KSO_WM_UNIT_INDEX" val="24"/>
</p:tagLst>
</file>

<file path=ppt/tags/tag4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3.0"/>
  <p:tag name="KSO_WM_UNIT_TYPE" val="i"/>
  <p:tag name="KSO_WM_UNIT_INDEX" val="25"/>
</p:tagLst>
</file>

<file path=ppt/tags/tag4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3.0"/>
  <p:tag name="KSO_WM_UNIT_TYPE" val="i"/>
  <p:tag name="KSO_WM_UNIT_INDEX" val="26"/>
</p:tagLst>
</file>

<file path=ppt/tags/tag4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3.0"/>
  <p:tag name="KSO_WM_UNIT_TYPE" val="i"/>
  <p:tag name="KSO_WM_UNIT_INDEX" val="27"/>
</p:tagLst>
</file>

<file path=ppt/tags/tag4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3.0"/>
  <p:tag name="KSO_WM_UNIT_TYPE" val="i"/>
  <p:tag name="KSO_WM_UNIT_INDEX" val="28"/>
</p:tagLst>
</file>

<file path=ppt/tags/tag4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9"/>
  <p:tag name="KSO_WM_UNIT_LAYERLEVEL" val="1"/>
  <p:tag name="KSO_WM_TAG_VERSION" val="3.0"/>
  <p:tag name="KSO_WM_UNIT_TYPE" val="i"/>
  <p:tag name="KSO_WM_UNIT_INDEX" val="29"/>
</p:tagLst>
</file>

<file path=ppt/tags/tag4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0"/>
  <p:tag name="KSO_WM_UNIT_LAYERLEVEL" val="1"/>
  <p:tag name="KSO_WM_TAG_VERSION" val="3.0"/>
  <p:tag name="KSO_WM_UNIT_TYPE" val="i"/>
  <p:tag name="KSO_WM_UNIT_INDEX" val="30"/>
</p:tagLst>
</file>

<file path=ppt/tags/tag4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1"/>
  <p:tag name="KSO_WM_UNIT_LAYERLEVEL" val="1"/>
  <p:tag name="KSO_WM_TAG_VERSION" val="3.0"/>
  <p:tag name="KSO_WM_UNIT_TYPE" val="i"/>
  <p:tag name="KSO_WM_UNIT_INDEX" val="31"/>
</p:tagLst>
</file>

<file path=ppt/tags/tag4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2"/>
  <p:tag name="KSO_WM_UNIT_LAYERLEVEL" val="1"/>
  <p:tag name="KSO_WM_TAG_VERSION" val="3.0"/>
  <p:tag name="KSO_WM_UNIT_TYPE" val="i"/>
  <p:tag name="KSO_WM_UNIT_INDEX" val="32"/>
</p:tagLst>
</file>

<file path=ppt/tags/tag4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3"/>
  <p:tag name="KSO_WM_UNIT_LAYERLEVEL" val="1"/>
  <p:tag name="KSO_WM_TAG_VERSION" val="3.0"/>
  <p:tag name="KSO_WM_UNIT_TYPE" val="i"/>
  <p:tag name="KSO_WM_UNIT_INDEX" val="33"/>
</p:tagLst>
</file>

<file path=ppt/tags/tag4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4"/>
  <p:tag name="KSO_WM_UNIT_LAYERLEVEL" val="1"/>
  <p:tag name="KSO_WM_TAG_VERSION" val="3.0"/>
  <p:tag name="KSO_WM_UNIT_TYPE" val="i"/>
  <p:tag name="KSO_WM_UNIT_INDEX" val="34"/>
</p:tagLst>
</file>

<file path=ppt/tags/tag4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5"/>
  <p:tag name="KSO_WM_UNIT_LAYERLEVEL" val="1"/>
  <p:tag name="KSO_WM_TAG_VERSION" val="3.0"/>
  <p:tag name="KSO_WM_UNIT_TYPE" val="i"/>
  <p:tag name="KSO_WM_UNIT_INDEX" val="35"/>
</p:tagLst>
</file>

<file path=ppt/tags/tag4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6"/>
  <p:tag name="KSO_WM_UNIT_LAYERLEVEL" val="1"/>
  <p:tag name="KSO_WM_TAG_VERSION" val="3.0"/>
  <p:tag name="KSO_WM_UNIT_TYPE" val="i"/>
  <p:tag name="KSO_WM_UNIT_INDEX" val="36"/>
</p:tagLst>
</file>

<file path=ppt/tags/tag4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7"/>
  <p:tag name="KSO_WM_UNIT_LAYERLEVEL" val="1"/>
  <p:tag name="KSO_WM_TAG_VERSION" val="3.0"/>
  <p:tag name="KSO_WM_UNIT_TYPE" val="i"/>
  <p:tag name="KSO_WM_UNIT_INDEX" val="37"/>
</p:tagLst>
</file>

<file path=ppt/tags/tag4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8"/>
  <p:tag name="KSO_WM_UNIT_LAYERLEVEL" val="1"/>
  <p:tag name="KSO_WM_TAG_VERSION" val="3.0"/>
  <p:tag name="KSO_WM_UNIT_TYPE" val="i"/>
  <p:tag name="KSO_WM_UNIT_INDEX" val="38"/>
</p:tagLst>
</file>

<file path=ppt/tags/tag4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9"/>
  <p:tag name="KSO_WM_UNIT_LAYERLEVEL" val="1"/>
  <p:tag name="KSO_WM_TAG_VERSION" val="3.0"/>
  <p:tag name="KSO_WM_UNIT_TYPE" val="i"/>
  <p:tag name="KSO_WM_UNIT_INDEX" val="39"/>
</p:tagLst>
</file>

<file path=ppt/tags/tag4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0"/>
  <p:tag name="KSO_WM_UNIT_LAYERLEVEL" val="1"/>
  <p:tag name="KSO_WM_TAG_VERSION" val="3.0"/>
  <p:tag name="KSO_WM_UNIT_TYPE" val="i"/>
  <p:tag name="KSO_WM_UNIT_INDEX" val="40"/>
</p:tagLst>
</file>

<file path=ppt/tags/tag4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1"/>
  <p:tag name="KSO_WM_UNIT_LAYERLEVEL" val="1"/>
  <p:tag name="KSO_WM_TAG_VERSION" val="3.0"/>
  <p:tag name="KSO_WM_UNIT_TYPE" val="i"/>
  <p:tag name="KSO_WM_UNIT_INDEX" val="41"/>
</p:tagLst>
</file>

<file path=ppt/tags/tag4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2"/>
  <p:tag name="KSO_WM_UNIT_LAYERLEVEL" val="1"/>
  <p:tag name="KSO_WM_TAG_VERSION" val="3.0"/>
  <p:tag name="KSO_WM_UNIT_TYPE" val="i"/>
  <p:tag name="KSO_WM_UNIT_INDEX" val="42"/>
</p:tagLst>
</file>

<file path=ppt/tags/tag4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4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4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4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UNIT_TYPE" val="i"/>
  <p:tag name="KSO_WM_UNIT_INDEX" val="6"/>
</p:tagLst>
</file>

<file path=ppt/tags/tag4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UNIT_TYPE" val="i"/>
  <p:tag name="KSO_WM_UNIT_INDEX" val="7"/>
</p:tagLst>
</file>

<file path=ppt/tags/tag4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UNIT_TYPE" val="i"/>
  <p:tag name="KSO_WM_UNIT_INDEX" val="8"/>
</p:tagLst>
</file>

<file path=ppt/tags/tag4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UNIT_TYPE" val="i"/>
  <p:tag name="KSO_WM_UNIT_INDEX" val="9"/>
</p:tagLst>
</file>

<file path=ppt/tags/tag4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UNIT_TYPE" val="i"/>
  <p:tag name="KSO_WM_UNIT_INDEX" val="10"/>
</p:tagLst>
</file>

<file path=ppt/tags/tag4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UNIT_TYPE" val="i"/>
  <p:tag name="KSO_WM_UNIT_INDEX" val="11"/>
</p:tagLst>
</file>

<file path=ppt/tags/tag4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UNIT_TYPE" val="i"/>
  <p:tag name="KSO_WM_UNIT_INDEX" val="12"/>
</p:tagLst>
</file>

<file path=ppt/tags/tag4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UNIT_TYPE" val="i"/>
  <p:tag name="KSO_WM_UNIT_INDEX" val="13"/>
</p:tagLst>
</file>

<file path=ppt/tags/tag4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3.0"/>
  <p:tag name="KSO_WM_UNIT_TYPE" val="i"/>
  <p:tag name="KSO_WM_UNIT_INDEX" val="14"/>
</p:tagLst>
</file>

<file path=ppt/tags/tag4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3.0"/>
  <p:tag name="KSO_WM_UNIT_TYPE" val="i"/>
  <p:tag name="KSO_WM_UNIT_INDEX" val="15"/>
</p:tagLst>
</file>

<file path=ppt/tags/tag4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3.0"/>
  <p:tag name="KSO_WM_UNIT_TYPE" val="i"/>
  <p:tag name="KSO_WM_UNIT_INDEX" val="16"/>
</p:tagLst>
</file>

<file path=ppt/tags/tag4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3.0"/>
  <p:tag name="KSO_WM_UNIT_TYPE" val="i"/>
  <p:tag name="KSO_WM_UNIT_INDEX" val="17"/>
</p:tagLst>
</file>

<file path=ppt/tags/tag4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3.0"/>
  <p:tag name="KSO_WM_UNIT_TYPE" val="i"/>
  <p:tag name="KSO_WM_UNIT_INDEX" val="18"/>
</p:tagLst>
</file>

<file path=ppt/tags/tag4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3.0"/>
  <p:tag name="KSO_WM_UNIT_TYPE" val="i"/>
  <p:tag name="KSO_WM_UNIT_INDEX" val="19"/>
</p:tagLst>
</file>

<file path=ppt/tags/tag4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3.0"/>
  <p:tag name="KSO_WM_UNIT_TYPE" val="i"/>
  <p:tag name="KSO_WM_UNIT_INDEX" val="20"/>
</p:tagLst>
</file>

<file path=ppt/tags/tag4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3.0"/>
  <p:tag name="KSO_WM_UNIT_TYPE" val="i"/>
  <p:tag name="KSO_WM_UNIT_INDEX" val="21"/>
</p:tagLst>
</file>

<file path=ppt/tags/tag4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3.0"/>
  <p:tag name="KSO_WM_UNIT_TYPE" val="i"/>
  <p:tag name="KSO_WM_UNIT_INDEX" val="22"/>
</p:tagLst>
</file>

<file path=ppt/tags/tag4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3.0"/>
  <p:tag name="KSO_WM_UNIT_TYPE" val="i"/>
  <p:tag name="KSO_WM_UNIT_INDEX" val="23"/>
</p:tagLst>
</file>

<file path=ppt/tags/tag4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3.0"/>
  <p:tag name="KSO_WM_UNIT_TYPE" val="i"/>
  <p:tag name="KSO_WM_UNIT_INDEX" val="24"/>
</p:tagLst>
</file>

<file path=ppt/tags/tag4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3.0"/>
  <p:tag name="KSO_WM_UNIT_TYPE" val="i"/>
  <p:tag name="KSO_WM_UNIT_INDEX" val="25"/>
</p:tagLst>
</file>

<file path=ppt/tags/tag4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3.0"/>
  <p:tag name="KSO_WM_UNIT_TYPE" val="i"/>
  <p:tag name="KSO_WM_UNIT_INDEX" val="26"/>
</p:tagLst>
</file>

<file path=ppt/tags/tag4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3.0"/>
  <p:tag name="KSO_WM_UNIT_TYPE" val="i"/>
  <p:tag name="KSO_WM_UNIT_INDEX" val="27"/>
</p:tagLst>
</file>

<file path=ppt/tags/tag4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3.0"/>
  <p:tag name="KSO_WM_UNIT_TYPE" val="i"/>
  <p:tag name="KSO_WM_UNIT_INDEX" val="28"/>
</p:tagLst>
</file>

<file path=ppt/tags/tag4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9"/>
  <p:tag name="KSO_WM_UNIT_LAYERLEVEL" val="1"/>
  <p:tag name="KSO_WM_TAG_VERSION" val="3.0"/>
  <p:tag name="KSO_WM_UNIT_TYPE" val="i"/>
  <p:tag name="KSO_WM_UNIT_INDEX" val="29"/>
</p:tagLst>
</file>

<file path=ppt/tags/tag4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0"/>
  <p:tag name="KSO_WM_UNIT_LAYERLEVEL" val="1"/>
  <p:tag name="KSO_WM_TAG_VERSION" val="3.0"/>
  <p:tag name="KSO_WM_UNIT_TYPE" val="i"/>
  <p:tag name="KSO_WM_UNIT_INDEX" val="30"/>
</p:tagLst>
</file>

<file path=ppt/tags/tag4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1"/>
  <p:tag name="KSO_WM_UNIT_LAYERLEVEL" val="1"/>
  <p:tag name="KSO_WM_TAG_VERSION" val="3.0"/>
  <p:tag name="KSO_WM_UNIT_TYPE" val="i"/>
  <p:tag name="KSO_WM_UNIT_INDEX" val="31"/>
</p:tagLst>
</file>

<file path=ppt/tags/tag4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2"/>
  <p:tag name="KSO_WM_UNIT_LAYERLEVEL" val="1"/>
  <p:tag name="KSO_WM_TAG_VERSION" val="3.0"/>
  <p:tag name="KSO_WM_UNIT_TYPE" val="i"/>
  <p:tag name="KSO_WM_UNIT_INDEX" val="32"/>
</p:tagLst>
</file>

<file path=ppt/tags/tag4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3"/>
  <p:tag name="KSO_WM_UNIT_LAYERLEVEL" val="1"/>
  <p:tag name="KSO_WM_TAG_VERSION" val="3.0"/>
  <p:tag name="KSO_WM_UNIT_TYPE" val="i"/>
  <p:tag name="KSO_WM_UNIT_INDEX" val="33"/>
</p:tagLst>
</file>

<file path=ppt/tags/tag4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4"/>
  <p:tag name="KSO_WM_UNIT_LAYERLEVEL" val="1"/>
  <p:tag name="KSO_WM_TAG_VERSION" val="3.0"/>
  <p:tag name="KSO_WM_UNIT_TYPE" val="i"/>
  <p:tag name="KSO_WM_UNIT_INDEX" val="34"/>
</p:tagLst>
</file>

<file path=ppt/tags/tag4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5"/>
  <p:tag name="KSO_WM_UNIT_LAYERLEVEL" val="1"/>
  <p:tag name="KSO_WM_TAG_VERSION" val="3.0"/>
  <p:tag name="KSO_WM_UNIT_TYPE" val="i"/>
  <p:tag name="KSO_WM_UNIT_INDEX" val="35"/>
</p:tagLst>
</file>

<file path=ppt/tags/tag5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6"/>
  <p:tag name="KSO_WM_UNIT_LAYERLEVEL" val="1"/>
  <p:tag name="KSO_WM_TAG_VERSION" val="3.0"/>
  <p:tag name="KSO_WM_UNIT_TYPE" val="i"/>
  <p:tag name="KSO_WM_UNIT_INDEX" val="36"/>
</p:tagLst>
</file>

<file path=ppt/tags/tag5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7"/>
  <p:tag name="KSO_WM_UNIT_LAYERLEVEL" val="1"/>
  <p:tag name="KSO_WM_TAG_VERSION" val="3.0"/>
  <p:tag name="KSO_WM_UNIT_TYPE" val="i"/>
  <p:tag name="KSO_WM_UNIT_INDEX" val="37"/>
</p:tagLst>
</file>

<file path=ppt/tags/tag5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8"/>
  <p:tag name="KSO_WM_UNIT_LAYERLEVEL" val="1"/>
  <p:tag name="KSO_WM_TAG_VERSION" val="3.0"/>
  <p:tag name="KSO_WM_UNIT_TYPE" val="i"/>
  <p:tag name="KSO_WM_UNIT_INDEX" val="38"/>
</p:tagLst>
</file>

<file path=ppt/tags/tag5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9"/>
  <p:tag name="KSO_WM_UNIT_LAYERLEVEL" val="1"/>
  <p:tag name="KSO_WM_TAG_VERSION" val="3.0"/>
  <p:tag name="KSO_WM_UNIT_TYPE" val="i"/>
  <p:tag name="KSO_WM_UNIT_INDEX" val="39"/>
</p:tagLst>
</file>

<file path=ppt/tags/tag5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0"/>
  <p:tag name="KSO_WM_UNIT_LAYERLEVEL" val="1"/>
  <p:tag name="KSO_WM_TAG_VERSION" val="3.0"/>
  <p:tag name="KSO_WM_UNIT_TYPE" val="i"/>
  <p:tag name="KSO_WM_UNIT_INDEX" val="40"/>
</p:tagLst>
</file>

<file path=ppt/tags/tag5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1"/>
  <p:tag name="KSO_WM_UNIT_LAYERLEVEL" val="1"/>
  <p:tag name="KSO_WM_TAG_VERSION" val="3.0"/>
  <p:tag name="KSO_WM_UNIT_TYPE" val="i"/>
  <p:tag name="KSO_WM_UNIT_INDEX" val="41"/>
</p:tagLst>
</file>

<file path=ppt/tags/tag5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2"/>
  <p:tag name="KSO_WM_UNIT_LAYERLEVEL" val="1"/>
  <p:tag name="KSO_WM_TAG_VERSION" val="3.0"/>
  <p:tag name="KSO_WM_UNIT_TYPE" val="i"/>
  <p:tag name="KSO_WM_UNIT_INDEX" val="42"/>
</p:tagLst>
</file>

<file path=ppt/tags/tag5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3"/>
  <p:tag name="KSO_WM_UNIT_LAYERLEVEL" val="1"/>
  <p:tag name="KSO_WM_TAG_VERSION" val="3.0"/>
  <p:tag name="KSO_WM_UNIT_TYPE" val="i"/>
  <p:tag name="KSO_WM_UNIT_INDEX" val="43"/>
</p:tagLst>
</file>

<file path=ppt/tags/tag5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4"/>
  <p:tag name="KSO_WM_UNIT_LAYERLEVEL" val="1"/>
  <p:tag name="KSO_WM_TAG_VERSION" val="3.0"/>
  <p:tag name="KSO_WM_UNIT_TYPE" val="i"/>
  <p:tag name="KSO_WM_UNIT_INDEX" val="44"/>
</p:tagLst>
</file>

<file path=ppt/tags/tag5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5"/>
  <p:tag name="KSO_WM_UNIT_LAYERLEVEL" val="1"/>
  <p:tag name="KSO_WM_TAG_VERSION" val="3.0"/>
  <p:tag name="KSO_WM_UNIT_TYPE" val="i"/>
  <p:tag name="KSO_WM_UNIT_INDEX" val="45"/>
</p:tagLst>
</file>

<file path=ppt/tags/tag5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6"/>
  <p:tag name="KSO_WM_UNIT_LAYERLEVEL" val="1"/>
  <p:tag name="KSO_WM_TAG_VERSION" val="3.0"/>
  <p:tag name="KSO_WM_UNIT_TYPE" val="i"/>
  <p:tag name="KSO_WM_UNIT_INDEX" val="46"/>
</p:tagLst>
</file>

<file path=ppt/tags/tag5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7"/>
  <p:tag name="KSO_WM_UNIT_LAYERLEVEL" val="1"/>
  <p:tag name="KSO_WM_TAG_VERSION" val="3.0"/>
  <p:tag name="KSO_WM_UNIT_TYPE" val="i"/>
  <p:tag name="KSO_WM_UNIT_INDEX" val="47"/>
</p:tagLst>
</file>

<file path=ppt/tags/tag5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8"/>
  <p:tag name="KSO_WM_UNIT_LAYERLEVEL" val="1"/>
  <p:tag name="KSO_WM_TAG_VERSION" val="3.0"/>
  <p:tag name="KSO_WM_UNIT_TYPE" val="i"/>
  <p:tag name="KSO_WM_UNIT_INDEX" val="48"/>
</p:tagLst>
</file>

<file path=ppt/tags/tag5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9"/>
  <p:tag name="KSO_WM_UNIT_LAYERLEVEL" val="1"/>
  <p:tag name="KSO_WM_TAG_VERSION" val="3.0"/>
  <p:tag name="KSO_WM_UNIT_TYPE" val="i"/>
  <p:tag name="KSO_WM_UNIT_INDEX" val="49"/>
</p:tagLst>
</file>

<file path=ppt/tags/tag5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0"/>
  <p:tag name="KSO_WM_UNIT_LAYERLEVEL" val="1"/>
  <p:tag name="KSO_WM_TAG_VERSION" val="3.0"/>
  <p:tag name="KSO_WM_UNIT_TYPE" val="i"/>
  <p:tag name="KSO_WM_UNIT_INDEX" val="50"/>
</p:tagLst>
</file>

<file path=ppt/tags/tag5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1"/>
  <p:tag name="KSO_WM_UNIT_LAYERLEVEL" val="1"/>
  <p:tag name="KSO_WM_TAG_VERSION" val="3.0"/>
  <p:tag name="KSO_WM_UNIT_TYPE" val="i"/>
  <p:tag name="KSO_WM_UNIT_INDEX" val="51"/>
</p:tagLst>
</file>

<file path=ppt/tags/tag5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2"/>
  <p:tag name="KSO_WM_UNIT_LAYERLEVEL" val="1"/>
  <p:tag name="KSO_WM_TAG_VERSION" val="3.0"/>
  <p:tag name="KSO_WM_UNIT_TYPE" val="i"/>
  <p:tag name="KSO_WM_UNIT_INDEX" val="52"/>
</p:tagLst>
</file>

<file path=ppt/tags/tag5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3"/>
  <p:tag name="KSO_WM_UNIT_LAYERLEVEL" val="1"/>
  <p:tag name="KSO_WM_TAG_VERSION" val="3.0"/>
  <p:tag name="KSO_WM_UNIT_TYPE" val="i"/>
  <p:tag name="KSO_WM_UNIT_INDEX" val="53"/>
</p:tagLst>
</file>

<file path=ppt/tags/tag5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4"/>
  <p:tag name="KSO_WM_UNIT_LAYERLEVEL" val="1"/>
  <p:tag name="KSO_WM_TAG_VERSION" val="3.0"/>
  <p:tag name="KSO_WM_UNIT_TYPE" val="i"/>
  <p:tag name="KSO_WM_UNIT_INDEX" val="54"/>
</p:tagLst>
</file>

<file path=ppt/tags/tag5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5"/>
  <p:tag name="KSO_WM_UNIT_LAYERLEVEL" val="1"/>
  <p:tag name="KSO_WM_TAG_VERSION" val="3.0"/>
  <p:tag name="KSO_WM_UNIT_TYPE" val="i"/>
  <p:tag name="KSO_WM_UNIT_INDEX" val="55"/>
</p:tagLst>
</file>

<file path=ppt/tags/tag5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6"/>
  <p:tag name="KSO_WM_UNIT_LAYERLEVEL" val="1"/>
  <p:tag name="KSO_WM_TAG_VERSION" val="3.0"/>
  <p:tag name="KSO_WM_UNIT_TYPE" val="i"/>
  <p:tag name="KSO_WM_UNIT_INDEX" val="56"/>
</p:tagLst>
</file>

<file path=ppt/tags/tag5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7"/>
  <p:tag name="KSO_WM_UNIT_LAYERLEVEL" val="1"/>
  <p:tag name="KSO_WM_TAG_VERSION" val="3.0"/>
  <p:tag name="KSO_WM_UNIT_TYPE" val="i"/>
  <p:tag name="KSO_WM_UNIT_INDEX" val="57"/>
</p:tagLst>
</file>

<file path=ppt/tags/tag5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8"/>
  <p:tag name="KSO_WM_UNIT_LAYERLEVEL" val="1"/>
  <p:tag name="KSO_WM_TAG_VERSION" val="3.0"/>
  <p:tag name="KSO_WM_UNIT_TYPE" val="i"/>
  <p:tag name="KSO_WM_UNIT_INDEX" val="58"/>
</p:tagLst>
</file>

<file path=ppt/tags/tag5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9"/>
  <p:tag name="KSO_WM_UNIT_LAYERLEVEL" val="1"/>
  <p:tag name="KSO_WM_TAG_VERSION" val="3.0"/>
  <p:tag name="KSO_WM_UNIT_TYPE" val="i"/>
  <p:tag name="KSO_WM_UNIT_INDEX" val="59"/>
</p:tagLst>
</file>

<file path=ppt/tags/tag5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0"/>
  <p:tag name="KSO_WM_UNIT_LAYERLEVEL" val="1"/>
  <p:tag name="KSO_WM_TAG_VERSION" val="3.0"/>
  <p:tag name="KSO_WM_UNIT_TYPE" val="i"/>
  <p:tag name="KSO_WM_UNIT_INDEX" val="60"/>
</p:tagLst>
</file>

<file path=ppt/tags/tag5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1"/>
  <p:tag name="KSO_WM_UNIT_LAYERLEVEL" val="1"/>
  <p:tag name="KSO_WM_TAG_VERSION" val="3.0"/>
  <p:tag name="KSO_WM_UNIT_TYPE" val="i"/>
  <p:tag name="KSO_WM_UNIT_INDEX" val="61"/>
</p:tagLst>
</file>

<file path=ppt/tags/tag5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2"/>
  <p:tag name="KSO_WM_UNIT_LAYERLEVEL" val="1"/>
  <p:tag name="KSO_WM_TAG_VERSION" val="3.0"/>
  <p:tag name="KSO_WM_UNIT_TYPE" val="i"/>
  <p:tag name="KSO_WM_UNIT_INDEX" val="62"/>
</p:tagLst>
</file>

<file path=ppt/tags/tag5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3"/>
  <p:tag name="KSO_WM_UNIT_LAYERLEVEL" val="1"/>
  <p:tag name="KSO_WM_TAG_VERSION" val="3.0"/>
  <p:tag name="KSO_WM_UNIT_TYPE" val="i"/>
  <p:tag name="KSO_WM_UNIT_INDEX" val="63"/>
</p:tagLst>
</file>

<file path=ppt/tags/tag5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4"/>
  <p:tag name="KSO_WM_UNIT_LAYERLEVEL" val="1"/>
  <p:tag name="KSO_WM_TAG_VERSION" val="3.0"/>
  <p:tag name="KSO_WM_UNIT_TYPE" val="i"/>
  <p:tag name="KSO_WM_UNIT_INDEX" val="64"/>
</p:tagLst>
</file>

<file path=ppt/tags/tag5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5"/>
  <p:tag name="KSO_WM_UNIT_LAYERLEVEL" val="1"/>
  <p:tag name="KSO_WM_TAG_VERSION" val="3.0"/>
  <p:tag name="KSO_WM_UNIT_TYPE" val="i"/>
  <p:tag name="KSO_WM_UNIT_INDEX" val="65"/>
</p:tagLst>
</file>

<file path=ppt/tags/tag5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6"/>
  <p:tag name="KSO_WM_UNIT_LAYERLEVEL" val="1"/>
  <p:tag name="KSO_WM_TAG_VERSION" val="3.0"/>
  <p:tag name="KSO_WM_UNIT_TYPE" val="i"/>
  <p:tag name="KSO_WM_UNIT_INDEX" val="66"/>
</p:tagLst>
</file>

<file path=ppt/tags/tag5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7"/>
  <p:tag name="KSO_WM_UNIT_LAYERLEVEL" val="1"/>
  <p:tag name="KSO_WM_TAG_VERSION" val="3.0"/>
  <p:tag name="KSO_WM_UNIT_TYPE" val="i"/>
  <p:tag name="KSO_WM_UNIT_INDEX" val="67"/>
</p:tagLst>
</file>

<file path=ppt/tags/tag5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8"/>
  <p:tag name="KSO_WM_UNIT_LAYERLEVEL" val="1"/>
  <p:tag name="KSO_WM_TAG_VERSION" val="3.0"/>
  <p:tag name="KSO_WM_UNIT_TYPE" val="i"/>
  <p:tag name="KSO_WM_UNIT_INDEX" val="68"/>
</p:tagLst>
</file>

<file path=ppt/tags/tag5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9"/>
  <p:tag name="KSO_WM_UNIT_LAYERLEVEL" val="1"/>
  <p:tag name="KSO_WM_TAG_VERSION" val="3.0"/>
  <p:tag name="KSO_WM_UNIT_TYPE" val="i"/>
  <p:tag name="KSO_WM_UNIT_INDEX" val="69"/>
</p:tagLst>
</file>

<file path=ppt/tags/tag5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0"/>
  <p:tag name="KSO_WM_UNIT_LAYERLEVEL" val="1"/>
  <p:tag name="KSO_WM_TAG_VERSION" val="3.0"/>
  <p:tag name="KSO_WM_UNIT_TYPE" val="i"/>
  <p:tag name="KSO_WM_UNIT_INDEX" val="70"/>
</p:tagLst>
</file>

<file path=ppt/tags/tag5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1"/>
  <p:tag name="KSO_WM_UNIT_LAYERLEVEL" val="1"/>
  <p:tag name="KSO_WM_TAG_VERSION" val="3.0"/>
  <p:tag name="KSO_WM_UNIT_TYPE" val="i"/>
  <p:tag name="KSO_WM_UNIT_INDEX" val="71"/>
</p:tagLst>
</file>

<file path=ppt/tags/tag5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2"/>
  <p:tag name="KSO_WM_UNIT_LAYERLEVEL" val="1"/>
  <p:tag name="KSO_WM_TAG_VERSION" val="3.0"/>
  <p:tag name="KSO_WM_UNIT_TYPE" val="i"/>
  <p:tag name="KSO_WM_UNIT_INDEX" val="72"/>
</p:tagLst>
</file>

<file path=ppt/tags/tag5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3"/>
  <p:tag name="KSO_WM_UNIT_LAYERLEVEL" val="1"/>
  <p:tag name="KSO_WM_TAG_VERSION" val="3.0"/>
  <p:tag name="KSO_WM_UNIT_TYPE" val="i"/>
  <p:tag name="KSO_WM_UNIT_INDEX" val="73"/>
</p:tagLst>
</file>

<file path=ppt/tags/tag5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4"/>
  <p:tag name="KSO_WM_UNIT_LAYERLEVEL" val="1"/>
  <p:tag name="KSO_WM_TAG_VERSION" val="3.0"/>
  <p:tag name="KSO_WM_UNIT_TYPE" val="i"/>
  <p:tag name="KSO_WM_UNIT_INDEX" val="74"/>
</p:tagLst>
</file>

<file path=ppt/tags/tag5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5"/>
  <p:tag name="KSO_WM_UNIT_LAYERLEVEL" val="1"/>
  <p:tag name="KSO_WM_TAG_VERSION" val="3.0"/>
  <p:tag name="KSO_WM_UNIT_TYPE" val="i"/>
  <p:tag name="KSO_WM_UNIT_INDEX" val="75"/>
</p:tagLst>
</file>

<file path=ppt/tags/tag5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6"/>
  <p:tag name="KSO_WM_UNIT_LAYERLEVEL" val="1"/>
  <p:tag name="KSO_WM_TAG_VERSION" val="3.0"/>
  <p:tag name="KSO_WM_UNIT_TYPE" val="i"/>
  <p:tag name="KSO_WM_UNIT_INDEX" val="76"/>
</p:tagLst>
</file>

<file path=ppt/tags/tag5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7"/>
  <p:tag name="KSO_WM_UNIT_LAYERLEVEL" val="1"/>
  <p:tag name="KSO_WM_TAG_VERSION" val="3.0"/>
  <p:tag name="KSO_WM_UNIT_TYPE" val="i"/>
  <p:tag name="KSO_WM_UNIT_INDEX" val="77"/>
</p:tagLst>
</file>

<file path=ppt/tags/tag5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8"/>
  <p:tag name="KSO_WM_UNIT_LAYERLEVEL" val="1"/>
  <p:tag name="KSO_WM_TAG_VERSION" val="3.0"/>
  <p:tag name="KSO_WM_UNIT_TYPE" val="i"/>
  <p:tag name="KSO_WM_UNIT_INDEX" val="78"/>
</p:tagLst>
</file>

<file path=ppt/tags/tag5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9"/>
  <p:tag name="KSO_WM_UNIT_LAYERLEVEL" val="1"/>
  <p:tag name="KSO_WM_TAG_VERSION" val="3.0"/>
  <p:tag name="KSO_WM_UNIT_TYPE" val="i"/>
  <p:tag name="KSO_WM_UNIT_INDEX" val="79"/>
</p:tagLst>
</file>

<file path=ppt/tags/tag5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0"/>
  <p:tag name="KSO_WM_UNIT_LAYERLEVEL" val="1"/>
  <p:tag name="KSO_WM_TAG_VERSION" val="3.0"/>
  <p:tag name="KSO_WM_UNIT_TYPE" val="i"/>
  <p:tag name="KSO_WM_UNIT_INDEX" val="80"/>
</p:tagLst>
</file>

<file path=ppt/tags/tag5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1"/>
  <p:tag name="KSO_WM_UNIT_LAYERLEVEL" val="1"/>
  <p:tag name="KSO_WM_TAG_VERSION" val="3.0"/>
  <p:tag name="KSO_WM_UNIT_TYPE" val="i"/>
  <p:tag name="KSO_WM_UNIT_INDEX" val="81"/>
</p:tagLst>
</file>

<file path=ppt/tags/tag5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2"/>
  <p:tag name="KSO_WM_UNIT_LAYERLEVEL" val="1"/>
  <p:tag name="KSO_WM_TAG_VERSION" val="3.0"/>
  <p:tag name="KSO_WM_UNIT_TYPE" val="i"/>
  <p:tag name="KSO_WM_UNIT_INDEX" val="82"/>
</p:tagLst>
</file>

<file path=ppt/tags/tag5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3"/>
  <p:tag name="KSO_WM_UNIT_LAYERLEVEL" val="1"/>
  <p:tag name="KSO_WM_TAG_VERSION" val="3.0"/>
  <p:tag name="KSO_WM_UNIT_TYPE" val="i"/>
  <p:tag name="KSO_WM_UNIT_INDEX" val="83"/>
</p:tagLst>
</file>

<file path=ppt/tags/tag5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4"/>
  <p:tag name="KSO_WM_UNIT_LAYERLEVEL" val="1"/>
  <p:tag name="KSO_WM_TAG_VERSION" val="3.0"/>
  <p:tag name="KSO_WM_UNIT_TYPE" val="i"/>
  <p:tag name="KSO_WM_UNIT_INDEX" val="84"/>
</p:tagLst>
</file>

<file path=ppt/tags/tag5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5"/>
  <p:tag name="KSO_WM_UNIT_LAYERLEVEL" val="1"/>
  <p:tag name="KSO_WM_TAG_VERSION" val="3.0"/>
  <p:tag name="KSO_WM_UNIT_TYPE" val="i"/>
  <p:tag name="KSO_WM_UNIT_INDEX" val="85"/>
</p:tagLst>
</file>

<file path=ppt/tags/tag5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6"/>
  <p:tag name="KSO_WM_UNIT_LAYERLEVEL" val="1"/>
  <p:tag name="KSO_WM_TAG_VERSION" val="3.0"/>
  <p:tag name="KSO_WM_UNIT_TYPE" val="i"/>
  <p:tag name="KSO_WM_UNIT_INDEX" val="86"/>
</p:tagLst>
</file>

<file path=ppt/tags/tag5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87"/>
  <p:tag name="KSO_WM_UNIT_LAYERLEVEL" val="1"/>
  <p:tag name="KSO_WM_TAG_VERSION" val="3.0"/>
  <p:tag name="KSO_WM_UNIT_TYPE" val="i"/>
  <p:tag name="KSO_WM_UNIT_INDEX" val="87"/>
</p:tagLst>
</file>

<file path=ppt/tags/tag5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553.xml><?xml version="1.0" encoding="utf-8"?>
<p:tagLst xmlns:p="http://schemas.openxmlformats.org/presentationml/2006/main">
  <p:tag name="KSO_WM_UNIT_PRESET_TEXT" val="编辑文本"/>
  <p:tag name="KSO_WM_UNIT_NOCLEAR" val="0"/>
  <p:tag name="KSO_WM_UNIT_VALUE" val="10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5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UNIT_TYPE" val="i"/>
  <p:tag name="KSO_WM_UNIT_INDEX" val="2"/>
</p:tagLst>
</file>

<file path=ppt/tags/tag5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"/>
  <p:tag name="KSO_WM_UNIT_LAYERLEVEL" val="1"/>
  <p:tag name="KSO_WM_TAG_VERSION" val="3.0"/>
  <p:tag name="KSO_WM_UNIT_TYPE" val="i"/>
  <p:tag name="KSO_WM_UNIT_INDEX" val="3"/>
</p:tagLst>
</file>

<file path=ppt/tags/tag5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4"/>
  <p:tag name="KSO_WM_UNIT_LAYERLEVEL" val="1"/>
  <p:tag name="KSO_WM_TAG_VERSION" val="3.0"/>
  <p:tag name="KSO_WM_UNIT_TYPE" val="i"/>
  <p:tag name="KSO_WM_UNIT_INDEX" val="4"/>
</p:tagLst>
</file>

<file path=ppt/tags/tag5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5"/>
  <p:tag name="KSO_WM_UNIT_LAYERLEVEL" val="1"/>
  <p:tag name="KSO_WM_TAG_VERSION" val="3.0"/>
  <p:tag name="KSO_WM_UNIT_TYPE" val="i"/>
  <p:tag name="KSO_WM_UNIT_INDEX" val="5"/>
</p:tagLst>
</file>

<file path=ppt/tags/tag5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6"/>
  <p:tag name="KSO_WM_UNIT_LAYERLEVEL" val="1"/>
  <p:tag name="KSO_WM_TAG_VERSION" val="3.0"/>
  <p:tag name="KSO_WM_UNIT_TYPE" val="i"/>
  <p:tag name="KSO_WM_UNIT_INDEX" val="6"/>
</p:tagLst>
</file>

<file path=ppt/tags/tag5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7"/>
  <p:tag name="KSO_WM_UNIT_LAYERLEVEL" val="1"/>
  <p:tag name="KSO_WM_TAG_VERSION" val="3.0"/>
  <p:tag name="KSO_WM_UNIT_TYPE" val="i"/>
  <p:tag name="KSO_WM_UNIT_INDEX" val="7"/>
</p:tagLst>
</file>

<file path=ppt/tags/tag5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8"/>
  <p:tag name="KSO_WM_UNIT_LAYERLEVEL" val="1"/>
  <p:tag name="KSO_WM_TAG_VERSION" val="3.0"/>
  <p:tag name="KSO_WM_UNIT_TYPE" val="i"/>
  <p:tag name="KSO_WM_UNIT_INDEX" val="8"/>
</p:tagLst>
</file>

<file path=ppt/tags/tag5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9"/>
  <p:tag name="KSO_WM_UNIT_LAYERLEVEL" val="1"/>
  <p:tag name="KSO_WM_TAG_VERSION" val="3.0"/>
  <p:tag name="KSO_WM_UNIT_TYPE" val="i"/>
  <p:tag name="KSO_WM_UNIT_INDEX" val="9"/>
</p:tagLst>
</file>

<file path=ppt/tags/tag5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0"/>
  <p:tag name="KSO_WM_UNIT_LAYERLEVEL" val="1"/>
  <p:tag name="KSO_WM_TAG_VERSION" val="3.0"/>
  <p:tag name="KSO_WM_UNIT_TYPE" val="i"/>
  <p:tag name="KSO_WM_UNIT_INDEX" val="10"/>
</p:tagLst>
</file>

<file path=ppt/tags/tag5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1"/>
  <p:tag name="KSO_WM_UNIT_LAYERLEVEL" val="1"/>
  <p:tag name="KSO_WM_TAG_VERSION" val="3.0"/>
  <p:tag name="KSO_WM_UNIT_TYPE" val="i"/>
  <p:tag name="KSO_WM_UNIT_INDEX" val="11"/>
</p:tagLst>
</file>

<file path=ppt/tags/tag5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2"/>
  <p:tag name="KSO_WM_UNIT_LAYERLEVEL" val="1"/>
  <p:tag name="KSO_WM_TAG_VERSION" val="3.0"/>
  <p:tag name="KSO_WM_UNIT_TYPE" val="i"/>
  <p:tag name="KSO_WM_UNIT_INDEX" val="12"/>
</p:tagLst>
</file>

<file path=ppt/tags/tag5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3"/>
  <p:tag name="KSO_WM_UNIT_LAYERLEVEL" val="1"/>
  <p:tag name="KSO_WM_TAG_VERSION" val="3.0"/>
  <p:tag name="KSO_WM_UNIT_TYPE" val="i"/>
  <p:tag name="KSO_WM_UNIT_INDEX" val="13"/>
</p:tagLst>
</file>

<file path=ppt/tags/tag5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4"/>
  <p:tag name="KSO_WM_UNIT_LAYERLEVEL" val="1"/>
  <p:tag name="KSO_WM_TAG_VERSION" val="3.0"/>
  <p:tag name="KSO_WM_UNIT_TYPE" val="i"/>
  <p:tag name="KSO_WM_UNIT_INDEX" val="14"/>
</p:tagLst>
</file>

<file path=ppt/tags/tag5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5"/>
  <p:tag name="KSO_WM_UNIT_LAYERLEVEL" val="1"/>
  <p:tag name="KSO_WM_TAG_VERSION" val="3.0"/>
  <p:tag name="KSO_WM_UNIT_TYPE" val="i"/>
  <p:tag name="KSO_WM_UNIT_INDEX" val="15"/>
</p:tagLst>
</file>

<file path=ppt/tags/tag5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6"/>
  <p:tag name="KSO_WM_UNIT_LAYERLEVEL" val="1"/>
  <p:tag name="KSO_WM_TAG_VERSION" val="3.0"/>
  <p:tag name="KSO_WM_UNIT_TYPE" val="i"/>
  <p:tag name="KSO_WM_UNIT_INDEX" val="16"/>
</p:tagLst>
</file>

<file path=ppt/tags/tag5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7"/>
  <p:tag name="KSO_WM_UNIT_LAYERLEVEL" val="1"/>
  <p:tag name="KSO_WM_TAG_VERSION" val="3.0"/>
  <p:tag name="KSO_WM_UNIT_TYPE" val="i"/>
  <p:tag name="KSO_WM_UNIT_INDEX" val="17"/>
</p:tagLst>
</file>

<file path=ppt/tags/tag5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8"/>
  <p:tag name="KSO_WM_UNIT_LAYERLEVEL" val="1"/>
  <p:tag name="KSO_WM_TAG_VERSION" val="3.0"/>
  <p:tag name="KSO_WM_UNIT_TYPE" val="i"/>
  <p:tag name="KSO_WM_UNIT_INDEX" val="18"/>
</p:tagLst>
</file>

<file path=ppt/tags/tag5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9"/>
  <p:tag name="KSO_WM_UNIT_LAYERLEVEL" val="1"/>
  <p:tag name="KSO_WM_TAG_VERSION" val="3.0"/>
  <p:tag name="KSO_WM_UNIT_TYPE" val="i"/>
  <p:tag name="KSO_WM_UNIT_INDEX" val="19"/>
</p:tagLst>
</file>

<file path=ppt/tags/tag5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0"/>
  <p:tag name="KSO_WM_UNIT_LAYERLEVEL" val="1"/>
  <p:tag name="KSO_WM_TAG_VERSION" val="3.0"/>
  <p:tag name="KSO_WM_UNIT_TYPE" val="i"/>
  <p:tag name="KSO_WM_UNIT_INDEX" val="20"/>
</p:tagLst>
</file>

<file path=ppt/tags/tag5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1"/>
  <p:tag name="KSO_WM_UNIT_LAYERLEVEL" val="1"/>
  <p:tag name="KSO_WM_TAG_VERSION" val="3.0"/>
  <p:tag name="KSO_WM_UNIT_TYPE" val="i"/>
  <p:tag name="KSO_WM_UNIT_INDEX" val="21"/>
</p:tagLst>
</file>

<file path=ppt/tags/tag5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2"/>
  <p:tag name="KSO_WM_UNIT_LAYERLEVEL" val="1"/>
  <p:tag name="KSO_WM_TAG_VERSION" val="3.0"/>
  <p:tag name="KSO_WM_UNIT_TYPE" val="i"/>
  <p:tag name="KSO_WM_UNIT_INDEX" val="22"/>
</p:tagLst>
</file>

<file path=ppt/tags/tag5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3"/>
  <p:tag name="KSO_WM_UNIT_LAYERLEVEL" val="1"/>
  <p:tag name="KSO_WM_TAG_VERSION" val="3.0"/>
  <p:tag name="KSO_WM_UNIT_TYPE" val="i"/>
  <p:tag name="KSO_WM_UNIT_INDEX" val="23"/>
</p:tagLst>
</file>

<file path=ppt/tags/tag5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4"/>
  <p:tag name="KSO_WM_UNIT_LAYERLEVEL" val="1"/>
  <p:tag name="KSO_WM_TAG_VERSION" val="3.0"/>
  <p:tag name="KSO_WM_UNIT_TYPE" val="i"/>
  <p:tag name="KSO_WM_UNIT_INDEX" val="24"/>
</p:tagLst>
</file>

<file path=ppt/tags/tag5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5"/>
  <p:tag name="KSO_WM_UNIT_LAYERLEVEL" val="1"/>
  <p:tag name="KSO_WM_TAG_VERSION" val="3.0"/>
  <p:tag name="KSO_WM_UNIT_TYPE" val="i"/>
  <p:tag name="KSO_WM_UNIT_INDEX" val="25"/>
</p:tagLst>
</file>

<file path=ppt/tags/tag5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6"/>
  <p:tag name="KSO_WM_UNIT_LAYERLEVEL" val="1"/>
  <p:tag name="KSO_WM_TAG_VERSION" val="3.0"/>
  <p:tag name="KSO_WM_UNIT_TYPE" val="i"/>
  <p:tag name="KSO_WM_UNIT_INDEX" val="26"/>
</p:tagLst>
</file>

<file path=ppt/tags/tag5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7"/>
  <p:tag name="KSO_WM_UNIT_LAYERLEVEL" val="1"/>
  <p:tag name="KSO_WM_TAG_VERSION" val="3.0"/>
  <p:tag name="KSO_WM_UNIT_TYPE" val="i"/>
  <p:tag name="KSO_WM_UNIT_INDEX" val="27"/>
</p:tagLst>
</file>

<file path=ppt/tags/tag5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8"/>
  <p:tag name="KSO_WM_UNIT_LAYERLEVEL" val="1"/>
  <p:tag name="KSO_WM_TAG_VERSION" val="3.0"/>
  <p:tag name="KSO_WM_UNIT_TYPE" val="i"/>
  <p:tag name="KSO_WM_UNIT_INDEX" val="28"/>
</p:tagLst>
</file>

<file path=ppt/tags/tag5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9"/>
  <p:tag name="KSO_WM_UNIT_LAYERLEVEL" val="1"/>
  <p:tag name="KSO_WM_TAG_VERSION" val="3.0"/>
  <p:tag name="KSO_WM_UNIT_TYPE" val="i"/>
  <p:tag name="KSO_WM_UNIT_INDEX" val="29"/>
</p:tagLst>
</file>

<file path=ppt/tags/tag5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0"/>
  <p:tag name="KSO_WM_UNIT_LAYERLEVEL" val="1"/>
  <p:tag name="KSO_WM_TAG_VERSION" val="3.0"/>
  <p:tag name="KSO_WM_UNIT_TYPE" val="i"/>
  <p:tag name="KSO_WM_UNIT_INDEX" val="30"/>
</p:tagLst>
</file>

<file path=ppt/tags/tag5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1"/>
  <p:tag name="KSO_WM_UNIT_LAYERLEVEL" val="1"/>
  <p:tag name="KSO_WM_TAG_VERSION" val="3.0"/>
  <p:tag name="KSO_WM_UNIT_TYPE" val="i"/>
  <p:tag name="KSO_WM_UNIT_INDEX" val="31"/>
</p:tagLst>
</file>

<file path=ppt/tags/tag5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2"/>
  <p:tag name="KSO_WM_UNIT_LAYERLEVEL" val="1"/>
  <p:tag name="KSO_WM_TAG_VERSION" val="3.0"/>
  <p:tag name="KSO_WM_UNIT_TYPE" val="i"/>
  <p:tag name="KSO_WM_UNIT_INDEX" val="32"/>
</p:tagLst>
</file>

<file path=ppt/tags/tag5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3"/>
  <p:tag name="KSO_WM_UNIT_LAYERLEVEL" val="1"/>
  <p:tag name="KSO_WM_TAG_VERSION" val="3.0"/>
  <p:tag name="KSO_WM_UNIT_TYPE" val="i"/>
  <p:tag name="KSO_WM_UNIT_INDEX" val="33"/>
</p:tagLst>
</file>

<file path=ppt/tags/tag5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4"/>
  <p:tag name="KSO_WM_UNIT_LAYERLEVEL" val="1"/>
  <p:tag name="KSO_WM_TAG_VERSION" val="3.0"/>
  <p:tag name="KSO_WM_UNIT_TYPE" val="i"/>
  <p:tag name="KSO_WM_UNIT_INDEX" val="34"/>
</p:tagLst>
</file>

<file path=ppt/tags/tag5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5"/>
  <p:tag name="KSO_WM_UNIT_LAYERLEVEL" val="1"/>
  <p:tag name="KSO_WM_TAG_VERSION" val="3.0"/>
  <p:tag name="KSO_WM_UNIT_TYPE" val="i"/>
  <p:tag name="KSO_WM_UNIT_INDEX" val="35"/>
</p:tagLst>
</file>

<file path=ppt/tags/tag5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6"/>
  <p:tag name="KSO_WM_UNIT_LAYERLEVEL" val="1"/>
  <p:tag name="KSO_WM_TAG_VERSION" val="3.0"/>
  <p:tag name="KSO_WM_UNIT_TYPE" val="i"/>
  <p:tag name="KSO_WM_UNIT_INDEX" val="36"/>
</p:tagLst>
</file>

<file path=ppt/tags/tag5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7"/>
  <p:tag name="KSO_WM_UNIT_LAYERLEVEL" val="1"/>
  <p:tag name="KSO_WM_TAG_VERSION" val="3.0"/>
  <p:tag name="KSO_WM_UNIT_TYPE" val="i"/>
  <p:tag name="KSO_WM_UNIT_INDEX" val="37"/>
</p:tagLst>
</file>

<file path=ppt/tags/tag5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8"/>
  <p:tag name="KSO_WM_UNIT_LAYERLEVEL" val="1"/>
  <p:tag name="KSO_WM_TAG_VERSION" val="3.0"/>
  <p:tag name="KSO_WM_UNIT_TYPE" val="i"/>
  <p:tag name="KSO_WM_UNIT_INDEX" val="38"/>
</p:tagLst>
</file>

<file path=ppt/tags/tag5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9"/>
  <p:tag name="KSO_WM_UNIT_LAYERLEVEL" val="1"/>
  <p:tag name="KSO_WM_TAG_VERSION" val="3.0"/>
  <p:tag name="KSO_WM_UNIT_TYPE" val="i"/>
  <p:tag name="KSO_WM_UNIT_INDEX" val="39"/>
</p:tagLst>
</file>

<file path=ppt/tags/tag5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40"/>
  <p:tag name="KSO_WM_UNIT_LAYERLEVEL" val="1"/>
  <p:tag name="KSO_WM_TAG_VERSION" val="3.0"/>
  <p:tag name="KSO_WM_UNIT_TYPE" val="i"/>
  <p:tag name="KSO_WM_UNIT_INDEX" val="40"/>
</p:tagLst>
</file>

<file path=ppt/tags/tag6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41"/>
  <p:tag name="KSO_WM_UNIT_LAYERLEVEL" val="1"/>
  <p:tag name="KSO_WM_TAG_VERSION" val="3.0"/>
  <p:tag name="KSO_WM_UNIT_TYPE" val="i"/>
  <p:tag name="KSO_WM_UNIT_INDEX" val="41"/>
</p:tagLst>
</file>

<file path=ppt/tags/tag60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60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0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0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1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</p:tagLst>
</file>

<file path=ppt/tags/tag6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UNIT_TYPE" val="i"/>
  <p:tag name="KSO_WM_UNIT_INDEX" val="2"/>
</p:tagLst>
</file>

<file path=ppt/tags/tag6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3.0"/>
  <p:tag name="KSO_WM_UNIT_TYPE" val="i"/>
  <p:tag name="KSO_WM_UNIT_INDEX" val="3"/>
</p:tagLst>
</file>

<file path=ppt/tags/tag6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4"/>
  <p:tag name="KSO_WM_UNIT_LAYERLEVEL" val="1"/>
  <p:tag name="KSO_WM_TAG_VERSION" val="3.0"/>
  <p:tag name="KSO_WM_UNIT_TYPE" val="i"/>
  <p:tag name="KSO_WM_UNIT_INDEX" val="4"/>
</p:tagLst>
</file>

<file path=ppt/tags/tag6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5"/>
  <p:tag name="KSO_WM_UNIT_LAYERLEVEL" val="1"/>
  <p:tag name="KSO_WM_TAG_VERSION" val="3.0"/>
  <p:tag name="KSO_WM_UNIT_TYPE" val="i"/>
  <p:tag name="KSO_WM_UNIT_INDEX" val="5"/>
</p:tagLst>
</file>

<file path=ppt/tags/tag6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6"/>
  <p:tag name="KSO_WM_UNIT_LAYERLEVEL" val="1"/>
  <p:tag name="KSO_WM_TAG_VERSION" val="3.0"/>
  <p:tag name="KSO_WM_UNIT_TYPE" val="i"/>
  <p:tag name="KSO_WM_UNIT_INDEX" val="6"/>
</p:tagLst>
</file>

<file path=ppt/tags/tag6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7"/>
  <p:tag name="KSO_WM_UNIT_LAYERLEVEL" val="1"/>
  <p:tag name="KSO_WM_TAG_VERSION" val="3.0"/>
  <p:tag name="KSO_WM_UNIT_TYPE" val="i"/>
  <p:tag name="KSO_WM_UNIT_INDEX" val="7"/>
</p:tagLst>
</file>

<file path=ppt/tags/tag6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8"/>
  <p:tag name="KSO_WM_UNIT_LAYERLEVEL" val="1"/>
  <p:tag name="KSO_WM_TAG_VERSION" val="3.0"/>
  <p:tag name="KSO_WM_UNIT_TYPE" val="i"/>
  <p:tag name="KSO_WM_UNIT_INDEX" val="8"/>
</p:tagLst>
</file>

<file path=ppt/tags/tag6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9"/>
  <p:tag name="KSO_WM_UNIT_LAYERLEVEL" val="1"/>
  <p:tag name="KSO_WM_TAG_VERSION" val="3.0"/>
  <p:tag name="KSO_WM_UNIT_TYPE" val="i"/>
  <p:tag name="KSO_WM_UNIT_INDEX" val="9"/>
</p:tagLst>
</file>

<file path=ppt/tags/tag6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0"/>
  <p:tag name="KSO_WM_UNIT_LAYERLEVEL" val="1"/>
  <p:tag name="KSO_WM_TAG_VERSION" val="3.0"/>
  <p:tag name="KSO_WM_UNIT_TYPE" val="i"/>
  <p:tag name="KSO_WM_UNIT_INDEX" val="10"/>
</p:tagLst>
</file>

<file path=ppt/tags/tag6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1"/>
  <p:tag name="KSO_WM_UNIT_LAYERLEVEL" val="1"/>
  <p:tag name="KSO_WM_TAG_VERSION" val="3.0"/>
  <p:tag name="KSO_WM_UNIT_TYPE" val="i"/>
  <p:tag name="KSO_WM_UNIT_INDEX" val="11"/>
</p:tagLst>
</file>

<file path=ppt/tags/tag6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2"/>
  <p:tag name="KSO_WM_UNIT_LAYERLEVEL" val="1"/>
  <p:tag name="KSO_WM_TAG_VERSION" val="3.0"/>
  <p:tag name="KSO_WM_UNIT_TYPE" val="i"/>
  <p:tag name="KSO_WM_UNIT_INDEX" val="12"/>
</p:tagLst>
</file>

<file path=ppt/tags/tag6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3"/>
  <p:tag name="KSO_WM_UNIT_LAYERLEVEL" val="1"/>
  <p:tag name="KSO_WM_TAG_VERSION" val="3.0"/>
  <p:tag name="KSO_WM_UNIT_TYPE" val="i"/>
  <p:tag name="KSO_WM_UNIT_INDEX" val="13"/>
</p:tagLst>
</file>

<file path=ppt/tags/tag6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4"/>
  <p:tag name="KSO_WM_UNIT_LAYERLEVEL" val="1"/>
  <p:tag name="KSO_WM_TAG_VERSION" val="3.0"/>
  <p:tag name="KSO_WM_UNIT_TYPE" val="i"/>
  <p:tag name="KSO_WM_UNIT_INDEX" val="14"/>
</p:tagLst>
</file>

<file path=ppt/tags/tag6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5"/>
  <p:tag name="KSO_WM_UNIT_LAYERLEVEL" val="1"/>
  <p:tag name="KSO_WM_TAG_VERSION" val="3.0"/>
  <p:tag name="KSO_WM_UNIT_TYPE" val="i"/>
  <p:tag name="KSO_WM_UNIT_INDEX" val="15"/>
</p:tagLst>
</file>

<file path=ppt/tags/tag6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6"/>
  <p:tag name="KSO_WM_UNIT_LAYERLEVEL" val="1"/>
  <p:tag name="KSO_WM_TAG_VERSION" val="3.0"/>
  <p:tag name="KSO_WM_UNIT_TYPE" val="i"/>
  <p:tag name="KSO_WM_UNIT_INDEX" val="16"/>
</p:tagLst>
</file>

<file path=ppt/tags/tag6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7"/>
  <p:tag name="KSO_WM_UNIT_LAYERLEVEL" val="1"/>
  <p:tag name="KSO_WM_TAG_VERSION" val="3.0"/>
  <p:tag name="KSO_WM_UNIT_TYPE" val="i"/>
  <p:tag name="KSO_WM_UNIT_INDEX" val="17"/>
</p:tagLst>
</file>

<file path=ppt/tags/tag6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8"/>
  <p:tag name="KSO_WM_UNIT_LAYERLEVEL" val="1"/>
  <p:tag name="KSO_WM_TAG_VERSION" val="3.0"/>
  <p:tag name="KSO_WM_UNIT_TYPE" val="i"/>
  <p:tag name="KSO_WM_UNIT_INDEX" val="18"/>
</p:tagLst>
</file>

<file path=ppt/tags/tag6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9"/>
  <p:tag name="KSO_WM_UNIT_LAYERLEVEL" val="1"/>
  <p:tag name="KSO_WM_TAG_VERSION" val="3.0"/>
  <p:tag name="KSO_WM_UNIT_TYPE" val="i"/>
  <p:tag name="KSO_WM_UNIT_INDEX" val="19"/>
</p:tagLst>
</file>

<file path=ppt/tags/tag6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0"/>
  <p:tag name="KSO_WM_UNIT_LAYERLEVEL" val="1"/>
  <p:tag name="KSO_WM_TAG_VERSION" val="3.0"/>
  <p:tag name="KSO_WM_UNIT_TYPE" val="i"/>
  <p:tag name="KSO_WM_UNIT_INDEX" val="20"/>
</p:tagLst>
</file>

<file path=ppt/tags/tag6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1"/>
  <p:tag name="KSO_WM_UNIT_LAYERLEVEL" val="1"/>
  <p:tag name="KSO_WM_TAG_VERSION" val="3.0"/>
  <p:tag name="KSO_WM_UNIT_TYPE" val="i"/>
  <p:tag name="KSO_WM_UNIT_INDEX" val="21"/>
</p:tagLst>
</file>

<file path=ppt/tags/tag6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2"/>
  <p:tag name="KSO_WM_UNIT_LAYERLEVEL" val="1"/>
  <p:tag name="KSO_WM_TAG_VERSION" val="3.0"/>
  <p:tag name="KSO_WM_UNIT_TYPE" val="i"/>
  <p:tag name="KSO_WM_UNIT_INDEX" val="22"/>
</p:tagLst>
</file>

<file path=ppt/tags/tag6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3"/>
  <p:tag name="KSO_WM_UNIT_LAYERLEVEL" val="1"/>
  <p:tag name="KSO_WM_TAG_VERSION" val="3.0"/>
  <p:tag name="KSO_WM_UNIT_TYPE" val="i"/>
  <p:tag name="KSO_WM_UNIT_INDEX" val="23"/>
</p:tagLst>
</file>

<file path=ppt/tags/tag6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4"/>
  <p:tag name="KSO_WM_UNIT_LAYERLEVEL" val="1"/>
  <p:tag name="KSO_WM_TAG_VERSION" val="3.0"/>
  <p:tag name="KSO_WM_UNIT_TYPE" val="i"/>
  <p:tag name="KSO_WM_UNIT_INDEX" val="24"/>
</p:tagLst>
</file>

<file path=ppt/tags/tag6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5"/>
  <p:tag name="KSO_WM_UNIT_LAYERLEVEL" val="1"/>
  <p:tag name="KSO_WM_TAG_VERSION" val="3.0"/>
  <p:tag name="KSO_WM_UNIT_TYPE" val="i"/>
  <p:tag name="KSO_WM_UNIT_INDEX" val="25"/>
</p:tagLst>
</file>

<file path=ppt/tags/tag6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6"/>
  <p:tag name="KSO_WM_UNIT_LAYERLEVEL" val="1"/>
  <p:tag name="KSO_WM_TAG_VERSION" val="3.0"/>
  <p:tag name="KSO_WM_UNIT_TYPE" val="i"/>
  <p:tag name="KSO_WM_UNIT_INDEX" val="26"/>
</p:tagLst>
</file>

<file path=ppt/tags/tag6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7"/>
  <p:tag name="KSO_WM_UNIT_LAYERLEVEL" val="1"/>
  <p:tag name="KSO_WM_TAG_VERSION" val="3.0"/>
  <p:tag name="KSO_WM_UNIT_TYPE" val="i"/>
  <p:tag name="KSO_WM_UNIT_INDEX" val="27"/>
</p:tagLst>
</file>

<file path=ppt/tags/tag6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8"/>
  <p:tag name="KSO_WM_UNIT_LAYERLEVEL" val="1"/>
  <p:tag name="KSO_WM_TAG_VERSION" val="3.0"/>
  <p:tag name="KSO_WM_UNIT_TYPE" val="i"/>
  <p:tag name="KSO_WM_UNIT_INDEX" val="28"/>
</p:tagLst>
</file>

<file path=ppt/tags/tag6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9"/>
  <p:tag name="KSO_WM_UNIT_LAYERLEVEL" val="1"/>
  <p:tag name="KSO_WM_TAG_VERSION" val="3.0"/>
  <p:tag name="KSO_WM_UNIT_TYPE" val="i"/>
  <p:tag name="KSO_WM_UNIT_INDEX" val="29"/>
</p:tagLst>
</file>

<file path=ppt/tags/tag6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0"/>
  <p:tag name="KSO_WM_UNIT_LAYERLEVEL" val="1"/>
  <p:tag name="KSO_WM_TAG_VERSION" val="3.0"/>
  <p:tag name="KSO_WM_UNIT_TYPE" val="i"/>
  <p:tag name="KSO_WM_UNIT_INDEX" val="30"/>
</p:tagLst>
</file>

<file path=ppt/tags/tag6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1"/>
  <p:tag name="KSO_WM_UNIT_LAYERLEVEL" val="1"/>
  <p:tag name="KSO_WM_TAG_VERSION" val="3.0"/>
  <p:tag name="KSO_WM_UNIT_TYPE" val="i"/>
  <p:tag name="KSO_WM_UNIT_INDEX" val="31"/>
</p:tagLst>
</file>

<file path=ppt/tags/tag6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2"/>
  <p:tag name="KSO_WM_UNIT_LAYERLEVEL" val="1"/>
  <p:tag name="KSO_WM_TAG_VERSION" val="3.0"/>
  <p:tag name="KSO_WM_UNIT_TYPE" val="i"/>
  <p:tag name="KSO_WM_UNIT_INDEX" val="32"/>
</p:tagLst>
</file>

<file path=ppt/tags/tag6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3"/>
  <p:tag name="KSO_WM_UNIT_LAYERLEVEL" val="1"/>
  <p:tag name="KSO_WM_TAG_VERSION" val="3.0"/>
  <p:tag name="KSO_WM_UNIT_TYPE" val="i"/>
  <p:tag name="KSO_WM_UNIT_INDEX" val="33"/>
</p:tagLst>
</file>

<file path=ppt/tags/tag6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4"/>
  <p:tag name="KSO_WM_UNIT_LAYERLEVEL" val="1"/>
  <p:tag name="KSO_WM_TAG_VERSION" val="3.0"/>
  <p:tag name="KSO_WM_UNIT_TYPE" val="i"/>
  <p:tag name="KSO_WM_UNIT_INDEX" val="34"/>
</p:tagLst>
</file>

<file path=ppt/tags/tag6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5"/>
  <p:tag name="KSO_WM_UNIT_LAYERLEVEL" val="1"/>
  <p:tag name="KSO_WM_TAG_VERSION" val="3.0"/>
  <p:tag name="KSO_WM_UNIT_TYPE" val="i"/>
  <p:tag name="KSO_WM_UNIT_INDEX" val="35"/>
</p:tagLst>
</file>

<file path=ppt/tags/tag6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6"/>
  <p:tag name="KSO_WM_UNIT_LAYERLEVEL" val="1"/>
  <p:tag name="KSO_WM_TAG_VERSION" val="3.0"/>
  <p:tag name="KSO_WM_UNIT_TYPE" val="i"/>
  <p:tag name="KSO_WM_UNIT_INDEX" val="36"/>
</p:tagLst>
</file>

<file path=ppt/tags/tag6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7"/>
  <p:tag name="KSO_WM_UNIT_LAYERLEVEL" val="1"/>
  <p:tag name="KSO_WM_TAG_VERSION" val="3.0"/>
  <p:tag name="KSO_WM_UNIT_TYPE" val="i"/>
  <p:tag name="KSO_WM_UNIT_INDEX" val="37"/>
</p:tagLst>
</file>

<file path=ppt/tags/tag6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8"/>
  <p:tag name="KSO_WM_UNIT_LAYERLEVEL" val="1"/>
  <p:tag name="KSO_WM_TAG_VERSION" val="3.0"/>
  <p:tag name="KSO_WM_UNIT_TYPE" val="i"/>
  <p:tag name="KSO_WM_UNIT_INDEX" val="38"/>
</p:tagLst>
</file>

<file path=ppt/tags/tag6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9"/>
  <p:tag name="KSO_WM_UNIT_LAYERLEVEL" val="1"/>
  <p:tag name="KSO_WM_TAG_VERSION" val="3.0"/>
  <p:tag name="KSO_WM_UNIT_TYPE" val="i"/>
  <p:tag name="KSO_WM_UNIT_INDEX" val="39"/>
</p:tagLst>
</file>

<file path=ppt/tags/tag6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40"/>
  <p:tag name="KSO_WM_UNIT_LAYERLEVEL" val="1"/>
  <p:tag name="KSO_WM_TAG_VERSION" val="3.0"/>
  <p:tag name="KSO_WM_UNIT_TYPE" val="i"/>
  <p:tag name="KSO_WM_UNIT_INDEX" val="40"/>
</p:tagLst>
</file>

<file path=ppt/tags/tag65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6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UNIT_TYPE" val="i"/>
  <p:tag name="KSO_WM_UNIT_INDEX" val="2"/>
</p:tagLst>
</file>

<file path=ppt/tags/tag6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"/>
  <p:tag name="KSO_WM_UNIT_LAYERLEVEL" val="1"/>
  <p:tag name="KSO_WM_TAG_VERSION" val="3.0"/>
  <p:tag name="KSO_WM_UNIT_TYPE" val="i"/>
  <p:tag name="KSO_WM_UNIT_INDEX" val="3"/>
</p:tagLst>
</file>

<file path=ppt/tags/tag6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4"/>
  <p:tag name="KSO_WM_UNIT_LAYERLEVEL" val="1"/>
  <p:tag name="KSO_WM_TAG_VERSION" val="3.0"/>
  <p:tag name="KSO_WM_UNIT_TYPE" val="i"/>
  <p:tag name="KSO_WM_UNIT_INDEX" val="4"/>
</p:tagLst>
</file>

<file path=ppt/tags/tag6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5"/>
  <p:tag name="KSO_WM_UNIT_LAYERLEVEL" val="1"/>
  <p:tag name="KSO_WM_TAG_VERSION" val="3.0"/>
  <p:tag name="KSO_WM_UNIT_TYPE" val="i"/>
  <p:tag name="KSO_WM_UNIT_INDEX" val="5"/>
</p:tagLst>
</file>

<file path=ppt/tags/tag6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6"/>
  <p:tag name="KSO_WM_UNIT_LAYERLEVEL" val="1"/>
  <p:tag name="KSO_WM_TAG_VERSION" val="3.0"/>
  <p:tag name="KSO_WM_UNIT_TYPE" val="i"/>
  <p:tag name="KSO_WM_UNIT_INDEX" val="6"/>
</p:tagLst>
</file>

<file path=ppt/tags/tag6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7"/>
  <p:tag name="KSO_WM_UNIT_LAYERLEVEL" val="1"/>
  <p:tag name="KSO_WM_TAG_VERSION" val="3.0"/>
  <p:tag name="KSO_WM_UNIT_TYPE" val="i"/>
  <p:tag name="KSO_WM_UNIT_INDEX" val="7"/>
</p:tagLst>
</file>

<file path=ppt/tags/tag6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8"/>
  <p:tag name="KSO_WM_UNIT_LAYERLEVEL" val="1"/>
  <p:tag name="KSO_WM_TAG_VERSION" val="3.0"/>
  <p:tag name="KSO_WM_UNIT_TYPE" val="i"/>
  <p:tag name="KSO_WM_UNIT_INDEX" val="8"/>
</p:tagLst>
</file>

<file path=ppt/tags/tag6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9"/>
  <p:tag name="KSO_WM_UNIT_LAYERLEVEL" val="1"/>
  <p:tag name="KSO_WM_TAG_VERSION" val="3.0"/>
  <p:tag name="KSO_WM_UNIT_TYPE" val="i"/>
  <p:tag name="KSO_WM_UNIT_INDEX" val="9"/>
</p:tagLst>
</file>

<file path=ppt/tags/tag6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0"/>
  <p:tag name="KSO_WM_UNIT_LAYERLEVEL" val="1"/>
  <p:tag name="KSO_WM_TAG_VERSION" val="3.0"/>
  <p:tag name="KSO_WM_UNIT_TYPE" val="i"/>
  <p:tag name="KSO_WM_UNIT_INDEX" val="10"/>
</p:tagLst>
</file>

<file path=ppt/tags/tag6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1"/>
  <p:tag name="KSO_WM_UNIT_LAYERLEVEL" val="1"/>
  <p:tag name="KSO_WM_TAG_VERSION" val="3.0"/>
  <p:tag name="KSO_WM_UNIT_TYPE" val="i"/>
  <p:tag name="KSO_WM_UNIT_INDEX" val="11"/>
</p:tagLst>
</file>

<file path=ppt/tags/tag6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2"/>
  <p:tag name="KSO_WM_UNIT_LAYERLEVEL" val="1"/>
  <p:tag name="KSO_WM_TAG_VERSION" val="3.0"/>
  <p:tag name="KSO_WM_UNIT_TYPE" val="i"/>
  <p:tag name="KSO_WM_UNIT_INDEX" val="12"/>
</p:tagLst>
</file>

<file path=ppt/tags/tag6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3"/>
  <p:tag name="KSO_WM_UNIT_LAYERLEVEL" val="1"/>
  <p:tag name="KSO_WM_TAG_VERSION" val="3.0"/>
  <p:tag name="KSO_WM_UNIT_TYPE" val="i"/>
  <p:tag name="KSO_WM_UNIT_INDEX" val="13"/>
</p:tagLst>
</file>

<file path=ppt/tags/tag6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4"/>
  <p:tag name="KSO_WM_UNIT_LAYERLEVEL" val="1"/>
  <p:tag name="KSO_WM_TAG_VERSION" val="3.0"/>
  <p:tag name="KSO_WM_UNIT_TYPE" val="i"/>
  <p:tag name="KSO_WM_UNIT_INDEX" val="14"/>
</p:tagLst>
</file>

<file path=ppt/tags/tag6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5"/>
  <p:tag name="KSO_WM_UNIT_LAYERLEVEL" val="1"/>
  <p:tag name="KSO_WM_TAG_VERSION" val="3.0"/>
  <p:tag name="KSO_WM_UNIT_TYPE" val="i"/>
  <p:tag name="KSO_WM_UNIT_INDEX" val="15"/>
</p:tagLst>
</file>

<file path=ppt/tags/tag6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6"/>
  <p:tag name="KSO_WM_UNIT_LAYERLEVEL" val="1"/>
  <p:tag name="KSO_WM_TAG_VERSION" val="3.0"/>
  <p:tag name="KSO_WM_UNIT_TYPE" val="i"/>
  <p:tag name="KSO_WM_UNIT_INDEX" val="16"/>
</p:tagLst>
</file>

<file path=ppt/tags/tag6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7"/>
  <p:tag name="KSO_WM_UNIT_LAYERLEVEL" val="1"/>
  <p:tag name="KSO_WM_TAG_VERSION" val="3.0"/>
  <p:tag name="KSO_WM_UNIT_TYPE" val="i"/>
  <p:tag name="KSO_WM_UNIT_INDEX" val="17"/>
</p:tagLst>
</file>

<file path=ppt/tags/tag6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8"/>
  <p:tag name="KSO_WM_UNIT_LAYERLEVEL" val="1"/>
  <p:tag name="KSO_WM_TAG_VERSION" val="3.0"/>
  <p:tag name="KSO_WM_UNIT_TYPE" val="i"/>
  <p:tag name="KSO_WM_UNIT_INDEX" val="18"/>
</p:tagLst>
</file>

<file path=ppt/tags/tag6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9"/>
  <p:tag name="KSO_WM_UNIT_LAYERLEVEL" val="1"/>
  <p:tag name="KSO_WM_TAG_VERSION" val="3.0"/>
  <p:tag name="KSO_WM_UNIT_TYPE" val="i"/>
  <p:tag name="KSO_WM_UNIT_INDEX" val="19"/>
</p:tagLst>
</file>

<file path=ppt/tags/tag6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0"/>
  <p:tag name="KSO_WM_UNIT_LAYERLEVEL" val="1"/>
  <p:tag name="KSO_WM_TAG_VERSION" val="3.0"/>
  <p:tag name="KSO_WM_UNIT_TYPE" val="i"/>
  <p:tag name="KSO_WM_UNIT_INDEX" val="20"/>
</p:tagLst>
</file>

<file path=ppt/tags/tag6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1"/>
  <p:tag name="KSO_WM_UNIT_LAYERLEVEL" val="1"/>
  <p:tag name="KSO_WM_TAG_VERSION" val="3.0"/>
  <p:tag name="KSO_WM_UNIT_TYPE" val="i"/>
  <p:tag name="KSO_WM_UNIT_INDEX" val="21"/>
</p:tagLst>
</file>

<file path=ppt/tags/tag6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2"/>
  <p:tag name="KSO_WM_UNIT_LAYERLEVEL" val="1"/>
  <p:tag name="KSO_WM_TAG_VERSION" val="3.0"/>
  <p:tag name="KSO_WM_UNIT_TYPE" val="i"/>
  <p:tag name="KSO_WM_UNIT_INDEX" val="22"/>
</p:tagLst>
</file>

<file path=ppt/tags/tag6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3"/>
  <p:tag name="KSO_WM_UNIT_LAYERLEVEL" val="1"/>
  <p:tag name="KSO_WM_TAG_VERSION" val="3.0"/>
  <p:tag name="KSO_WM_UNIT_TYPE" val="i"/>
  <p:tag name="KSO_WM_UNIT_INDEX" val="23"/>
</p:tagLst>
</file>

<file path=ppt/tags/tag6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4"/>
  <p:tag name="KSO_WM_UNIT_LAYERLEVEL" val="1"/>
  <p:tag name="KSO_WM_TAG_VERSION" val="3.0"/>
  <p:tag name="KSO_WM_UNIT_TYPE" val="i"/>
  <p:tag name="KSO_WM_UNIT_INDEX" val="24"/>
</p:tagLst>
</file>

<file path=ppt/tags/tag6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5"/>
  <p:tag name="KSO_WM_UNIT_LAYERLEVEL" val="1"/>
  <p:tag name="KSO_WM_TAG_VERSION" val="3.0"/>
  <p:tag name="KSO_WM_UNIT_TYPE" val="i"/>
  <p:tag name="KSO_WM_UNIT_INDEX" val="25"/>
</p:tagLst>
</file>

<file path=ppt/tags/tag6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6"/>
  <p:tag name="KSO_WM_UNIT_LAYERLEVEL" val="1"/>
  <p:tag name="KSO_WM_TAG_VERSION" val="3.0"/>
  <p:tag name="KSO_WM_UNIT_TYPE" val="i"/>
  <p:tag name="KSO_WM_UNIT_INDEX" val="26"/>
</p:tagLst>
</file>

<file path=ppt/tags/tag6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7"/>
  <p:tag name="KSO_WM_UNIT_LAYERLEVEL" val="1"/>
  <p:tag name="KSO_WM_TAG_VERSION" val="3.0"/>
  <p:tag name="KSO_WM_UNIT_TYPE" val="i"/>
  <p:tag name="KSO_WM_UNIT_INDEX" val="27"/>
</p:tagLst>
</file>

<file path=ppt/tags/tag6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8"/>
  <p:tag name="KSO_WM_UNIT_LAYERLEVEL" val="1"/>
  <p:tag name="KSO_WM_TAG_VERSION" val="3.0"/>
  <p:tag name="KSO_WM_UNIT_TYPE" val="i"/>
  <p:tag name="KSO_WM_UNIT_INDEX" val="28"/>
</p:tagLst>
</file>

<file path=ppt/tags/tag6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9"/>
  <p:tag name="KSO_WM_UNIT_LAYERLEVEL" val="1"/>
  <p:tag name="KSO_WM_TAG_VERSION" val="3.0"/>
  <p:tag name="KSO_WM_UNIT_TYPE" val="i"/>
  <p:tag name="KSO_WM_UNIT_INDEX" val="29"/>
</p:tagLst>
</file>

<file path=ppt/tags/tag6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0"/>
  <p:tag name="KSO_WM_UNIT_LAYERLEVEL" val="1"/>
  <p:tag name="KSO_WM_TAG_VERSION" val="3.0"/>
  <p:tag name="KSO_WM_UNIT_TYPE" val="i"/>
  <p:tag name="KSO_WM_UNIT_INDEX" val="30"/>
</p:tagLst>
</file>

<file path=ppt/tags/tag6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1"/>
  <p:tag name="KSO_WM_UNIT_LAYERLEVEL" val="1"/>
  <p:tag name="KSO_WM_TAG_VERSION" val="3.0"/>
  <p:tag name="KSO_WM_UNIT_TYPE" val="i"/>
  <p:tag name="KSO_WM_UNIT_INDEX" val="31"/>
</p:tagLst>
</file>

<file path=ppt/tags/tag6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2"/>
  <p:tag name="KSO_WM_UNIT_LAYERLEVEL" val="1"/>
  <p:tag name="KSO_WM_TAG_VERSION" val="3.0"/>
  <p:tag name="KSO_WM_UNIT_TYPE" val="i"/>
  <p:tag name="KSO_WM_UNIT_INDEX" val="32"/>
</p:tagLst>
</file>

<file path=ppt/tags/tag6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3"/>
  <p:tag name="KSO_WM_UNIT_LAYERLEVEL" val="1"/>
  <p:tag name="KSO_WM_TAG_VERSION" val="3.0"/>
  <p:tag name="KSO_WM_UNIT_TYPE" val="i"/>
  <p:tag name="KSO_WM_UNIT_INDEX" val="33"/>
</p:tagLst>
</file>

<file path=ppt/tags/tag6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4"/>
  <p:tag name="KSO_WM_UNIT_LAYERLEVEL" val="1"/>
  <p:tag name="KSO_WM_TAG_VERSION" val="3.0"/>
  <p:tag name="KSO_WM_UNIT_TYPE" val="i"/>
  <p:tag name="KSO_WM_UNIT_INDEX" val="34"/>
</p:tagLst>
</file>

<file path=ppt/tags/tag6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5"/>
  <p:tag name="KSO_WM_UNIT_LAYERLEVEL" val="1"/>
  <p:tag name="KSO_WM_TAG_VERSION" val="3.0"/>
  <p:tag name="KSO_WM_UNIT_TYPE" val="i"/>
  <p:tag name="KSO_WM_UNIT_INDEX" val="35"/>
</p:tagLst>
</file>

<file path=ppt/tags/tag6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6"/>
  <p:tag name="KSO_WM_UNIT_LAYERLEVEL" val="1"/>
  <p:tag name="KSO_WM_TAG_VERSION" val="3.0"/>
  <p:tag name="KSO_WM_UNIT_TYPE" val="i"/>
  <p:tag name="KSO_WM_UNIT_INDEX" val="36"/>
</p:tagLst>
</file>

<file path=ppt/tags/tag6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7"/>
  <p:tag name="KSO_WM_UNIT_LAYERLEVEL" val="1"/>
  <p:tag name="KSO_WM_TAG_VERSION" val="3.0"/>
  <p:tag name="KSO_WM_UNIT_TYPE" val="i"/>
  <p:tag name="KSO_WM_UNIT_INDEX" val="37"/>
</p:tagLst>
</file>

<file path=ppt/tags/tag6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8"/>
  <p:tag name="KSO_WM_UNIT_LAYERLEVEL" val="1"/>
  <p:tag name="KSO_WM_TAG_VERSION" val="3.0"/>
  <p:tag name="KSO_WM_UNIT_TYPE" val="i"/>
  <p:tag name="KSO_WM_UNIT_INDEX" val="38"/>
</p:tagLst>
</file>

<file path=ppt/tags/tag6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9"/>
  <p:tag name="KSO_WM_UNIT_LAYERLEVEL" val="1"/>
  <p:tag name="KSO_WM_TAG_VERSION" val="3.0"/>
  <p:tag name="KSO_WM_UNIT_TYPE" val="i"/>
  <p:tag name="KSO_WM_UNIT_INDEX" val="39"/>
</p:tagLst>
</file>

<file path=ppt/tags/tag6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40"/>
  <p:tag name="KSO_WM_UNIT_LAYERLEVEL" val="1"/>
  <p:tag name="KSO_WM_TAG_VERSION" val="3.0"/>
  <p:tag name="KSO_WM_UNIT_TYPE" val="i"/>
  <p:tag name="KSO_WM_UNIT_INDEX" val="40"/>
</p:tagLst>
</file>

<file path=ppt/tags/tag6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41"/>
  <p:tag name="KSO_WM_UNIT_LAYERLEVEL" val="1"/>
  <p:tag name="KSO_WM_TAG_VERSION" val="3.0"/>
  <p:tag name="KSO_WM_UNIT_TYPE" val="i"/>
  <p:tag name="KSO_WM_UNIT_INDEX" val="41"/>
</p:tagLst>
</file>

<file path=ppt/tags/tag69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7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41"/>
  <p:tag name="KSO_WM_UNIT_LAYERLEVEL" val="1"/>
  <p:tag name="KSO_WM_TAG_VERSION" val="3.0"/>
  <p:tag name="KSO_WM_UNIT_TYPE" val="i"/>
  <p:tag name="KSO_WM_UNIT_INDEX" val="41"/>
</p:tagLst>
</file>

<file path=ppt/tags/tag7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40"/>
  <p:tag name="KSO_WM_UNIT_LAYERLEVEL" val="1"/>
  <p:tag name="KSO_WM_TAG_VERSION" val="3.0"/>
  <p:tag name="KSO_WM_UNIT_TYPE" val="i"/>
  <p:tag name="KSO_WM_UNIT_INDEX" val="40"/>
</p:tagLst>
</file>

<file path=ppt/tags/tag7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9"/>
  <p:tag name="KSO_WM_UNIT_LAYERLEVEL" val="1"/>
  <p:tag name="KSO_WM_TAG_VERSION" val="3.0"/>
  <p:tag name="KSO_WM_UNIT_TYPE" val="i"/>
  <p:tag name="KSO_WM_UNIT_INDEX" val="39"/>
</p:tagLst>
</file>

<file path=ppt/tags/tag7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8"/>
  <p:tag name="KSO_WM_UNIT_LAYERLEVEL" val="1"/>
  <p:tag name="KSO_WM_TAG_VERSION" val="3.0"/>
  <p:tag name="KSO_WM_UNIT_TYPE" val="i"/>
  <p:tag name="KSO_WM_UNIT_INDEX" val="38"/>
</p:tagLst>
</file>

<file path=ppt/tags/tag7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7"/>
  <p:tag name="KSO_WM_UNIT_LAYERLEVEL" val="1"/>
  <p:tag name="KSO_WM_TAG_VERSION" val="3.0"/>
  <p:tag name="KSO_WM_UNIT_TYPE" val="i"/>
  <p:tag name="KSO_WM_UNIT_INDEX" val="37"/>
</p:tagLst>
</file>

<file path=ppt/tags/tag7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6"/>
  <p:tag name="KSO_WM_UNIT_LAYERLEVEL" val="1"/>
  <p:tag name="KSO_WM_TAG_VERSION" val="3.0"/>
  <p:tag name="KSO_WM_UNIT_TYPE" val="i"/>
  <p:tag name="KSO_WM_UNIT_INDEX" val="36"/>
</p:tagLst>
</file>

<file path=ppt/tags/tag7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5"/>
  <p:tag name="KSO_WM_UNIT_LAYERLEVEL" val="1"/>
  <p:tag name="KSO_WM_TAG_VERSION" val="3.0"/>
  <p:tag name="KSO_WM_UNIT_TYPE" val="i"/>
  <p:tag name="KSO_WM_UNIT_INDEX" val="35"/>
</p:tagLst>
</file>

<file path=ppt/tags/tag7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4"/>
  <p:tag name="KSO_WM_UNIT_LAYERLEVEL" val="1"/>
  <p:tag name="KSO_WM_TAG_VERSION" val="3.0"/>
  <p:tag name="KSO_WM_UNIT_TYPE" val="i"/>
  <p:tag name="KSO_WM_UNIT_INDEX" val="34"/>
</p:tagLst>
</file>

<file path=ppt/tags/tag7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3"/>
  <p:tag name="KSO_WM_UNIT_LAYERLEVEL" val="1"/>
  <p:tag name="KSO_WM_TAG_VERSION" val="3.0"/>
  <p:tag name="KSO_WM_UNIT_TYPE" val="i"/>
  <p:tag name="KSO_WM_UNIT_INDEX" val="33"/>
</p:tagLst>
</file>

<file path=ppt/tags/tag7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2"/>
  <p:tag name="KSO_WM_UNIT_LAYERLEVEL" val="1"/>
  <p:tag name="KSO_WM_TAG_VERSION" val="3.0"/>
  <p:tag name="KSO_WM_UNIT_TYPE" val="i"/>
  <p:tag name="KSO_WM_UNIT_INDEX" val="32"/>
</p:tagLst>
</file>

<file path=ppt/tags/tag7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1"/>
  <p:tag name="KSO_WM_UNIT_LAYERLEVEL" val="1"/>
  <p:tag name="KSO_WM_TAG_VERSION" val="3.0"/>
  <p:tag name="KSO_WM_UNIT_TYPE" val="i"/>
  <p:tag name="KSO_WM_UNIT_INDEX" val="31"/>
</p:tagLst>
</file>

<file path=ppt/tags/tag7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0"/>
  <p:tag name="KSO_WM_UNIT_LAYERLEVEL" val="1"/>
  <p:tag name="KSO_WM_TAG_VERSION" val="3.0"/>
  <p:tag name="KSO_WM_UNIT_TYPE" val="i"/>
  <p:tag name="KSO_WM_UNIT_INDEX" val="30"/>
</p:tagLst>
</file>

<file path=ppt/tags/tag7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9"/>
  <p:tag name="KSO_WM_UNIT_LAYERLEVEL" val="1"/>
  <p:tag name="KSO_WM_TAG_VERSION" val="3.0"/>
  <p:tag name="KSO_WM_UNIT_TYPE" val="i"/>
  <p:tag name="KSO_WM_UNIT_INDEX" val="29"/>
</p:tagLst>
</file>

<file path=ppt/tags/tag7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8"/>
  <p:tag name="KSO_WM_UNIT_LAYERLEVEL" val="1"/>
  <p:tag name="KSO_WM_TAG_VERSION" val="3.0"/>
  <p:tag name="KSO_WM_UNIT_TYPE" val="i"/>
  <p:tag name="KSO_WM_UNIT_INDEX" val="28"/>
</p:tagLst>
</file>

<file path=ppt/tags/tag7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7"/>
  <p:tag name="KSO_WM_UNIT_LAYERLEVEL" val="1"/>
  <p:tag name="KSO_WM_TAG_VERSION" val="3.0"/>
  <p:tag name="KSO_WM_UNIT_TYPE" val="i"/>
  <p:tag name="KSO_WM_UNIT_INDEX" val="27"/>
</p:tagLst>
</file>

<file path=ppt/tags/tag7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6"/>
  <p:tag name="KSO_WM_UNIT_LAYERLEVEL" val="1"/>
  <p:tag name="KSO_WM_TAG_VERSION" val="3.0"/>
  <p:tag name="KSO_WM_UNIT_TYPE" val="i"/>
  <p:tag name="KSO_WM_UNIT_INDEX" val="26"/>
</p:tagLst>
</file>

<file path=ppt/tags/tag7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5"/>
  <p:tag name="KSO_WM_UNIT_LAYERLEVEL" val="1"/>
  <p:tag name="KSO_WM_TAG_VERSION" val="3.0"/>
  <p:tag name="KSO_WM_UNIT_TYPE" val="i"/>
  <p:tag name="KSO_WM_UNIT_INDEX" val="25"/>
</p:tagLst>
</file>

<file path=ppt/tags/tag7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4"/>
  <p:tag name="KSO_WM_UNIT_LAYERLEVEL" val="1"/>
  <p:tag name="KSO_WM_TAG_VERSION" val="3.0"/>
  <p:tag name="KSO_WM_UNIT_TYPE" val="i"/>
  <p:tag name="KSO_WM_UNIT_INDEX" val="24"/>
</p:tagLst>
</file>

<file path=ppt/tags/tag7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3"/>
  <p:tag name="KSO_WM_UNIT_LAYERLEVEL" val="1"/>
  <p:tag name="KSO_WM_TAG_VERSION" val="3.0"/>
  <p:tag name="KSO_WM_UNIT_TYPE" val="i"/>
  <p:tag name="KSO_WM_UNIT_INDEX" val="23"/>
</p:tagLst>
</file>

<file path=ppt/tags/tag7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2"/>
  <p:tag name="KSO_WM_UNIT_LAYERLEVEL" val="1"/>
  <p:tag name="KSO_WM_TAG_VERSION" val="3.0"/>
  <p:tag name="KSO_WM_UNIT_TYPE" val="i"/>
  <p:tag name="KSO_WM_UNIT_INDEX" val="22"/>
</p:tagLst>
</file>

<file path=ppt/tags/tag7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1"/>
  <p:tag name="KSO_WM_UNIT_LAYERLEVEL" val="1"/>
  <p:tag name="KSO_WM_TAG_VERSION" val="3.0"/>
  <p:tag name="KSO_WM_UNIT_TYPE" val="i"/>
  <p:tag name="KSO_WM_UNIT_INDEX" val="21"/>
</p:tagLst>
</file>

<file path=ppt/tags/tag7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0"/>
  <p:tag name="KSO_WM_UNIT_LAYERLEVEL" val="1"/>
  <p:tag name="KSO_WM_TAG_VERSION" val="3.0"/>
  <p:tag name="KSO_WM_UNIT_TYPE" val="i"/>
  <p:tag name="KSO_WM_UNIT_INDEX" val="20"/>
</p:tagLst>
</file>

<file path=ppt/tags/tag7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9"/>
  <p:tag name="KSO_WM_UNIT_LAYERLEVEL" val="1"/>
  <p:tag name="KSO_WM_TAG_VERSION" val="3.0"/>
  <p:tag name="KSO_WM_UNIT_TYPE" val="i"/>
  <p:tag name="KSO_WM_UNIT_INDEX" val="19"/>
</p:tagLst>
</file>

<file path=ppt/tags/tag7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8"/>
  <p:tag name="KSO_WM_UNIT_LAYERLEVEL" val="1"/>
  <p:tag name="KSO_WM_TAG_VERSION" val="3.0"/>
  <p:tag name="KSO_WM_UNIT_TYPE" val="i"/>
  <p:tag name="KSO_WM_UNIT_INDEX" val="18"/>
</p:tagLst>
</file>

<file path=ppt/tags/tag7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7"/>
  <p:tag name="KSO_WM_UNIT_LAYERLEVEL" val="1"/>
  <p:tag name="KSO_WM_TAG_VERSION" val="3.0"/>
  <p:tag name="KSO_WM_UNIT_TYPE" val="i"/>
  <p:tag name="KSO_WM_UNIT_INDEX" val="17"/>
</p:tagLst>
</file>

<file path=ppt/tags/tag7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6"/>
  <p:tag name="KSO_WM_UNIT_LAYERLEVEL" val="1"/>
  <p:tag name="KSO_WM_TAG_VERSION" val="3.0"/>
  <p:tag name="KSO_WM_UNIT_TYPE" val="i"/>
  <p:tag name="KSO_WM_UNIT_INDEX" val="16"/>
</p:tagLst>
</file>

<file path=ppt/tags/tag7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5"/>
  <p:tag name="KSO_WM_UNIT_LAYERLEVEL" val="1"/>
  <p:tag name="KSO_WM_TAG_VERSION" val="3.0"/>
  <p:tag name="KSO_WM_UNIT_TYPE" val="i"/>
  <p:tag name="KSO_WM_UNIT_INDEX" val="15"/>
</p:tagLst>
</file>

<file path=ppt/tags/tag7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4"/>
  <p:tag name="KSO_WM_UNIT_LAYERLEVEL" val="1"/>
  <p:tag name="KSO_WM_TAG_VERSION" val="3.0"/>
  <p:tag name="KSO_WM_UNIT_TYPE" val="i"/>
  <p:tag name="KSO_WM_UNIT_INDEX" val="14"/>
</p:tagLst>
</file>

<file path=ppt/tags/tag7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3"/>
  <p:tag name="KSO_WM_UNIT_LAYERLEVEL" val="1"/>
  <p:tag name="KSO_WM_TAG_VERSION" val="3.0"/>
  <p:tag name="KSO_WM_UNIT_TYPE" val="i"/>
  <p:tag name="KSO_WM_UNIT_INDEX" val="13"/>
</p:tagLst>
</file>

<file path=ppt/tags/tag7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2"/>
  <p:tag name="KSO_WM_UNIT_LAYERLEVEL" val="1"/>
  <p:tag name="KSO_WM_TAG_VERSION" val="3.0"/>
  <p:tag name="KSO_WM_UNIT_TYPE" val="i"/>
  <p:tag name="KSO_WM_UNIT_INDEX" val="12"/>
</p:tagLst>
</file>

<file path=ppt/tags/tag7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1"/>
  <p:tag name="KSO_WM_UNIT_LAYERLEVEL" val="1"/>
  <p:tag name="KSO_WM_TAG_VERSION" val="3.0"/>
  <p:tag name="KSO_WM_UNIT_TYPE" val="i"/>
  <p:tag name="KSO_WM_UNIT_INDEX" val="11"/>
</p:tagLst>
</file>

<file path=ppt/tags/tag7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0"/>
  <p:tag name="KSO_WM_UNIT_LAYERLEVEL" val="1"/>
  <p:tag name="KSO_WM_TAG_VERSION" val="3.0"/>
  <p:tag name="KSO_WM_UNIT_TYPE" val="i"/>
  <p:tag name="KSO_WM_UNIT_INDEX" val="10"/>
</p:tagLst>
</file>

<file path=ppt/tags/tag7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9"/>
  <p:tag name="KSO_WM_UNIT_LAYERLEVEL" val="1"/>
  <p:tag name="KSO_WM_TAG_VERSION" val="3.0"/>
  <p:tag name="KSO_WM_UNIT_TYPE" val="i"/>
  <p:tag name="KSO_WM_UNIT_INDEX" val="9"/>
</p:tagLst>
</file>

<file path=ppt/tags/tag7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8"/>
  <p:tag name="KSO_WM_UNIT_LAYERLEVEL" val="1"/>
  <p:tag name="KSO_WM_TAG_VERSION" val="3.0"/>
  <p:tag name="KSO_WM_UNIT_TYPE" val="i"/>
  <p:tag name="KSO_WM_UNIT_INDEX" val="8"/>
</p:tagLst>
</file>

<file path=ppt/tags/tag7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7"/>
  <p:tag name="KSO_WM_UNIT_LAYERLEVEL" val="1"/>
  <p:tag name="KSO_WM_TAG_VERSION" val="3.0"/>
  <p:tag name="KSO_WM_UNIT_TYPE" val="i"/>
  <p:tag name="KSO_WM_UNIT_INDEX" val="7"/>
</p:tagLst>
</file>

<file path=ppt/tags/tag7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6"/>
  <p:tag name="KSO_WM_UNIT_LAYERLEVEL" val="1"/>
  <p:tag name="KSO_WM_TAG_VERSION" val="3.0"/>
  <p:tag name="KSO_WM_UNIT_TYPE" val="i"/>
  <p:tag name="KSO_WM_UNIT_INDEX" val="6"/>
</p:tagLst>
</file>

<file path=ppt/tags/tag7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5"/>
  <p:tag name="KSO_WM_UNIT_LAYERLEVEL" val="1"/>
  <p:tag name="KSO_WM_TAG_VERSION" val="3.0"/>
  <p:tag name="KSO_WM_UNIT_TYPE" val="i"/>
  <p:tag name="KSO_WM_UNIT_INDEX" val="5"/>
</p:tagLst>
</file>

<file path=ppt/tags/tag7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4"/>
  <p:tag name="KSO_WM_UNIT_LAYERLEVEL" val="1"/>
  <p:tag name="KSO_WM_TAG_VERSION" val="3.0"/>
  <p:tag name="KSO_WM_UNIT_TYPE" val="i"/>
  <p:tag name="KSO_WM_UNIT_INDEX" val="4"/>
</p:tagLst>
</file>

<file path=ppt/tags/tag7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"/>
  <p:tag name="KSO_WM_UNIT_LAYERLEVEL" val="1"/>
  <p:tag name="KSO_WM_TAG_VERSION" val="3.0"/>
  <p:tag name="KSO_WM_UNIT_TYPE" val="i"/>
  <p:tag name="KSO_WM_UNIT_INDEX" val="3"/>
</p:tagLst>
</file>

<file path=ppt/tags/tag7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3.0"/>
  <p:tag name="KSO_WM_UNIT_TYPE" val="i"/>
  <p:tag name="KSO_WM_UNIT_INDEX" val="2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7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UNIT_TYPE" val="i"/>
  <p:tag name="KSO_WM_UNIT_INDEX" val="2"/>
</p:tagLst>
</file>

<file path=ppt/tags/tag7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UNIT_TYPE" val="i"/>
  <p:tag name="KSO_WM_UNIT_INDEX" val="3"/>
</p:tagLst>
</file>

<file path=ppt/tags/tag7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4"/>
  <p:tag name="KSO_WM_UNIT_LAYERLEVEL" val="1"/>
  <p:tag name="KSO_WM_TAG_VERSION" val="3.0"/>
  <p:tag name="KSO_WM_UNIT_TYPE" val="i"/>
  <p:tag name="KSO_WM_UNIT_INDEX" val="4"/>
</p:tagLst>
</file>

<file path=ppt/tags/tag7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5"/>
  <p:tag name="KSO_WM_UNIT_LAYERLEVEL" val="1"/>
  <p:tag name="KSO_WM_TAG_VERSION" val="3.0"/>
  <p:tag name="KSO_WM_UNIT_TYPE" val="i"/>
  <p:tag name="KSO_WM_UNIT_INDEX" val="5"/>
</p:tagLst>
</file>

<file path=ppt/tags/tag7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6"/>
  <p:tag name="KSO_WM_UNIT_LAYERLEVEL" val="1"/>
  <p:tag name="KSO_WM_TAG_VERSION" val="3.0"/>
  <p:tag name="KSO_WM_UNIT_TYPE" val="i"/>
  <p:tag name="KSO_WM_UNIT_INDEX" val="6"/>
</p:tagLst>
</file>

<file path=ppt/tags/tag7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7"/>
  <p:tag name="KSO_WM_UNIT_LAYERLEVEL" val="1"/>
  <p:tag name="KSO_WM_TAG_VERSION" val="3.0"/>
  <p:tag name="KSO_WM_UNIT_TYPE" val="i"/>
  <p:tag name="KSO_WM_UNIT_INDEX" val="7"/>
</p:tagLst>
</file>

<file path=ppt/tags/tag7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8"/>
  <p:tag name="KSO_WM_UNIT_LAYERLEVEL" val="1"/>
  <p:tag name="KSO_WM_TAG_VERSION" val="3.0"/>
  <p:tag name="KSO_WM_UNIT_TYPE" val="i"/>
  <p:tag name="KSO_WM_UNIT_INDEX" val="8"/>
</p:tagLst>
</file>

<file path=ppt/tags/tag7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9"/>
  <p:tag name="KSO_WM_UNIT_LAYERLEVEL" val="1"/>
  <p:tag name="KSO_WM_TAG_VERSION" val="3.0"/>
  <p:tag name="KSO_WM_UNIT_TYPE" val="i"/>
  <p:tag name="KSO_WM_UNIT_INDEX" val="9"/>
</p:tagLst>
</file>

<file path=ppt/tags/tag7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0"/>
  <p:tag name="KSO_WM_UNIT_LAYERLEVEL" val="1"/>
  <p:tag name="KSO_WM_TAG_VERSION" val="3.0"/>
  <p:tag name="KSO_WM_UNIT_TYPE" val="i"/>
  <p:tag name="KSO_WM_UNIT_INDEX" val="10"/>
</p:tagLst>
</file>

<file path=ppt/tags/tag7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1"/>
  <p:tag name="KSO_WM_UNIT_LAYERLEVEL" val="1"/>
  <p:tag name="KSO_WM_TAG_VERSION" val="3.0"/>
  <p:tag name="KSO_WM_UNIT_TYPE" val="i"/>
  <p:tag name="KSO_WM_UNIT_INDEX" val="11"/>
</p:tagLst>
</file>

<file path=ppt/tags/tag7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2"/>
  <p:tag name="KSO_WM_UNIT_LAYERLEVEL" val="1"/>
  <p:tag name="KSO_WM_TAG_VERSION" val="3.0"/>
  <p:tag name="KSO_WM_UNIT_TYPE" val="i"/>
  <p:tag name="KSO_WM_UNIT_INDEX" val="12"/>
</p:tagLst>
</file>

<file path=ppt/tags/tag7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3"/>
  <p:tag name="KSO_WM_UNIT_LAYERLEVEL" val="1"/>
  <p:tag name="KSO_WM_TAG_VERSION" val="3.0"/>
  <p:tag name="KSO_WM_UNIT_TYPE" val="i"/>
  <p:tag name="KSO_WM_UNIT_INDEX" val="13"/>
</p:tagLst>
</file>

<file path=ppt/tags/tag7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4"/>
  <p:tag name="KSO_WM_UNIT_LAYERLEVEL" val="1"/>
  <p:tag name="KSO_WM_TAG_VERSION" val="3.0"/>
  <p:tag name="KSO_WM_UNIT_TYPE" val="i"/>
  <p:tag name="KSO_WM_UNIT_INDEX" val="14"/>
</p:tagLst>
</file>

<file path=ppt/tags/tag7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5"/>
  <p:tag name="KSO_WM_UNIT_LAYERLEVEL" val="1"/>
  <p:tag name="KSO_WM_TAG_VERSION" val="3.0"/>
  <p:tag name="KSO_WM_UNIT_TYPE" val="i"/>
  <p:tag name="KSO_WM_UNIT_INDEX" val="15"/>
</p:tagLst>
</file>

<file path=ppt/tags/tag7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6"/>
  <p:tag name="KSO_WM_UNIT_LAYERLEVEL" val="1"/>
  <p:tag name="KSO_WM_TAG_VERSION" val="3.0"/>
  <p:tag name="KSO_WM_UNIT_TYPE" val="i"/>
  <p:tag name="KSO_WM_UNIT_INDEX" val="16"/>
</p:tagLst>
</file>

<file path=ppt/tags/tag7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7"/>
  <p:tag name="KSO_WM_UNIT_LAYERLEVEL" val="1"/>
  <p:tag name="KSO_WM_TAG_VERSION" val="3.0"/>
  <p:tag name="KSO_WM_UNIT_TYPE" val="i"/>
  <p:tag name="KSO_WM_UNIT_INDEX" val="17"/>
</p:tagLst>
</file>

<file path=ppt/tags/tag7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8"/>
  <p:tag name="KSO_WM_UNIT_LAYERLEVEL" val="1"/>
  <p:tag name="KSO_WM_TAG_VERSION" val="3.0"/>
  <p:tag name="KSO_WM_UNIT_TYPE" val="i"/>
  <p:tag name="KSO_WM_UNIT_INDEX" val="18"/>
</p:tagLst>
</file>

<file path=ppt/tags/tag7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9"/>
  <p:tag name="KSO_WM_UNIT_LAYERLEVEL" val="1"/>
  <p:tag name="KSO_WM_TAG_VERSION" val="3.0"/>
  <p:tag name="KSO_WM_UNIT_TYPE" val="i"/>
  <p:tag name="KSO_WM_UNIT_INDEX" val="19"/>
</p:tagLst>
</file>

<file path=ppt/tags/tag7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0"/>
  <p:tag name="KSO_WM_UNIT_LAYERLEVEL" val="1"/>
  <p:tag name="KSO_WM_TAG_VERSION" val="3.0"/>
  <p:tag name="KSO_WM_UNIT_TYPE" val="i"/>
  <p:tag name="KSO_WM_UNIT_INDEX" val="20"/>
</p:tagLst>
</file>

<file path=ppt/tags/tag7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1"/>
  <p:tag name="KSO_WM_UNIT_LAYERLEVEL" val="1"/>
  <p:tag name="KSO_WM_TAG_VERSION" val="3.0"/>
  <p:tag name="KSO_WM_UNIT_TYPE" val="i"/>
  <p:tag name="KSO_WM_UNIT_INDEX" val="21"/>
</p:tagLst>
</file>

<file path=ppt/tags/tag7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2"/>
  <p:tag name="KSO_WM_UNIT_LAYERLEVEL" val="1"/>
  <p:tag name="KSO_WM_TAG_VERSION" val="3.0"/>
  <p:tag name="KSO_WM_UNIT_TYPE" val="i"/>
  <p:tag name="KSO_WM_UNIT_INDEX" val="22"/>
</p:tagLst>
</file>

<file path=ppt/tags/tag7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3"/>
  <p:tag name="KSO_WM_UNIT_LAYERLEVEL" val="1"/>
  <p:tag name="KSO_WM_TAG_VERSION" val="3.0"/>
  <p:tag name="KSO_WM_UNIT_TYPE" val="i"/>
  <p:tag name="KSO_WM_UNIT_INDEX" val="23"/>
</p:tagLst>
</file>

<file path=ppt/tags/tag7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4"/>
  <p:tag name="KSO_WM_UNIT_LAYERLEVEL" val="1"/>
  <p:tag name="KSO_WM_TAG_VERSION" val="3.0"/>
  <p:tag name="KSO_WM_UNIT_TYPE" val="i"/>
  <p:tag name="KSO_WM_UNIT_INDEX" val="24"/>
</p:tagLst>
</file>

<file path=ppt/tags/tag7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5"/>
  <p:tag name="KSO_WM_UNIT_LAYERLEVEL" val="1"/>
  <p:tag name="KSO_WM_TAG_VERSION" val="3.0"/>
  <p:tag name="KSO_WM_UNIT_TYPE" val="i"/>
  <p:tag name="KSO_WM_UNIT_INDEX" val="25"/>
</p:tagLst>
</file>

<file path=ppt/tags/tag7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6"/>
  <p:tag name="KSO_WM_UNIT_LAYERLEVEL" val="1"/>
  <p:tag name="KSO_WM_TAG_VERSION" val="3.0"/>
  <p:tag name="KSO_WM_UNIT_TYPE" val="i"/>
  <p:tag name="KSO_WM_UNIT_INDEX" val="26"/>
</p:tagLst>
</file>

<file path=ppt/tags/tag7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7"/>
  <p:tag name="KSO_WM_UNIT_LAYERLEVEL" val="1"/>
  <p:tag name="KSO_WM_TAG_VERSION" val="3.0"/>
  <p:tag name="KSO_WM_UNIT_TYPE" val="i"/>
  <p:tag name="KSO_WM_UNIT_INDEX" val="27"/>
</p:tagLst>
</file>

<file path=ppt/tags/tag7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8"/>
  <p:tag name="KSO_WM_UNIT_LAYERLEVEL" val="1"/>
  <p:tag name="KSO_WM_TAG_VERSION" val="3.0"/>
  <p:tag name="KSO_WM_UNIT_TYPE" val="i"/>
  <p:tag name="KSO_WM_UNIT_INDEX" val="28"/>
</p:tagLst>
</file>

<file path=ppt/tags/tag7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9"/>
  <p:tag name="KSO_WM_UNIT_LAYERLEVEL" val="1"/>
  <p:tag name="KSO_WM_TAG_VERSION" val="3.0"/>
  <p:tag name="KSO_WM_UNIT_TYPE" val="i"/>
  <p:tag name="KSO_WM_UNIT_INDEX" val="29"/>
</p:tagLst>
</file>

<file path=ppt/tags/tag7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0"/>
  <p:tag name="KSO_WM_UNIT_LAYERLEVEL" val="1"/>
  <p:tag name="KSO_WM_TAG_VERSION" val="3.0"/>
  <p:tag name="KSO_WM_UNIT_TYPE" val="i"/>
  <p:tag name="KSO_WM_UNIT_INDEX" val="30"/>
</p:tagLst>
</file>

<file path=ppt/tags/tag7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1"/>
  <p:tag name="KSO_WM_UNIT_LAYERLEVEL" val="1"/>
  <p:tag name="KSO_WM_TAG_VERSION" val="3.0"/>
  <p:tag name="KSO_WM_UNIT_TYPE" val="i"/>
  <p:tag name="KSO_WM_UNIT_INDEX" val="31"/>
</p:tagLst>
</file>

<file path=ppt/tags/tag7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2"/>
  <p:tag name="KSO_WM_UNIT_LAYERLEVEL" val="1"/>
  <p:tag name="KSO_WM_TAG_VERSION" val="3.0"/>
  <p:tag name="KSO_WM_UNIT_TYPE" val="i"/>
  <p:tag name="KSO_WM_UNIT_INDEX" val="32"/>
</p:tagLst>
</file>

<file path=ppt/tags/tag7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3"/>
  <p:tag name="KSO_WM_UNIT_LAYERLEVEL" val="1"/>
  <p:tag name="KSO_WM_TAG_VERSION" val="3.0"/>
  <p:tag name="KSO_WM_UNIT_TYPE" val="i"/>
  <p:tag name="KSO_WM_UNIT_INDEX" val="33"/>
</p:tagLst>
</file>

<file path=ppt/tags/tag7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4"/>
  <p:tag name="KSO_WM_UNIT_LAYERLEVEL" val="1"/>
  <p:tag name="KSO_WM_TAG_VERSION" val="3.0"/>
  <p:tag name="KSO_WM_UNIT_TYPE" val="i"/>
  <p:tag name="KSO_WM_UNIT_INDEX" val="34"/>
</p:tagLst>
</file>

<file path=ppt/tags/tag7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5"/>
  <p:tag name="KSO_WM_UNIT_LAYERLEVEL" val="1"/>
  <p:tag name="KSO_WM_TAG_VERSION" val="3.0"/>
  <p:tag name="KSO_WM_UNIT_TYPE" val="i"/>
  <p:tag name="KSO_WM_UNIT_INDEX" val="35"/>
</p:tagLst>
</file>

<file path=ppt/tags/tag7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6"/>
  <p:tag name="KSO_WM_UNIT_LAYERLEVEL" val="1"/>
  <p:tag name="KSO_WM_TAG_VERSION" val="3.0"/>
  <p:tag name="KSO_WM_UNIT_TYPE" val="i"/>
  <p:tag name="KSO_WM_UNIT_INDEX" val="36"/>
</p:tagLst>
</file>

<file path=ppt/tags/tag7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7"/>
  <p:tag name="KSO_WM_UNIT_LAYERLEVEL" val="1"/>
  <p:tag name="KSO_WM_TAG_VERSION" val="3.0"/>
  <p:tag name="KSO_WM_UNIT_TYPE" val="i"/>
  <p:tag name="KSO_WM_UNIT_INDEX" val="37"/>
</p:tagLst>
</file>

<file path=ppt/tags/tag7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8"/>
  <p:tag name="KSO_WM_UNIT_LAYERLEVEL" val="1"/>
  <p:tag name="KSO_WM_TAG_VERSION" val="3.0"/>
  <p:tag name="KSO_WM_UNIT_TYPE" val="i"/>
  <p:tag name="KSO_WM_UNIT_INDEX" val="38"/>
</p:tagLst>
</file>

<file path=ppt/tags/tag7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39"/>
  <p:tag name="KSO_WM_UNIT_LAYERLEVEL" val="1"/>
  <p:tag name="KSO_WM_TAG_VERSION" val="3.0"/>
  <p:tag name="KSO_WM_UNIT_TYPE" val="i"/>
  <p:tag name="KSO_WM_UNIT_INDEX" val="39"/>
</p:tagLst>
</file>

<file path=ppt/tags/tag7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40"/>
  <p:tag name="KSO_WM_UNIT_LAYERLEVEL" val="1"/>
  <p:tag name="KSO_WM_TAG_VERSION" val="3.0"/>
  <p:tag name="KSO_WM_UNIT_TYPE" val="i"/>
  <p:tag name="KSO_WM_UNIT_INDEX" val="40"/>
</p:tagLst>
</file>

<file path=ppt/tags/tag7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41"/>
  <p:tag name="KSO_WM_UNIT_LAYERLEVEL" val="1"/>
  <p:tag name="KSO_WM_TAG_VERSION" val="3.0"/>
  <p:tag name="KSO_WM_UNIT_TYPE" val="i"/>
  <p:tag name="KSO_WM_UNIT_INDEX" val="41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7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UNIT_TYPE" val="i"/>
  <p:tag name="KSO_WM_UNIT_INDEX" val="2"/>
</p:tagLst>
</file>

<file path=ppt/tags/tag7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UNIT_TYPE" val="i"/>
  <p:tag name="KSO_WM_UNIT_INDEX" val="3"/>
</p:tagLst>
</file>

<file path=ppt/tags/tag7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4"/>
  <p:tag name="KSO_WM_UNIT_LAYERLEVEL" val="1"/>
  <p:tag name="KSO_WM_TAG_VERSION" val="3.0"/>
  <p:tag name="KSO_WM_UNIT_TYPE" val="i"/>
  <p:tag name="KSO_WM_UNIT_INDEX" val="4"/>
</p:tagLst>
</file>

<file path=ppt/tags/tag7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5"/>
  <p:tag name="KSO_WM_UNIT_LAYERLEVEL" val="1"/>
  <p:tag name="KSO_WM_TAG_VERSION" val="3.0"/>
  <p:tag name="KSO_WM_UNIT_TYPE" val="i"/>
  <p:tag name="KSO_WM_UNIT_INDEX" val="5"/>
</p:tagLst>
</file>

<file path=ppt/tags/tag7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6"/>
  <p:tag name="KSO_WM_UNIT_LAYERLEVEL" val="1"/>
  <p:tag name="KSO_WM_TAG_VERSION" val="3.0"/>
  <p:tag name="KSO_WM_UNIT_TYPE" val="i"/>
  <p:tag name="KSO_WM_UNIT_INDEX" val="6"/>
</p:tagLst>
</file>

<file path=ppt/tags/tag8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7"/>
  <p:tag name="KSO_WM_UNIT_LAYERLEVEL" val="1"/>
  <p:tag name="KSO_WM_TAG_VERSION" val="3.0"/>
  <p:tag name="KSO_WM_UNIT_TYPE" val="i"/>
  <p:tag name="KSO_WM_UNIT_INDEX" val="7"/>
</p:tagLst>
</file>

<file path=ppt/tags/tag8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8"/>
  <p:tag name="KSO_WM_UNIT_LAYERLEVEL" val="1"/>
  <p:tag name="KSO_WM_TAG_VERSION" val="3.0"/>
  <p:tag name="KSO_WM_UNIT_TYPE" val="i"/>
  <p:tag name="KSO_WM_UNIT_INDEX" val="8"/>
</p:tagLst>
</file>

<file path=ppt/tags/tag8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9"/>
  <p:tag name="KSO_WM_UNIT_LAYERLEVEL" val="1"/>
  <p:tag name="KSO_WM_TAG_VERSION" val="3.0"/>
  <p:tag name="KSO_WM_UNIT_TYPE" val="i"/>
  <p:tag name="KSO_WM_UNIT_INDEX" val="9"/>
</p:tagLst>
</file>

<file path=ppt/tags/tag8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0"/>
  <p:tag name="KSO_WM_UNIT_LAYERLEVEL" val="1"/>
  <p:tag name="KSO_WM_TAG_VERSION" val="3.0"/>
  <p:tag name="KSO_WM_UNIT_TYPE" val="i"/>
  <p:tag name="KSO_WM_UNIT_INDEX" val="10"/>
</p:tagLst>
</file>

<file path=ppt/tags/tag8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1"/>
  <p:tag name="KSO_WM_UNIT_LAYERLEVEL" val="1"/>
  <p:tag name="KSO_WM_TAG_VERSION" val="3.0"/>
  <p:tag name="KSO_WM_UNIT_TYPE" val="i"/>
  <p:tag name="KSO_WM_UNIT_INDEX" val="11"/>
</p:tagLst>
</file>

<file path=ppt/tags/tag8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2"/>
  <p:tag name="KSO_WM_UNIT_LAYERLEVEL" val="1"/>
  <p:tag name="KSO_WM_TAG_VERSION" val="3.0"/>
  <p:tag name="KSO_WM_UNIT_TYPE" val="i"/>
  <p:tag name="KSO_WM_UNIT_INDEX" val="12"/>
</p:tagLst>
</file>

<file path=ppt/tags/tag8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UNIT_TYPE" val="i"/>
  <p:tag name="KSO_WM_UNIT_INDEX" val="13"/>
</p:tagLst>
</file>

<file path=ppt/tags/tag8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4"/>
  <p:tag name="KSO_WM_UNIT_LAYERLEVEL" val="1"/>
  <p:tag name="KSO_WM_TAG_VERSION" val="3.0"/>
  <p:tag name="KSO_WM_UNIT_TYPE" val="i"/>
  <p:tag name="KSO_WM_UNIT_INDEX" val="14"/>
</p:tagLst>
</file>

<file path=ppt/tags/tag8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5"/>
  <p:tag name="KSO_WM_UNIT_LAYERLEVEL" val="1"/>
  <p:tag name="KSO_WM_TAG_VERSION" val="3.0"/>
  <p:tag name="KSO_WM_UNIT_TYPE" val="i"/>
  <p:tag name="KSO_WM_UNIT_INDEX" val="15"/>
</p:tagLst>
</file>

<file path=ppt/tags/tag8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6"/>
  <p:tag name="KSO_WM_UNIT_LAYERLEVEL" val="1"/>
  <p:tag name="KSO_WM_TAG_VERSION" val="3.0"/>
  <p:tag name="KSO_WM_UNIT_TYPE" val="i"/>
  <p:tag name="KSO_WM_UNIT_INDEX" val="16"/>
</p:tagLst>
</file>

<file path=ppt/tags/tag8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7"/>
  <p:tag name="KSO_WM_UNIT_LAYERLEVEL" val="1"/>
  <p:tag name="KSO_WM_TAG_VERSION" val="3.0"/>
  <p:tag name="KSO_WM_UNIT_TYPE" val="i"/>
  <p:tag name="KSO_WM_UNIT_INDEX" val="17"/>
</p:tagLst>
</file>

<file path=ppt/tags/tag8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8"/>
  <p:tag name="KSO_WM_UNIT_LAYERLEVEL" val="1"/>
  <p:tag name="KSO_WM_TAG_VERSION" val="3.0"/>
  <p:tag name="KSO_WM_UNIT_TYPE" val="i"/>
  <p:tag name="KSO_WM_UNIT_INDEX" val="18"/>
</p:tagLst>
</file>

<file path=ppt/tags/tag8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9"/>
  <p:tag name="KSO_WM_UNIT_LAYERLEVEL" val="1"/>
  <p:tag name="KSO_WM_TAG_VERSION" val="3.0"/>
  <p:tag name="KSO_WM_UNIT_TYPE" val="i"/>
  <p:tag name="KSO_WM_UNIT_INDEX" val="19"/>
</p:tagLst>
</file>

<file path=ppt/tags/tag8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0"/>
  <p:tag name="KSO_WM_UNIT_LAYERLEVEL" val="1"/>
  <p:tag name="KSO_WM_TAG_VERSION" val="3.0"/>
  <p:tag name="KSO_WM_UNIT_TYPE" val="i"/>
  <p:tag name="KSO_WM_UNIT_INDEX" val="20"/>
</p:tagLst>
</file>

<file path=ppt/tags/tag8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1"/>
  <p:tag name="KSO_WM_UNIT_LAYERLEVEL" val="1"/>
  <p:tag name="KSO_WM_TAG_VERSION" val="3.0"/>
  <p:tag name="KSO_WM_UNIT_TYPE" val="i"/>
  <p:tag name="KSO_WM_UNIT_INDEX" val="21"/>
</p:tagLst>
</file>

<file path=ppt/tags/tag8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2"/>
  <p:tag name="KSO_WM_UNIT_LAYERLEVEL" val="1"/>
  <p:tag name="KSO_WM_TAG_VERSION" val="3.0"/>
  <p:tag name="KSO_WM_UNIT_TYPE" val="i"/>
  <p:tag name="KSO_WM_UNIT_INDEX" val="22"/>
</p:tagLst>
</file>

<file path=ppt/tags/tag8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3"/>
  <p:tag name="KSO_WM_UNIT_LAYERLEVEL" val="1"/>
  <p:tag name="KSO_WM_TAG_VERSION" val="3.0"/>
  <p:tag name="KSO_WM_UNIT_TYPE" val="i"/>
  <p:tag name="KSO_WM_UNIT_INDEX" val="23"/>
</p:tagLst>
</file>

<file path=ppt/tags/tag8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4"/>
  <p:tag name="KSO_WM_UNIT_LAYERLEVEL" val="1"/>
  <p:tag name="KSO_WM_TAG_VERSION" val="3.0"/>
  <p:tag name="KSO_WM_UNIT_TYPE" val="i"/>
  <p:tag name="KSO_WM_UNIT_INDEX" val="24"/>
</p:tagLst>
</file>

<file path=ppt/tags/tag8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5"/>
  <p:tag name="KSO_WM_UNIT_LAYERLEVEL" val="1"/>
  <p:tag name="KSO_WM_TAG_VERSION" val="3.0"/>
  <p:tag name="KSO_WM_UNIT_TYPE" val="i"/>
  <p:tag name="KSO_WM_UNIT_INDEX" val="25"/>
</p:tagLst>
</file>

<file path=ppt/tags/tag8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6"/>
  <p:tag name="KSO_WM_UNIT_LAYERLEVEL" val="1"/>
  <p:tag name="KSO_WM_TAG_VERSION" val="3.0"/>
  <p:tag name="KSO_WM_UNIT_TYPE" val="i"/>
  <p:tag name="KSO_WM_UNIT_INDEX" val="26"/>
</p:tagLst>
</file>

<file path=ppt/tags/tag8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7"/>
  <p:tag name="KSO_WM_UNIT_LAYERLEVEL" val="1"/>
  <p:tag name="KSO_WM_TAG_VERSION" val="3.0"/>
  <p:tag name="KSO_WM_UNIT_TYPE" val="i"/>
  <p:tag name="KSO_WM_UNIT_INDEX" val="27"/>
</p:tagLst>
</file>

<file path=ppt/tags/tag8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8"/>
  <p:tag name="KSO_WM_UNIT_LAYERLEVEL" val="1"/>
  <p:tag name="KSO_WM_TAG_VERSION" val="3.0"/>
  <p:tag name="KSO_WM_UNIT_TYPE" val="i"/>
  <p:tag name="KSO_WM_UNIT_INDEX" val="28"/>
</p:tagLst>
</file>

<file path=ppt/tags/tag8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9"/>
  <p:tag name="KSO_WM_UNIT_LAYERLEVEL" val="1"/>
  <p:tag name="KSO_WM_TAG_VERSION" val="3.0"/>
  <p:tag name="KSO_WM_UNIT_TYPE" val="i"/>
  <p:tag name="KSO_WM_UNIT_INDEX" val="29"/>
</p:tagLst>
</file>

<file path=ppt/tags/tag8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0"/>
  <p:tag name="KSO_WM_UNIT_LAYERLEVEL" val="1"/>
  <p:tag name="KSO_WM_TAG_VERSION" val="3.0"/>
  <p:tag name="KSO_WM_UNIT_TYPE" val="i"/>
  <p:tag name="KSO_WM_UNIT_INDEX" val="30"/>
</p:tagLst>
</file>

<file path=ppt/tags/tag8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1"/>
  <p:tag name="KSO_WM_UNIT_LAYERLEVEL" val="1"/>
  <p:tag name="KSO_WM_TAG_VERSION" val="3.0"/>
  <p:tag name="KSO_WM_UNIT_TYPE" val="i"/>
  <p:tag name="KSO_WM_UNIT_INDEX" val="31"/>
</p:tagLst>
</file>

<file path=ppt/tags/tag8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2"/>
  <p:tag name="KSO_WM_UNIT_LAYERLEVEL" val="1"/>
  <p:tag name="KSO_WM_TAG_VERSION" val="3.0"/>
  <p:tag name="KSO_WM_UNIT_TYPE" val="i"/>
  <p:tag name="KSO_WM_UNIT_INDEX" val="32"/>
</p:tagLst>
</file>

<file path=ppt/tags/tag8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3"/>
  <p:tag name="KSO_WM_UNIT_LAYERLEVEL" val="1"/>
  <p:tag name="KSO_WM_TAG_VERSION" val="3.0"/>
  <p:tag name="KSO_WM_UNIT_TYPE" val="i"/>
  <p:tag name="KSO_WM_UNIT_INDEX" val="33"/>
</p:tagLst>
</file>

<file path=ppt/tags/tag8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4"/>
  <p:tag name="KSO_WM_UNIT_LAYERLEVEL" val="1"/>
  <p:tag name="KSO_WM_TAG_VERSION" val="3.0"/>
  <p:tag name="KSO_WM_UNIT_TYPE" val="i"/>
  <p:tag name="KSO_WM_UNIT_INDEX" val="34"/>
</p:tagLst>
</file>

<file path=ppt/tags/tag8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5"/>
  <p:tag name="KSO_WM_UNIT_LAYERLEVEL" val="1"/>
  <p:tag name="KSO_WM_TAG_VERSION" val="3.0"/>
  <p:tag name="KSO_WM_UNIT_TYPE" val="i"/>
  <p:tag name="KSO_WM_UNIT_INDEX" val="35"/>
</p:tagLst>
</file>

<file path=ppt/tags/tag8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6"/>
  <p:tag name="KSO_WM_UNIT_LAYERLEVEL" val="1"/>
  <p:tag name="KSO_WM_TAG_VERSION" val="3.0"/>
  <p:tag name="KSO_WM_UNIT_TYPE" val="i"/>
  <p:tag name="KSO_WM_UNIT_INDEX" val="36"/>
</p:tagLst>
</file>

<file path=ppt/tags/tag8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7"/>
  <p:tag name="KSO_WM_UNIT_LAYERLEVEL" val="1"/>
  <p:tag name="KSO_WM_TAG_VERSION" val="3.0"/>
  <p:tag name="KSO_WM_UNIT_TYPE" val="i"/>
  <p:tag name="KSO_WM_UNIT_INDEX" val="37"/>
</p:tagLst>
</file>

<file path=ppt/tags/tag8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8"/>
  <p:tag name="KSO_WM_UNIT_LAYERLEVEL" val="1"/>
  <p:tag name="KSO_WM_TAG_VERSION" val="3.0"/>
  <p:tag name="KSO_WM_UNIT_TYPE" val="i"/>
  <p:tag name="KSO_WM_UNIT_INDEX" val="38"/>
</p:tagLst>
</file>

<file path=ppt/tags/tag8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9"/>
  <p:tag name="KSO_WM_UNIT_LAYERLEVEL" val="1"/>
  <p:tag name="KSO_WM_TAG_VERSION" val="3.0"/>
  <p:tag name="KSO_WM_UNIT_TYPE" val="i"/>
  <p:tag name="KSO_WM_UNIT_INDEX" val="39"/>
</p:tagLst>
</file>

<file path=ppt/tags/tag8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40"/>
  <p:tag name="KSO_WM_UNIT_LAYERLEVEL" val="1"/>
  <p:tag name="KSO_WM_TAG_VERSION" val="3.0"/>
  <p:tag name="KSO_WM_UNIT_TYPE" val="i"/>
  <p:tag name="KSO_WM_UNIT_INDEX" val="40"/>
</p:tagLst>
</file>

<file path=ppt/tags/tag8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41"/>
  <p:tag name="KSO_WM_UNIT_LAYERLEVEL" val="1"/>
  <p:tag name="KSO_WM_TAG_VERSION" val="3.0"/>
  <p:tag name="KSO_WM_UNIT_TYPE" val="i"/>
  <p:tag name="KSO_WM_UNIT_INDEX" val="41"/>
</p:tagLst>
</file>

<file path=ppt/tags/tag83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8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8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8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8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TYPE" val="i"/>
  <p:tag name="KSO_WM_UNIT_INDEX" val="9"/>
</p:tagLst>
</file>

<file path=ppt/tags/tag8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TYPE" val="i"/>
  <p:tag name="KSO_WM_UNIT_INDEX" val="10"/>
</p:tagLst>
</file>

<file path=ppt/tags/tag8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8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UNIT_TYPE" val="i"/>
  <p:tag name="KSO_WM_UNIT_INDEX" val="12"/>
</p:tagLst>
</file>

<file path=ppt/tags/tag8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UNIT_TYPE" val="i"/>
  <p:tag name="KSO_WM_UNIT_INDEX" val="13"/>
</p:tagLst>
</file>

<file path=ppt/tags/tag8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UNIT_TYPE" val="i"/>
  <p:tag name="KSO_WM_UNIT_INDEX" val="14"/>
</p:tagLst>
</file>

<file path=ppt/tags/tag8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UNIT_TYPE" val="i"/>
  <p:tag name="KSO_WM_UNIT_INDEX" val="15"/>
</p:tagLst>
</file>

<file path=ppt/tags/tag8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UNIT_TYPE" val="i"/>
  <p:tag name="KSO_WM_UNIT_INDEX" val="16"/>
</p:tagLst>
</file>

<file path=ppt/tags/tag8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3.0"/>
  <p:tag name="KSO_WM_UNIT_TYPE" val="i"/>
  <p:tag name="KSO_WM_UNIT_INDEX" val="17"/>
</p:tagLst>
</file>

<file path=ppt/tags/tag8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3.0"/>
  <p:tag name="KSO_WM_UNIT_TYPE" val="i"/>
  <p:tag name="KSO_WM_UNIT_INDEX" val="18"/>
</p:tagLst>
</file>

<file path=ppt/tags/tag8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3.0"/>
  <p:tag name="KSO_WM_UNIT_TYPE" val="i"/>
  <p:tag name="KSO_WM_UNIT_INDEX" val="19"/>
</p:tagLst>
</file>

<file path=ppt/tags/tag8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3.0"/>
  <p:tag name="KSO_WM_UNIT_TYPE" val="i"/>
  <p:tag name="KSO_WM_UNIT_INDEX" val="20"/>
</p:tagLst>
</file>

<file path=ppt/tags/tag8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3.0"/>
  <p:tag name="KSO_WM_UNIT_TYPE" val="i"/>
  <p:tag name="KSO_WM_UNIT_INDEX" val="21"/>
</p:tagLst>
</file>

<file path=ppt/tags/tag8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3.0"/>
  <p:tag name="KSO_WM_UNIT_TYPE" val="i"/>
  <p:tag name="KSO_WM_UNIT_INDEX" val="22"/>
</p:tagLst>
</file>

<file path=ppt/tags/tag8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3.0"/>
  <p:tag name="KSO_WM_UNIT_TYPE" val="i"/>
  <p:tag name="KSO_WM_UNIT_INDEX" val="23"/>
</p:tagLst>
</file>

<file path=ppt/tags/tag8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3.0"/>
  <p:tag name="KSO_WM_UNIT_TYPE" val="i"/>
  <p:tag name="KSO_WM_UNIT_INDEX" val="24"/>
</p:tagLst>
</file>

<file path=ppt/tags/tag8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3.0"/>
  <p:tag name="KSO_WM_UNIT_TYPE" val="i"/>
  <p:tag name="KSO_WM_UNIT_INDEX" val="25"/>
</p:tagLst>
</file>

<file path=ppt/tags/tag8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3.0"/>
  <p:tag name="KSO_WM_UNIT_TYPE" val="i"/>
  <p:tag name="KSO_WM_UNIT_INDEX" val="26"/>
</p:tagLst>
</file>

<file path=ppt/tags/tag8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3.0"/>
  <p:tag name="KSO_WM_UNIT_TYPE" val="i"/>
  <p:tag name="KSO_WM_UNIT_INDEX" val="27"/>
</p:tagLst>
</file>

<file path=ppt/tags/tag8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3.0"/>
  <p:tag name="KSO_WM_UNIT_TYPE" val="i"/>
  <p:tag name="KSO_WM_UNIT_INDEX" val="28"/>
</p:tagLst>
</file>

<file path=ppt/tags/tag8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3.0"/>
  <p:tag name="KSO_WM_UNIT_TYPE" val="i"/>
  <p:tag name="KSO_WM_UNIT_INDEX" val="29"/>
</p:tagLst>
</file>

<file path=ppt/tags/tag8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0"/>
  <p:tag name="KSO_WM_UNIT_LAYERLEVEL" val="1"/>
  <p:tag name="KSO_WM_TAG_VERSION" val="3.0"/>
  <p:tag name="KSO_WM_UNIT_TYPE" val="i"/>
  <p:tag name="KSO_WM_UNIT_INDEX" val="30"/>
</p:tagLst>
</file>

<file path=ppt/tags/tag8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3.0"/>
  <p:tag name="KSO_WM_UNIT_TYPE" val="i"/>
  <p:tag name="KSO_WM_UNIT_INDEX" val="31"/>
</p:tagLst>
</file>

<file path=ppt/tags/tag8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2"/>
  <p:tag name="KSO_WM_UNIT_LAYERLEVEL" val="1"/>
  <p:tag name="KSO_WM_TAG_VERSION" val="3.0"/>
  <p:tag name="KSO_WM_UNIT_TYPE" val="i"/>
  <p:tag name="KSO_WM_UNIT_INDEX" val="32"/>
</p:tagLst>
</file>

<file path=ppt/tags/tag8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3"/>
  <p:tag name="KSO_WM_UNIT_LAYERLEVEL" val="1"/>
  <p:tag name="KSO_WM_TAG_VERSION" val="3.0"/>
  <p:tag name="KSO_WM_UNIT_TYPE" val="i"/>
  <p:tag name="KSO_WM_UNIT_INDEX" val="33"/>
</p:tagLst>
</file>

<file path=ppt/tags/tag8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4"/>
  <p:tag name="KSO_WM_UNIT_LAYERLEVEL" val="1"/>
  <p:tag name="KSO_WM_TAG_VERSION" val="3.0"/>
  <p:tag name="KSO_WM_UNIT_TYPE" val="i"/>
  <p:tag name="KSO_WM_UNIT_INDEX" val="34"/>
</p:tagLst>
</file>

<file path=ppt/tags/tag8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5"/>
  <p:tag name="KSO_WM_UNIT_LAYERLEVEL" val="1"/>
  <p:tag name="KSO_WM_TAG_VERSION" val="3.0"/>
  <p:tag name="KSO_WM_UNIT_TYPE" val="i"/>
  <p:tag name="KSO_WM_UNIT_INDEX" val="35"/>
</p:tagLst>
</file>

<file path=ppt/tags/tag8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6"/>
  <p:tag name="KSO_WM_UNIT_LAYERLEVEL" val="1"/>
  <p:tag name="KSO_WM_TAG_VERSION" val="3.0"/>
  <p:tag name="KSO_WM_UNIT_TYPE" val="i"/>
  <p:tag name="KSO_WM_UNIT_INDEX" val="36"/>
</p:tagLst>
</file>

<file path=ppt/tags/tag8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7"/>
  <p:tag name="KSO_WM_UNIT_LAYERLEVEL" val="1"/>
  <p:tag name="KSO_WM_TAG_VERSION" val="3.0"/>
  <p:tag name="KSO_WM_UNIT_TYPE" val="i"/>
  <p:tag name="KSO_WM_UNIT_INDEX" val="37"/>
</p:tagLst>
</file>

<file path=ppt/tags/tag8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8"/>
  <p:tag name="KSO_WM_UNIT_LAYERLEVEL" val="1"/>
  <p:tag name="KSO_WM_TAG_VERSION" val="3.0"/>
  <p:tag name="KSO_WM_UNIT_TYPE" val="i"/>
  <p:tag name="KSO_WM_UNIT_INDEX" val="38"/>
</p:tagLst>
</file>

<file path=ppt/tags/tag8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9"/>
  <p:tag name="KSO_WM_UNIT_LAYERLEVEL" val="1"/>
  <p:tag name="KSO_WM_TAG_VERSION" val="3.0"/>
  <p:tag name="KSO_WM_UNIT_TYPE" val="i"/>
  <p:tag name="KSO_WM_UNIT_INDEX" val="39"/>
</p:tagLst>
</file>

<file path=ppt/tags/tag8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0"/>
  <p:tag name="KSO_WM_UNIT_LAYERLEVEL" val="1"/>
  <p:tag name="KSO_WM_TAG_VERSION" val="3.0"/>
  <p:tag name="KSO_WM_UNIT_TYPE" val="i"/>
  <p:tag name="KSO_WM_UNIT_INDEX" val="40"/>
</p:tagLst>
</file>

<file path=ppt/tags/tag8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1"/>
  <p:tag name="KSO_WM_UNIT_LAYERLEVEL" val="1"/>
  <p:tag name="KSO_WM_TAG_VERSION" val="3.0"/>
  <p:tag name="KSO_WM_UNIT_TYPE" val="i"/>
  <p:tag name="KSO_WM_UNIT_INDEX" val="41"/>
</p:tagLst>
</file>

<file path=ppt/tags/tag8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2"/>
  <p:tag name="KSO_WM_UNIT_LAYERLEVEL" val="1"/>
  <p:tag name="KSO_WM_TAG_VERSION" val="3.0"/>
  <p:tag name="KSO_WM_UNIT_TYPE" val="i"/>
  <p:tag name="KSO_WM_UNIT_INDEX" val="42"/>
</p:tagLst>
</file>

<file path=ppt/tags/tag8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3"/>
  <p:tag name="KSO_WM_UNIT_LAYERLEVEL" val="1"/>
  <p:tag name="KSO_WM_TAG_VERSION" val="3.0"/>
  <p:tag name="KSO_WM_UNIT_TYPE" val="i"/>
  <p:tag name="KSO_WM_UNIT_INDEX" val="43"/>
</p:tagLst>
</file>

<file path=ppt/tags/tag8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4"/>
  <p:tag name="KSO_WM_UNIT_LAYERLEVEL" val="1"/>
  <p:tag name="KSO_WM_TAG_VERSION" val="3.0"/>
  <p:tag name="KSO_WM_UNIT_TYPE" val="i"/>
  <p:tag name="KSO_WM_UNIT_INDEX" val="44"/>
</p:tagLst>
</file>

<file path=ppt/tags/tag8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5"/>
  <p:tag name="KSO_WM_UNIT_LAYERLEVEL" val="1"/>
  <p:tag name="KSO_WM_TAG_VERSION" val="3.0"/>
  <p:tag name="KSO_WM_UNIT_TYPE" val="i"/>
  <p:tag name="KSO_WM_UNIT_INDEX" val="45"/>
</p:tagLst>
</file>

<file path=ppt/tags/tag8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6"/>
  <p:tag name="KSO_WM_UNIT_LAYERLEVEL" val="1"/>
  <p:tag name="KSO_WM_TAG_VERSION" val="3.0"/>
  <p:tag name="KSO_WM_UNIT_TYPE" val="i"/>
  <p:tag name="KSO_WM_UNIT_INDEX" val="46"/>
</p:tagLst>
</file>

<file path=ppt/tags/tag8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7"/>
  <p:tag name="KSO_WM_UNIT_LAYERLEVEL" val="1"/>
  <p:tag name="KSO_WM_TAG_VERSION" val="3.0"/>
  <p:tag name="KSO_WM_UNIT_TYPE" val="i"/>
  <p:tag name="KSO_WM_UNIT_INDEX" val="47"/>
</p:tagLst>
</file>

<file path=ppt/tags/tag8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8"/>
  <p:tag name="KSO_WM_UNIT_LAYERLEVEL" val="1"/>
  <p:tag name="KSO_WM_TAG_VERSION" val="3.0"/>
  <p:tag name="KSO_WM_UNIT_TYPE" val="i"/>
  <p:tag name="KSO_WM_UNIT_INDEX" val="48"/>
</p:tagLst>
</file>

<file path=ppt/tags/tag8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9"/>
  <p:tag name="KSO_WM_UNIT_LAYERLEVEL" val="1"/>
  <p:tag name="KSO_WM_TAG_VERSION" val="3.0"/>
  <p:tag name="KSO_WM_UNIT_TYPE" val="i"/>
  <p:tag name="KSO_WM_UNIT_INDEX" val="49"/>
</p:tagLst>
</file>

<file path=ppt/tags/tag8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0"/>
  <p:tag name="KSO_WM_UNIT_LAYERLEVEL" val="1"/>
  <p:tag name="KSO_WM_TAG_VERSION" val="3.0"/>
  <p:tag name="KSO_WM_UNIT_TYPE" val="i"/>
  <p:tag name="KSO_WM_UNIT_INDEX" val="50"/>
</p:tagLst>
</file>

<file path=ppt/tags/tag8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1"/>
  <p:tag name="KSO_WM_UNIT_LAYERLEVEL" val="1"/>
  <p:tag name="KSO_WM_TAG_VERSION" val="3.0"/>
  <p:tag name="KSO_WM_UNIT_TYPE" val="i"/>
  <p:tag name="KSO_WM_UNIT_INDEX" val="51"/>
</p:tagLst>
</file>

<file path=ppt/tags/tag8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2"/>
  <p:tag name="KSO_WM_UNIT_LAYERLEVEL" val="1"/>
  <p:tag name="KSO_WM_TAG_VERSION" val="3.0"/>
  <p:tag name="KSO_WM_UNIT_TYPE" val="i"/>
  <p:tag name="KSO_WM_UNIT_INDEX" val="52"/>
</p:tagLst>
</file>

<file path=ppt/tags/tag8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3"/>
  <p:tag name="KSO_WM_UNIT_LAYERLEVEL" val="1"/>
  <p:tag name="KSO_WM_TAG_VERSION" val="3.0"/>
  <p:tag name="KSO_WM_UNIT_TYPE" val="i"/>
  <p:tag name="KSO_WM_UNIT_INDEX" val="53"/>
</p:tagLst>
</file>

<file path=ppt/tags/tag8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4"/>
  <p:tag name="KSO_WM_UNIT_LAYERLEVEL" val="1"/>
  <p:tag name="KSO_WM_TAG_VERSION" val="3.0"/>
  <p:tag name="KSO_WM_UNIT_TYPE" val="i"/>
  <p:tag name="KSO_WM_UNIT_INDEX" val="54"/>
</p:tagLst>
</file>

<file path=ppt/tags/tag8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5"/>
  <p:tag name="KSO_WM_UNIT_LAYERLEVEL" val="1"/>
  <p:tag name="KSO_WM_TAG_VERSION" val="3.0"/>
  <p:tag name="KSO_WM_UNIT_TYPE" val="i"/>
  <p:tag name="KSO_WM_UNIT_INDEX" val="55"/>
</p:tagLst>
</file>

<file path=ppt/tags/tag8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6"/>
  <p:tag name="KSO_WM_UNIT_LAYERLEVEL" val="1"/>
  <p:tag name="KSO_WM_TAG_VERSION" val="3.0"/>
  <p:tag name="KSO_WM_UNIT_TYPE" val="i"/>
  <p:tag name="KSO_WM_UNIT_INDEX" val="56"/>
</p:tagLst>
</file>

<file path=ppt/tags/tag8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7"/>
  <p:tag name="KSO_WM_UNIT_LAYERLEVEL" val="1"/>
  <p:tag name="KSO_WM_TAG_VERSION" val="3.0"/>
  <p:tag name="KSO_WM_UNIT_TYPE" val="i"/>
  <p:tag name="KSO_WM_UNIT_INDEX" val="57"/>
</p:tagLst>
</file>

<file path=ppt/tags/tag8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8"/>
  <p:tag name="KSO_WM_UNIT_LAYERLEVEL" val="1"/>
  <p:tag name="KSO_WM_TAG_VERSION" val="3.0"/>
  <p:tag name="KSO_WM_UNIT_TYPE" val="i"/>
  <p:tag name="KSO_WM_UNIT_INDEX" val="58"/>
</p:tagLst>
</file>

<file path=ppt/tags/tag8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9"/>
  <p:tag name="KSO_WM_UNIT_LAYERLEVEL" val="1"/>
  <p:tag name="KSO_WM_TAG_VERSION" val="3.0"/>
  <p:tag name="KSO_WM_UNIT_TYPE" val="i"/>
  <p:tag name="KSO_WM_UNIT_INDEX" val="59"/>
</p:tagLst>
</file>

<file path=ppt/tags/tag8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0"/>
  <p:tag name="KSO_WM_UNIT_LAYERLEVEL" val="1"/>
  <p:tag name="KSO_WM_TAG_VERSION" val="3.0"/>
  <p:tag name="KSO_WM_UNIT_TYPE" val="i"/>
  <p:tag name="KSO_WM_UNIT_INDEX" val="60"/>
</p:tagLst>
</file>

<file path=ppt/tags/tag8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1"/>
  <p:tag name="KSO_WM_UNIT_LAYERLEVEL" val="1"/>
  <p:tag name="KSO_WM_TAG_VERSION" val="3.0"/>
  <p:tag name="KSO_WM_UNIT_TYPE" val="i"/>
  <p:tag name="KSO_WM_UNIT_INDEX" val="61"/>
</p:tagLst>
</file>

<file path=ppt/tags/tag8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2"/>
  <p:tag name="KSO_WM_UNIT_LAYERLEVEL" val="1"/>
  <p:tag name="KSO_WM_TAG_VERSION" val="3.0"/>
  <p:tag name="KSO_WM_UNIT_TYPE" val="i"/>
  <p:tag name="KSO_WM_UNIT_INDEX" val="62"/>
</p:tagLst>
</file>

<file path=ppt/tags/tag9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3"/>
  <p:tag name="KSO_WM_UNIT_LAYERLEVEL" val="1"/>
  <p:tag name="KSO_WM_TAG_VERSION" val="3.0"/>
  <p:tag name="KSO_WM_UNIT_TYPE" val="i"/>
  <p:tag name="KSO_WM_UNIT_INDEX" val="63"/>
</p:tagLst>
</file>

<file path=ppt/tags/tag9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4"/>
  <p:tag name="KSO_WM_UNIT_LAYERLEVEL" val="1"/>
  <p:tag name="KSO_WM_TAG_VERSION" val="3.0"/>
  <p:tag name="KSO_WM_UNIT_TYPE" val="i"/>
  <p:tag name="KSO_WM_UNIT_INDEX" val="64"/>
</p:tagLst>
</file>

<file path=ppt/tags/tag9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5"/>
  <p:tag name="KSO_WM_UNIT_LAYERLEVEL" val="1"/>
  <p:tag name="KSO_WM_TAG_VERSION" val="3.0"/>
  <p:tag name="KSO_WM_UNIT_TYPE" val="i"/>
  <p:tag name="KSO_WM_UNIT_INDEX" val="65"/>
</p:tagLst>
</file>

<file path=ppt/tags/tag9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6"/>
  <p:tag name="KSO_WM_UNIT_LAYERLEVEL" val="1"/>
  <p:tag name="KSO_WM_TAG_VERSION" val="3.0"/>
  <p:tag name="KSO_WM_UNIT_TYPE" val="i"/>
  <p:tag name="KSO_WM_UNIT_INDEX" val="66"/>
</p:tagLst>
</file>

<file path=ppt/tags/tag9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7"/>
  <p:tag name="KSO_WM_UNIT_LAYERLEVEL" val="1"/>
  <p:tag name="KSO_WM_TAG_VERSION" val="3.0"/>
  <p:tag name="KSO_WM_UNIT_TYPE" val="i"/>
  <p:tag name="KSO_WM_UNIT_INDEX" val="67"/>
</p:tagLst>
</file>

<file path=ppt/tags/tag9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8"/>
  <p:tag name="KSO_WM_UNIT_LAYERLEVEL" val="1"/>
  <p:tag name="KSO_WM_TAG_VERSION" val="3.0"/>
  <p:tag name="KSO_WM_UNIT_TYPE" val="i"/>
  <p:tag name="KSO_WM_UNIT_INDEX" val="68"/>
</p:tagLst>
</file>

<file path=ppt/tags/tag9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9"/>
  <p:tag name="KSO_WM_UNIT_LAYERLEVEL" val="1"/>
  <p:tag name="KSO_WM_TAG_VERSION" val="3.0"/>
  <p:tag name="KSO_WM_UNIT_TYPE" val="i"/>
  <p:tag name="KSO_WM_UNIT_INDEX" val="69"/>
</p:tagLst>
</file>

<file path=ppt/tags/tag9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0"/>
  <p:tag name="KSO_WM_UNIT_LAYERLEVEL" val="1"/>
  <p:tag name="KSO_WM_TAG_VERSION" val="3.0"/>
  <p:tag name="KSO_WM_UNIT_TYPE" val="i"/>
  <p:tag name="KSO_WM_UNIT_INDEX" val="70"/>
</p:tagLst>
</file>

<file path=ppt/tags/tag9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1"/>
  <p:tag name="KSO_WM_UNIT_LAYERLEVEL" val="1"/>
  <p:tag name="KSO_WM_TAG_VERSION" val="3.0"/>
  <p:tag name="KSO_WM_UNIT_TYPE" val="i"/>
  <p:tag name="KSO_WM_UNIT_INDEX" val="71"/>
</p:tagLst>
</file>

<file path=ppt/tags/tag9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2"/>
  <p:tag name="KSO_WM_UNIT_LAYERLEVEL" val="1"/>
  <p:tag name="KSO_WM_TAG_VERSION" val="3.0"/>
  <p:tag name="KSO_WM_UNIT_TYPE" val="i"/>
  <p:tag name="KSO_WM_UNIT_INDEX" val="72"/>
</p:tagLst>
</file>

<file path=ppt/tags/tag9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3"/>
  <p:tag name="KSO_WM_UNIT_LAYERLEVEL" val="1"/>
  <p:tag name="KSO_WM_TAG_VERSION" val="3.0"/>
  <p:tag name="KSO_WM_UNIT_TYPE" val="i"/>
  <p:tag name="KSO_WM_UNIT_INDEX" val="73"/>
</p:tagLst>
</file>

<file path=ppt/tags/tag9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4"/>
  <p:tag name="KSO_WM_UNIT_LAYERLEVEL" val="1"/>
  <p:tag name="KSO_WM_TAG_VERSION" val="3.0"/>
  <p:tag name="KSO_WM_UNIT_TYPE" val="i"/>
  <p:tag name="KSO_WM_UNIT_INDEX" val="74"/>
</p:tagLst>
</file>

<file path=ppt/tags/tag9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5"/>
  <p:tag name="KSO_WM_UNIT_LAYERLEVEL" val="1"/>
  <p:tag name="KSO_WM_TAG_VERSION" val="3.0"/>
  <p:tag name="KSO_WM_UNIT_TYPE" val="i"/>
  <p:tag name="KSO_WM_UNIT_INDEX" val="75"/>
</p:tagLst>
</file>

<file path=ppt/tags/tag9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6"/>
  <p:tag name="KSO_WM_UNIT_LAYERLEVEL" val="1"/>
  <p:tag name="KSO_WM_TAG_VERSION" val="3.0"/>
  <p:tag name="KSO_WM_UNIT_TYPE" val="i"/>
  <p:tag name="KSO_WM_UNIT_INDEX" val="76"/>
</p:tagLst>
</file>

<file path=ppt/tags/tag9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7"/>
  <p:tag name="KSO_WM_UNIT_LAYERLEVEL" val="1"/>
  <p:tag name="KSO_WM_TAG_VERSION" val="3.0"/>
  <p:tag name="KSO_WM_UNIT_TYPE" val="i"/>
  <p:tag name="KSO_WM_UNIT_INDEX" val="77"/>
</p:tagLst>
</file>

<file path=ppt/tags/tag9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8"/>
  <p:tag name="KSO_WM_UNIT_LAYERLEVEL" val="1"/>
  <p:tag name="KSO_WM_TAG_VERSION" val="3.0"/>
  <p:tag name="KSO_WM_UNIT_TYPE" val="i"/>
  <p:tag name="KSO_WM_UNIT_INDEX" val="78"/>
</p:tagLst>
</file>

<file path=ppt/tags/tag9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9"/>
  <p:tag name="KSO_WM_UNIT_LAYERLEVEL" val="1"/>
  <p:tag name="KSO_WM_TAG_VERSION" val="3.0"/>
  <p:tag name="KSO_WM_UNIT_TYPE" val="i"/>
  <p:tag name="KSO_WM_UNIT_INDEX" val="79"/>
</p:tagLst>
</file>

<file path=ppt/tags/tag9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0"/>
  <p:tag name="KSO_WM_UNIT_LAYERLEVEL" val="1"/>
  <p:tag name="KSO_WM_TAG_VERSION" val="3.0"/>
  <p:tag name="KSO_WM_UNIT_TYPE" val="i"/>
  <p:tag name="KSO_WM_UNIT_INDEX" val="80"/>
</p:tagLst>
</file>

<file path=ppt/tags/tag9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1"/>
  <p:tag name="KSO_WM_UNIT_LAYERLEVEL" val="1"/>
  <p:tag name="KSO_WM_TAG_VERSION" val="3.0"/>
  <p:tag name="KSO_WM_UNIT_TYPE" val="i"/>
  <p:tag name="KSO_WM_UNIT_INDEX" val="81"/>
</p:tagLst>
</file>

<file path=ppt/tags/tag9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2"/>
  <p:tag name="KSO_WM_UNIT_LAYERLEVEL" val="1"/>
  <p:tag name="KSO_WM_TAG_VERSION" val="3.0"/>
  <p:tag name="KSO_WM_UNIT_TYPE" val="i"/>
  <p:tag name="KSO_WM_UNIT_INDEX" val="82"/>
</p:tagLst>
</file>

<file path=ppt/tags/tag9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3"/>
  <p:tag name="KSO_WM_UNIT_LAYERLEVEL" val="1"/>
  <p:tag name="KSO_WM_TAG_VERSION" val="3.0"/>
  <p:tag name="KSO_WM_UNIT_TYPE" val="i"/>
  <p:tag name="KSO_WM_UNIT_INDEX" val="83"/>
</p:tagLst>
</file>

<file path=ppt/tags/tag9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4"/>
  <p:tag name="KSO_WM_UNIT_LAYERLEVEL" val="1"/>
  <p:tag name="KSO_WM_TAG_VERSION" val="3.0"/>
  <p:tag name="KSO_WM_UNIT_TYPE" val="i"/>
  <p:tag name="KSO_WM_UNIT_INDEX" val="84"/>
</p:tagLst>
</file>

<file path=ppt/tags/tag9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5"/>
  <p:tag name="KSO_WM_UNIT_LAYERLEVEL" val="1"/>
  <p:tag name="KSO_WM_TAG_VERSION" val="3.0"/>
  <p:tag name="KSO_WM_UNIT_TYPE" val="i"/>
  <p:tag name="KSO_WM_UNIT_INDEX" val="85"/>
</p:tagLst>
</file>

<file path=ppt/tags/tag9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6"/>
  <p:tag name="KSO_WM_UNIT_LAYERLEVEL" val="1"/>
  <p:tag name="KSO_WM_TAG_VERSION" val="3.0"/>
  <p:tag name="KSO_WM_UNIT_TYPE" val="i"/>
  <p:tag name="KSO_WM_UNIT_INDEX" val="86"/>
</p:tagLst>
</file>

<file path=ppt/tags/tag924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92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TYPE" val="i"/>
  <p:tag name="KSO_WM_UNIT_INDEX" val="3"/>
</p:tagLst>
</file>

<file path=ppt/tags/tag9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9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UNIT_TYPE" val="i"/>
  <p:tag name="KSO_WM_UNIT_INDEX" val="5"/>
</p:tagLst>
</file>

<file path=ppt/tags/tag9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3.0"/>
  <p:tag name="KSO_WM_UNIT_TYPE" val="i"/>
  <p:tag name="KSO_WM_UNIT_INDEX" val="6"/>
</p:tagLst>
</file>

<file path=ppt/tags/tag9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3.0"/>
  <p:tag name="KSO_WM_UNIT_TYPE" val="i"/>
  <p:tag name="KSO_WM_UNIT_INDEX" val="7"/>
</p:tagLst>
</file>

<file path=ppt/tags/tag9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3.0"/>
  <p:tag name="KSO_WM_UNIT_TYPE" val="i"/>
  <p:tag name="KSO_WM_UNIT_INDEX" val="8"/>
</p:tagLst>
</file>

<file path=ppt/tags/tag9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9"/>
  <p:tag name="KSO_WM_UNIT_LAYERLEVEL" val="1"/>
  <p:tag name="KSO_WM_TAG_VERSION" val="3.0"/>
  <p:tag name="KSO_WM_UNIT_TYPE" val="i"/>
  <p:tag name="KSO_WM_UNIT_INDEX" val="9"/>
</p:tagLst>
</file>

<file path=ppt/tags/tag9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0"/>
  <p:tag name="KSO_WM_UNIT_LAYERLEVEL" val="1"/>
  <p:tag name="KSO_WM_TAG_VERSION" val="3.0"/>
  <p:tag name="KSO_WM_UNIT_TYPE" val="i"/>
  <p:tag name="KSO_WM_UNIT_INDEX" val="10"/>
</p:tagLst>
</file>

<file path=ppt/tags/tag9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1"/>
  <p:tag name="KSO_WM_UNIT_LAYERLEVEL" val="1"/>
  <p:tag name="KSO_WM_TAG_VERSION" val="3.0"/>
  <p:tag name="KSO_WM_UNIT_TYPE" val="i"/>
  <p:tag name="KSO_WM_UNIT_INDEX" val="11"/>
</p:tagLst>
</file>

<file path=ppt/tags/tag9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2"/>
  <p:tag name="KSO_WM_UNIT_LAYERLEVEL" val="1"/>
  <p:tag name="KSO_WM_TAG_VERSION" val="3.0"/>
  <p:tag name="KSO_WM_UNIT_TYPE" val="i"/>
  <p:tag name="KSO_WM_UNIT_INDEX" val="12"/>
</p:tagLst>
</file>

<file path=ppt/tags/tag9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3"/>
  <p:tag name="KSO_WM_UNIT_LAYERLEVEL" val="1"/>
  <p:tag name="KSO_WM_TAG_VERSION" val="3.0"/>
  <p:tag name="KSO_WM_UNIT_TYPE" val="i"/>
  <p:tag name="KSO_WM_UNIT_INDEX" val="13"/>
</p:tagLst>
</file>

<file path=ppt/tags/tag9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4"/>
  <p:tag name="KSO_WM_UNIT_LAYERLEVEL" val="1"/>
  <p:tag name="KSO_WM_TAG_VERSION" val="3.0"/>
  <p:tag name="KSO_WM_UNIT_TYPE" val="i"/>
  <p:tag name="KSO_WM_UNIT_INDEX" val="14"/>
</p:tagLst>
</file>

<file path=ppt/tags/tag9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5"/>
  <p:tag name="KSO_WM_UNIT_LAYERLEVEL" val="1"/>
  <p:tag name="KSO_WM_TAG_VERSION" val="3.0"/>
  <p:tag name="KSO_WM_UNIT_TYPE" val="i"/>
  <p:tag name="KSO_WM_UNIT_INDEX" val="15"/>
</p:tagLst>
</file>

<file path=ppt/tags/tag9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6"/>
  <p:tag name="KSO_WM_UNIT_LAYERLEVEL" val="1"/>
  <p:tag name="KSO_WM_TAG_VERSION" val="3.0"/>
  <p:tag name="KSO_WM_UNIT_TYPE" val="i"/>
  <p:tag name="KSO_WM_UNIT_INDEX" val="16"/>
</p:tagLst>
</file>

<file path=ppt/tags/tag9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7"/>
  <p:tag name="KSO_WM_UNIT_LAYERLEVEL" val="1"/>
  <p:tag name="KSO_WM_TAG_VERSION" val="3.0"/>
  <p:tag name="KSO_WM_UNIT_TYPE" val="i"/>
  <p:tag name="KSO_WM_UNIT_INDEX" val="17"/>
</p:tagLst>
</file>

<file path=ppt/tags/tag9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8"/>
  <p:tag name="KSO_WM_UNIT_LAYERLEVEL" val="1"/>
  <p:tag name="KSO_WM_TAG_VERSION" val="3.0"/>
  <p:tag name="KSO_WM_UNIT_TYPE" val="i"/>
  <p:tag name="KSO_WM_UNIT_INDEX" val="18"/>
</p:tagLst>
</file>

<file path=ppt/tags/tag9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9"/>
  <p:tag name="KSO_WM_UNIT_LAYERLEVEL" val="1"/>
  <p:tag name="KSO_WM_TAG_VERSION" val="3.0"/>
  <p:tag name="KSO_WM_UNIT_TYPE" val="i"/>
  <p:tag name="KSO_WM_UNIT_INDEX" val="19"/>
</p:tagLst>
</file>

<file path=ppt/tags/tag9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0"/>
  <p:tag name="KSO_WM_UNIT_LAYERLEVEL" val="1"/>
  <p:tag name="KSO_WM_TAG_VERSION" val="3.0"/>
  <p:tag name="KSO_WM_UNIT_TYPE" val="i"/>
  <p:tag name="KSO_WM_UNIT_INDEX" val="20"/>
</p:tagLst>
</file>

<file path=ppt/tags/tag9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1"/>
  <p:tag name="KSO_WM_UNIT_LAYERLEVEL" val="1"/>
  <p:tag name="KSO_WM_TAG_VERSION" val="3.0"/>
  <p:tag name="KSO_WM_UNIT_TYPE" val="i"/>
  <p:tag name="KSO_WM_UNIT_INDEX" val="21"/>
</p:tagLst>
</file>

<file path=ppt/tags/tag9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2"/>
  <p:tag name="KSO_WM_UNIT_LAYERLEVEL" val="1"/>
  <p:tag name="KSO_WM_TAG_VERSION" val="3.0"/>
  <p:tag name="KSO_WM_UNIT_TYPE" val="i"/>
  <p:tag name="KSO_WM_UNIT_INDEX" val="22"/>
</p:tagLst>
</file>

<file path=ppt/tags/tag9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3"/>
  <p:tag name="KSO_WM_UNIT_LAYERLEVEL" val="1"/>
  <p:tag name="KSO_WM_TAG_VERSION" val="3.0"/>
  <p:tag name="KSO_WM_UNIT_TYPE" val="i"/>
  <p:tag name="KSO_WM_UNIT_INDEX" val="23"/>
</p:tagLst>
</file>

<file path=ppt/tags/tag9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4"/>
  <p:tag name="KSO_WM_UNIT_LAYERLEVEL" val="1"/>
  <p:tag name="KSO_WM_TAG_VERSION" val="3.0"/>
  <p:tag name="KSO_WM_UNIT_TYPE" val="i"/>
  <p:tag name="KSO_WM_UNIT_INDEX" val="24"/>
</p:tagLst>
</file>

<file path=ppt/tags/tag9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5"/>
  <p:tag name="KSO_WM_UNIT_LAYERLEVEL" val="1"/>
  <p:tag name="KSO_WM_TAG_VERSION" val="3.0"/>
  <p:tag name="KSO_WM_UNIT_TYPE" val="i"/>
  <p:tag name="KSO_WM_UNIT_INDEX" val="25"/>
</p:tagLst>
</file>

<file path=ppt/tags/tag9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6"/>
  <p:tag name="KSO_WM_UNIT_LAYERLEVEL" val="1"/>
  <p:tag name="KSO_WM_TAG_VERSION" val="3.0"/>
  <p:tag name="KSO_WM_UNIT_TYPE" val="i"/>
  <p:tag name="KSO_WM_UNIT_INDEX" val="26"/>
</p:tagLst>
</file>

<file path=ppt/tags/tag9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7"/>
  <p:tag name="KSO_WM_UNIT_LAYERLEVEL" val="1"/>
  <p:tag name="KSO_WM_TAG_VERSION" val="3.0"/>
  <p:tag name="KSO_WM_UNIT_TYPE" val="i"/>
  <p:tag name="KSO_WM_UNIT_INDEX" val="27"/>
</p:tagLst>
</file>

<file path=ppt/tags/tag9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8"/>
  <p:tag name="KSO_WM_UNIT_LAYERLEVEL" val="1"/>
  <p:tag name="KSO_WM_TAG_VERSION" val="3.0"/>
  <p:tag name="KSO_WM_UNIT_TYPE" val="i"/>
  <p:tag name="KSO_WM_UNIT_INDEX" val="28"/>
</p:tagLst>
</file>

<file path=ppt/tags/tag9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9"/>
  <p:tag name="KSO_WM_UNIT_LAYERLEVEL" val="1"/>
  <p:tag name="KSO_WM_TAG_VERSION" val="3.0"/>
  <p:tag name="KSO_WM_UNIT_TYPE" val="i"/>
  <p:tag name="KSO_WM_UNIT_INDEX" val="29"/>
</p:tagLst>
</file>

<file path=ppt/tags/tag9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0"/>
  <p:tag name="KSO_WM_UNIT_LAYERLEVEL" val="1"/>
  <p:tag name="KSO_WM_TAG_VERSION" val="3.0"/>
  <p:tag name="KSO_WM_UNIT_TYPE" val="i"/>
  <p:tag name="KSO_WM_UNIT_INDEX" val="30"/>
</p:tagLst>
</file>

<file path=ppt/tags/tag9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1"/>
  <p:tag name="KSO_WM_UNIT_LAYERLEVEL" val="1"/>
  <p:tag name="KSO_WM_TAG_VERSION" val="3.0"/>
  <p:tag name="KSO_WM_UNIT_TYPE" val="i"/>
  <p:tag name="KSO_WM_UNIT_INDEX" val="31"/>
</p:tagLst>
</file>

<file path=ppt/tags/tag9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2"/>
  <p:tag name="KSO_WM_UNIT_LAYERLEVEL" val="1"/>
  <p:tag name="KSO_WM_TAG_VERSION" val="3.0"/>
  <p:tag name="KSO_WM_UNIT_TYPE" val="i"/>
  <p:tag name="KSO_WM_UNIT_INDEX" val="32"/>
</p:tagLst>
</file>

<file path=ppt/tags/tag9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3"/>
  <p:tag name="KSO_WM_UNIT_LAYERLEVEL" val="1"/>
  <p:tag name="KSO_WM_TAG_VERSION" val="3.0"/>
  <p:tag name="KSO_WM_UNIT_TYPE" val="i"/>
  <p:tag name="KSO_WM_UNIT_INDEX" val="33"/>
</p:tagLst>
</file>

<file path=ppt/tags/tag9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4"/>
  <p:tag name="KSO_WM_UNIT_LAYERLEVEL" val="1"/>
  <p:tag name="KSO_WM_TAG_VERSION" val="3.0"/>
  <p:tag name="KSO_WM_UNIT_TYPE" val="i"/>
  <p:tag name="KSO_WM_UNIT_INDEX" val="34"/>
</p:tagLst>
</file>

<file path=ppt/tags/tag9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5"/>
  <p:tag name="KSO_WM_UNIT_LAYERLEVEL" val="1"/>
  <p:tag name="KSO_WM_TAG_VERSION" val="3.0"/>
  <p:tag name="KSO_WM_UNIT_TYPE" val="i"/>
  <p:tag name="KSO_WM_UNIT_INDEX" val="35"/>
</p:tagLst>
</file>

<file path=ppt/tags/tag9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6"/>
  <p:tag name="KSO_WM_UNIT_LAYERLEVEL" val="1"/>
  <p:tag name="KSO_WM_TAG_VERSION" val="3.0"/>
  <p:tag name="KSO_WM_UNIT_TYPE" val="i"/>
  <p:tag name="KSO_WM_UNIT_INDEX" val="36"/>
</p:tagLst>
</file>

<file path=ppt/tags/tag9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7"/>
  <p:tag name="KSO_WM_UNIT_LAYERLEVEL" val="1"/>
  <p:tag name="KSO_WM_TAG_VERSION" val="3.0"/>
  <p:tag name="KSO_WM_UNIT_TYPE" val="i"/>
  <p:tag name="KSO_WM_UNIT_INDEX" val="37"/>
</p:tagLst>
</file>

<file path=ppt/tags/tag9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8"/>
  <p:tag name="KSO_WM_UNIT_LAYERLEVEL" val="1"/>
  <p:tag name="KSO_WM_TAG_VERSION" val="3.0"/>
  <p:tag name="KSO_WM_UNIT_TYPE" val="i"/>
  <p:tag name="KSO_WM_UNIT_INDEX" val="38"/>
</p:tagLst>
</file>

<file path=ppt/tags/tag9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9"/>
  <p:tag name="KSO_WM_UNIT_LAYERLEVEL" val="1"/>
  <p:tag name="KSO_WM_TAG_VERSION" val="3.0"/>
  <p:tag name="KSO_WM_UNIT_TYPE" val="i"/>
  <p:tag name="KSO_WM_UNIT_INDEX" val="39"/>
</p:tagLst>
</file>

<file path=ppt/tags/tag9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0"/>
  <p:tag name="KSO_WM_UNIT_LAYERLEVEL" val="1"/>
  <p:tag name="KSO_WM_TAG_VERSION" val="3.0"/>
  <p:tag name="KSO_WM_UNIT_TYPE" val="i"/>
  <p:tag name="KSO_WM_UNIT_INDEX" val="40"/>
</p:tagLst>
</file>

<file path=ppt/tags/tag9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1"/>
  <p:tag name="KSO_WM_UNIT_LAYERLEVEL" val="1"/>
  <p:tag name="KSO_WM_TAG_VERSION" val="3.0"/>
  <p:tag name="KSO_WM_UNIT_TYPE" val="i"/>
  <p:tag name="KSO_WM_UNIT_INDEX" val="41"/>
</p:tagLst>
</file>

<file path=ppt/tags/tag9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2"/>
  <p:tag name="KSO_WM_UNIT_LAYERLEVEL" val="1"/>
  <p:tag name="KSO_WM_TAG_VERSION" val="3.0"/>
  <p:tag name="KSO_WM_UNIT_TYPE" val="i"/>
  <p:tag name="KSO_WM_UNIT_INDEX" val="42"/>
</p:tagLst>
</file>

<file path=ppt/tags/tag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7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46"/>
</p:tagLst>
</file>

<file path=ppt/tags/tag9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46"/>
</p:tagLst>
</file>

<file path=ppt/tags/tag976.xml><?xml version="1.0" encoding="utf-8"?>
<p:tagLst xmlns:p="http://schemas.openxmlformats.org/presentationml/2006/main">
  <p:tag name="KSO_WM_UNIT_TYPE" val="b"/>
  <p:tag name="KSO_WM_UNIT_INDEX" val="1"/>
</p:tagLst>
</file>

<file path=ppt/tags/tag977.xml><?xml version="1.0" encoding="utf-8"?>
<p:tagLst xmlns:p="http://schemas.openxmlformats.org/presentationml/2006/main">
  <p:tag name="TABLE_ENDDRAG_ORIGIN_RECT" val="828*227"/>
  <p:tag name="TABLE_ENDDRAG_RECT" val="66*143*828*227"/>
</p:tagLst>
</file>

<file path=ppt/tags/tag978.xml><?xml version="1.0" encoding="utf-8"?>
<p:tagLst xmlns:p="http://schemas.openxmlformats.org/presentationml/2006/main">
  <p:tag name="TABLE_ENDDRAG_ORIGIN_RECT" val="672*220"/>
  <p:tag name="TABLE_ENDDRAG_RECT" val="144*195*672*220"/>
</p:tagLst>
</file>

<file path=ppt/tags/tag979.xml><?xml version="1.0" encoding="utf-8"?>
<p:tagLst xmlns:p="http://schemas.openxmlformats.org/presentationml/2006/main">
  <p:tag name="TABLE_ENDDRAG_ORIGIN_RECT" val="705*257"/>
  <p:tag name="TABLE_ENDDRAG_RECT" val="110*169*705*257"/>
</p:tagLst>
</file>

<file path=ppt/theme/theme1.xml><?xml version="1.0" encoding="utf-8"?>
<a:theme xmlns:a="http://schemas.openxmlformats.org/drawingml/2006/main" name="3_Office 主题">
  <a:themeElements>
    <a:clrScheme name="">
      <a:dk1>
        <a:srgbClr val="000000"/>
      </a:dk1>
      <a:lt1>
        <a:srgbClr val="FFFFFF"/>
      </a:lt1>
      <a:dk2>
        <a:srgbClr val="000F3A"/>
      </a:dk2>
      <a:lt2>
        <a:srgbClr val="FFFFFF"/>
      </a:lt2>
      <a:accent1>
        <a:srgbClr val="2457D5"/>
      </a:accent1>
      <a:accent2>
        <a:srgbClr val="00B97D"/>
      </a:accent2>
      <a:accent3>
        <a:srgbClr val="DDC64F"/>
      </a:accent3>
      <a:accent4>
        <a:srgbClr val="2FC0EE"/>
      </a:accent4>
      <a:accent5>
        <a:srgbClr val="602FEE"/>
      </a:accent5>
      <a:accent6>
        <a:srgbClr val="89B900"/>
      </a:accent6>
      <a:hlink>
        <a:srgbClr val="304FFE"/>
      </a:hlink>
      <a:folHlink>
        <a:srgbClr val="492067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2EAFE"/>
      </a:lt2>
      <a:accent1>
        <a:srgbClr val="044AFA"/>
      </a:accent1>
      <a:accent2>
        <a:srgbClr val="0366F7"/>
      </a:accent2>
      <a:accent3>
        <a:srgbClr val="0282F4"/>
      </a:accent3>
      <a:accent4>
        <a:srgbClr val="029FF1"/>
      </a:accent4>
      <a:accent5>
        <a:srgbClr val="01BBEE"/>
      </a:accent5>
      <a:accent6>
        <a:srgbClr val="00D7EB"/>
      </a:accent6>
      <a:hlink>
        <a:srgbClr val="FF0000"/>
      </a:hlink>
      <a:folHlink>
        <a:srgbClr val="E420E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Theme">
  <a:themeElements>
    <a:clrScheme name="自定义 62">
      <a:dk1>
        <a:srgbClr val="000000"/>
      </a:dk1>
      <a:lt1>
        <a:srgbClr val="FFFFFF"/>
      </a:lt1>
      <a:dk2>
        <a:srgbClr val="44546A"/>
      </a:dk2>
      <a:lt2>
        <a:srgbClr val="E2EAFE"/>
      </a:lt2>
      <a:accent1>
        <a:srgbClr val="044AFA"/>
      </a:accent1>
      <a:accent2>
        <a:srgbClr val="0366F7"/>
      </a:accent2>
      <a:accent3>
        <a:srgbClr val="0282F4"/>
      </a:accent3>
      <a:accent4>
        <a:srgbClr val="029FF1"/>
      </a:accent4>
      <a:accent5>
        <a:srgbClr val="01BBEE"/>
      </a:accent5>
      <a:accent6>
        <a:srgbClr val="00D7EB"/>
      </a:accent6>
      <a:hlink>
        <a:srgbClr val="FF0000"/>
      </a:hlink>
      <a:folHlink>
        <a:srgbClr val="E420E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Office Theme">
  <a:themeElements>
    <a:clrScheme name="自定义 164">
      <a:dk1>
        <a:srgbClr val="000000"/>
      </a:dk1>
      <a:lt1>
        <a:srgbClr val="FFFFFF"/>
      </a:lt1>
      <a:dk2>
        <a:srgbClr val="000F3A"/>
      </a:dk2>
      <a:lt2>
        <a:srgbClr val="FFFFFF"/>
      </a:lt2>
      <a:accent1>
        <a:srgbClr val="2457D5"/>
      </a:accent1>
      <a:accent2>
        <a:srgbClr val="00B97D"/>
      </a:accent2>
      <a:accent3>
        <a:srgbClr val="DDC64F"/>
      </a:accent3>
      <a:accent4>
        <a:srgbClr val="2FC0EE"/>
      </a:accent4>
      <a:accent5>
        <a:srgbClr val="602FEE"/>
      </a:accent5>
      <a:accent6>
        <a:srgbClr val="89B900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Office Theme">
  <a:themeElements>
    <a:clrScheme name="蓝紫">
      <a:dk1>
        <a:srgbClr val="000000"/>
      </a:dk1>
      <a:lt1>
        <a:srgbClr val="FFFFFF"/>
      </a:lt1>
      <a:dk2>
        <a:srgbClr val="03287B"/>
      </a:dk2>
      <a:lt2>
        <a:srgbClr val="F0F6FE"/>
      </a:lt2>
      <a:accent1>
        <a:srgbClr val="7CB8FD"/>
      </a:accent1>
      <a:accent2>
        <a:srgbClr val="2588FC"/>
      </a:accent2>
      <a:accent3>
        <a:srgbClr val="5893FE"/>
      </a:accent3>
      <a:accent4>
        <a:srgbClr val="5DC5FF"/>
      </a:accent4>
      <a:accent5>
        <a:srgbClr val="FF7500"/>
      </a:accent5>
      <a:accent6>
        <a:srgbClr val="FFC000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Office Theme">
  <a:themeElements>
    <a:clrScheme name="自定义 119">
      <a:dk1>
        <a:srgbClr val="000000"/>
      </a:dk1>
      <a:lt1>
        <a:srgbClr val="FFFFFF"/>
      </a:lt1>
      <a:dk2>
        <a:srgbClr val="793E03"/>
      </a:dk2>
      <a:lt2>
        <a:srgbClr val="FDECE0"/>
      </a:lt2>
      <a:accent1>
        <a:srgbClr val="F37C07"/>
      </a:accent1>
      <a:accent2>
        <a:srgbClr val="F6A466"/>
      </a:accent2>
      <a:accent3>
        <a:srgbClr val="E47879"/>
      </a:accent3>
      <a:accent4>
        <a:srgbClr val="D27199"/>
      </a:accent4>
      <a:accent5>
        <a:srgbClr val="BF69B8"/>
      </a:accent5>
      <a:accent6>
        <a:srgbClr val="AD62D8"/>
      </a:accent6>
      <a:hlink>
        <a:srgbClr val="4472C4"/>
      </a:hlink>
      <a:folHlink>
        <a:srgbClr val="BFBFBF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Office 主题">
  <a:themeElements>
    <a:clrScheme name="">
      <a:dk1>
        <a:srgbClr val="000000"/>
      </a:dk1>
      <a:lt1>
        <a:srgbClr val="FFFFFF"/>
      </a:lt1>
      <a:dk2>
        <a:srgbClr val="000F3A"/>
      </a:dk2>
      <a:lt2>
        <a:srgbClr val="FFFFFF"/>
      </a:lt2>
      <a:accent1>
        <a:srgbClr val="2457D5"/>
      </a:accent1>
      <a:accent2>
        <a:srgbClr val="00B97D"/>
      </a:accent2>
      <a:accent3>
        <a:srgbClr val="DDC64F"/>
      </a:accent3>
      <a:accent4>
        <a:srgbClr val="2FC0EE"/>
      </a:accent4>
      <a:accent5>
        <a:srgbClr val="602FEE"/>
      </a:accent5>
      <a:accent6>
        <a:srgbClr val="89B900"/>
      </a:accent6>
      <a:hlink>
        <a:srgbClr val="304FFE"/>
      </a:hlink>
      <a:folHlink>
        <a:srgbClr val="492067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8898</Words>
  <Application>WPS Presentation</Application>
  <PresentationFormat>Widescreen</PresentationFormat>
  <Paragraphs>358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40</vt:i4>
      </vt:variant>
    </vt:vector>
  </HeadingPairs>
  <TitlesOfParts>
    <vt:vector size="64" baseType="lpstr">
      <vt:lpstr>Arial</vt:lpstr>
      <vt:lpstr>SimSun</vt:lpstr>
      <vt:lpstr>Wingdings</vt:lpstr>
      <vt:lpstr>Wingdings</vt:lpstr>
      <vt:lpstr>Arial Black</vt:lpstr>
      <vt:lpstr>Times New Roman</vt:lpstr>
      <vt:lpstr>Calibri Light</vt:lpstr>
      <vt:lpstr>Calibri</vt:lpstr>
      <vt:lpstr>Microsoft YaHei</vt:lpstr>
      <vt:lpstr>Arial Unicode MS</vt:lpstr>
      <vt:lpstr>Franklin Gothic Demi</vt:lpstr>
      <vt:lpstr>Lato</vt:lpstr>
      <vt:lpstr>Manrope ExtraBold</vt:lpstr>
      <vt:lpstr>Inter</vt:lpstr>
      <vt:lpstr>Inter Bold</vt:lpstr>
      <vt:lpstr>3_Office 主题</vt:lpstr>
      <vt:lpstr>2_Office 主题</vt:lpstr>
      <vt:lpstr>1_Office 主题</vt:lpstr>
      <vt:lpstr>Office Theme</vt:lpstr>
      <vt:lpstr>1_Office Theme</vt:lpstr>
      <vt:lpstr>2_Office Theme</vt:lpstr>
      <vt:lpstr>3_Office Theme</vt:lpstr>
      <vt:lpstr>4_Office Theme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Basic Example</vt:lpstr>
      <vt:lpstr>          Implicit  vs Explicit Reasoning</vt:lpstr>
      <vt:lpstr>    Direct Answer  vs   Chain-of-Thought</vt:lpstr>
      <vt:lpstr>When to use Chain-of-Thought Prompting</vt:lpstr>
      <vt:lpstr>            Common Mistakes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BHARATH</cp:lastModifiedBy>
  <cp:revision>6</cp:revision>
  <dcterms:created xsi:type="dcterms:W3CDTF">2025-07-23T00:59:00Z</dcterms:created>
  <dcterms:modified xsi:type="dcterms:W3CDTF">2026-07-25T11:41:44Z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1E4133DF8A52454588202D81ABCA6E80_11</vt:lpwstr>
  </property>
  <property fmtid="{D5CDD505-2E9C-101B-9397-08002B2CF9AE}" pid="3" name="KSOProductBuildVer">
    <vt:lpwstr>1033-12.1.0.27458</vt:lpwstr>
  </property>
</Properties>
</file>