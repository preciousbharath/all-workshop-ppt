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5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6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256" r:id="rId2"/>
    <p:sldId id="258" r:id="rId3"/>
    <p:sldId id="262" r:id="rId4"/>
    <p:sldId id="292" r:id="rId5"/>
    <p:sldId id="264" r:id="rId6"/>
    <p:sldId id="296" r:id="rId7"/>
    <p:sldId id="267" r:id="rId8"/>
    <p:sldId id="294" r:id="rId9"/>
    <p:sldId id="291" r:id="rId10"/>
    <p:sldId id="298" r:id="rId11"/>
    <p:sldId id="266" r:id="rId12"/>
    <p:sldId id="297" r:id="rId13"/>
    <p:sldId id="270" r:id="rId14"/>
    <p:sldId id="299" r:id="rId15"/>
    <p:sldId id="274" r:id="rId16"/>
    <p:sldId id="276" r:id="rId17"/>
    <p:sldId id="331" r:id="rId18"/>
    <p:sldId id="333" r:id="rId19"/>
    <p:sldId id="332" r:id="rId20"/>
    <p:sldId id="302" r:id="rId21"/>
    <p:sldId id="279" r:id="rId22"/>
    <p:sldId id="280" r:id="rId23"/>
    <p:sldId id="281" r:id="rId24"/>
    <p:sldId id="282" r:id="rId25"/>
    <p:sldId id="283" r:id="rId26"/>
    <p:sldId id="309" r:id="rId27"/>
    <p:sldId id="310" r:id="rId28"/>
    <p:sldId id="277" r:id="rId29"/>
    <p:sldId id="286" r:id="rId30"/>
    <p:sldId id="284" r:id="rId31"/>
    <p:sldId id="285" r:id="rId32"/>
    <p:sldId id="287" r:id="rId33"/>
    <p:sldId id="306" r:id="rId34"/>
    <p:sldId id="307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15" autoAdjust="0"/>
  </p:normalViewPr>
  <p:slideViewPr>
    <p:cSldViewPr showGuides="1">
      <p:cViewPr varScale="1">
        <p:scale>
          <a:sx n="65" d="100"/>
          <a:sy n="65" d="100"/>
        </p:scale>
        <p:origin x="15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B0D0750-8891-4202-A2B4-051B8A723DAE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7C3E35-7DE8-41D7-A31E-E213FE63AFF4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1" Type="http://schemas.openxmlformats.org/officeDocument/2006/relationships/image" Target="../media/image5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tags" Target="../tags/tag43.xml"/><Relationship Id="rId21" Type="http://schemas.openxmlformats.org/officeDocument/2006/relationships/tags" Target="../tags/tag38.xml"/><Relationship Id="rId34" Type="http://schemas.openxmlformats.org/officeDocument/2006/relationships/tags" Target="../tags/tag51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tags" Target="../tags/tag42.xml"/><Relationship Id="rId33" Type="http://schemas.openxmlformats.org/officeDocument/2006/relationships/tags" Target="../tags/tag50.xml"/><Relationship Id="rId38" Type="http://schemas.openxmlformats.org/officeDocument/2006/relationships/image" Target="../media/image3.jpeg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29" Type="http://schemas.openxmlformats.org/officeDocument/2006/relationships/tags" Target="../tags/tag46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32" Type="http://schemas.openxmlformats.org/officeDocument/2006/relationships/tags" Target="../tags/tag49.xml"/><Relationship Id="rId37" Type="http://schemas.openxmlformats.org/officeDocument/2006/relationships/notesSlide" Target="../notesSlides/notesSlide2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28" Type="http://schemas.openxmlformats.org/officeDocument/2006/relationships/tags" Target="../tags/tag45.xml"/><Relationship Id="rId36" Type="http://schemas.openxmlformats.org/officeDocument/2006/relationships/slideLayout" Target="../slideLayouts/slideLayout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31" Type="http://schemas.openxmlformats.org/officeDocument/2006/relationships/tags" Target="../tags/tag48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Relationship Id="rId27" Type="http://schemas.openxmlformats.org/officeDocument/2006/relationships/tags" Target="../tags/tag44.xml"/><Relationship Id="rId30" Type="http://schemas.openxmlformats.org/officeDocument/2006/relationships/tags" Target="../tags/tag47.xml"/><Relationship Id="rId35" Type="http://schemas.openxmlformats.org/officeDocument/2006/relationships/tags" Target="../tags/tag52.xml"/><Relationship Id="rId8" Type="http://schemas.openxmlformats.org/officeDocument/2006/relationships/tags" Target="../tags/tag25.xml"/><Relationship Id="rId3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3.jpe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image" Target="../media/image3.jpeg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tags" Target="../tags/tag91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image" Target="../media/image3.jpeg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notesSlide" Target="../notesSlides/notesSlide5.xml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image" Target="../media/image3.jpeg"/><Relationship Id="rId2" Type="http://schemas.openxmlformats.org/officeDocument/2006/relationships/tags" Target="../tags/tag93.xml"/><Relationship Id="rId16" Type="http://schemas.openxmlformats.org/officeDocument/2006/relationships/notesSlide" Target="../notesSlides/notesSlide6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0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18" Type="http://schemas.openxmlformats.org/officeDocument/2006/relationships/tags" Target="../tags/tag123.xml"/><Relationship Id="rId3" Type="http://schemas.openxmlformats.org/officeDocument/2006/relationships/tags" Target="../tags/tag108.xml"/><Relationship Id="rId21" Type="http://schemas.openxmlformats.org/officeDocument/2006/relationships/tags" Target="../tags/tag126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tags" Target="../tags/tag122.xml"/><Relationship Id="rId25" Type="http://schemas.openxmlformats.org/officeDocument/2006/relationships/image" Target="../media/image3.jpeg"/><Relationship Id="rId2" Type="http://schemas.openxmlformats.org/officeDocument/2006/relationships/tags" Target="../tags/tag107.xml"/><Relationship Id="rId16" Type="http://schemas.openxmlformats.org/officeDocument/2006/relationships/tags" Target="../tags/tag121.xml"/><Relationship Id="rId20" Type="http://schemas.openxmlformats.org/officeDocument/2006/relationships/tags" Target="../tags/tag125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23" Type="http://schemas.openxmlformats.org/officeDocument/2006/relationships/tags" Target="../tags/tag128.xml"/><Relationship Id="rId10" Type="http://schemas.openxmlformats.org/officeDocument/2006/relationships/tags" Target="../tags/tag115.xml"/><Relationship Id="rId19" Type="http://schemas.openxmlformats.org/officeDocument/2006/relationships/tags" Target="../tags/tag124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Relationship Id="rId22" Type="http://schemas.openxmlformats.org/officeDocument/2006/relationships/tags" Target="../tags/tag1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3" Type="http://schemas.openxmlformats.org/officeDocument/2006/relationships/tags" Target="../tags/tag131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pngtree-blue-futuristic-glow-design-picture-image_16598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4348" y="1500174"/>
            <a:ext cx="7929618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Arial Black" panose="020B0A04020102020204" pitchFamily="34" charset="0"/>
              </a:rPr>
              <a:t>PROMPT  ENGINEERING</a:t>
            </a:r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Generative AI(LLMs overview)</a:t>
            </a:r>
          </a:p>
          <a:p>
            <a:r>
              <a:rPr lang="en-US" dirty="0"/>
              <a:t>How AI models understand prompts(tokens, context)</a:t>
            </a:r>
          </a:p>
          <a:p>
            <a:r>
              <a:rPr lang="en-US" dirty="0"/>
              <a:t>Types of prompts: </a:t>
            </a:r>
            <a:r>
              <a:rPr lang="en-US" dirty="0" err="1"/>
              <a:t>Instruction,Completion,Chat</a:t>
            </a:r>
            <a:endParaRPr lang="en-US" dirty="0"/>
          </a:p>
          <a:p>
            <a:r>
              <a:rPr lang="en-US" dirty="0"/>
              <a:t>Good </a:t>
            </a:r>
            <a:r>
              <a:rPr lang="en-US" dirty="0" err="1"/>
              <a:t>vs</a:t>
            </a:r>
            <a:r>
              <a:rPr lang="en-US" dirty="0"/>
              <a:t> Bad prompts (</a:t>
            </a:r>
            <a:r>
              <a:rPr lang="en-US" dirty="0" err="1"/>
              <a:t>clarity,specificity</a:t>
            </a:r>
            <a:r>
              <a:rPr lang="en-US" dirty="0"/>
              <a:t>)</a:t>
            </a:r>
          </a:p>
        </p:txBody>
      </p:sp>
      <p:sp>
        <p:nvSpPr>
          <p:cNvPr id="5" name="Block Arc 4"/>
          <p:cNvSpPr/>
          <p:nvPr/>
        </p:nvSpPr>
        <p:spPr>
          <a:xfrm>
            <a:off x="6215074" y="6286520"/>
            <a:ext cx="2928926" cy="1143008"/>
          </a:xfrm>
          <a:prstGeom prst="blockArc">
            <a:avLst/>
          </a:prstGeom>
          <a:solidFill>
            <a:schemeClr val="bg2">
              <a:lumMod val="7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iagonal Stripe 5"/>
          <p:cNvSpPr/>
          <p:nvPr/>
        </p:nvSpPr>
        <p:spPr>
          <a:xfrm>
            <a:off x="0" y="4500570"/>
            <a:ext cx="1428728" cy="2357430"/>
          </a:xfrm>
          <a:prstGeom prst="diagStripe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142984"/>
            <a:ext cx="8115328" cy="989856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Large Language Models(LLMs)?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2428868"/>
            <a:ext cx="8115328" cy="3895732"/>
          </a:xfrm>
        </p:spPr>
        <p:txBody>
          <a:bodyPr/>
          <a:lstStyle/>
          <a:p>
            <a:r>
              <a:rPr lang="en-US" dirty="0"/>
              <a:t>AI models trained on massive text  datasets</a:t>
            </a:r>
          </a:p>
          <a:p>
            <a:r>
              <a:rPr lang="en-US" dirty="0"/>
              <a:t>Designed to understand and generative human-like language.</a:t>
            </a:r>
          </a:p>
          <a:p>
            <a:r>
              <a:rPr lang="en-US" dirty="0"/>
              <a:t>Based on  deep  learning  architectures</a:t>
            </a:r>
          </a:p>
          <a:p>
            <a:r>
              <a:rPr lang="en-US" dirty="0"/>
              <a:t>Examples:  Chat Based assistants, text summarizers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KEY FEATURES OF LLMs</a:t>
            </a:r>
          </a:p>
        </p:txBody>
      </p:sp>
      <p:sp>
        <p:nvSpPr>
          <p:cNvPr id="2" name="矩形 9"/>
          <p:cNvSpPr/>
          <p:nvPr>
            <p:custDataLst>
              <p:tags r:id="rId3"/>
            </p:custDataLst>
          </p:nvPr>
        </p:nvSpPr>
        <p:spPr>
          <a:xfrm>
            <a:off x="524007" y="384347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Natural Language understanding</a:t>
            </a:r>
          </a:p>
        </p:txBody>
      </p:sp>
      <p:sp>
        <p:nvSpPr>
          <p:cNvPr id="3" name="矩形 15"/>
          <p:cNvSpPr/>
          <p:nvPr>
            <p:custDataLst>
              <p:tags r:id="rId4"/>
            </p:custDataLst>
          </p:nvPr>
        </p:nvSpPr>
        <p:spPr>
          <a:xfrm>
            <a:off x="6804259" y="384347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25000"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  </a:t>
            </a:r>
            <a:r>
              <a:rPr lang="en-US" sz="48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5600" b="1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 task capabilities(translation,summarization)</a:t>
            </a:r>
          </a:p>
        </p:txBody>
      </p:sp>
      <p:sp>
        <p:nvSpPr>
          <p:cNvPr id="4" name="矩形 14"/>
          <p:cNvSpPr/>
          <p:nvPr>
            <p:custDataLst>
              <p:tags r:id="rId5"/>
            </p:custDataLst>
          </p:nvPr>
        </p:nvSpPr>
        <p:spPr>
          <a:xfrm>
            <a:off x="5084894" y="2598472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Context awareness</a:t>
            </a:r>
          </a:p>
        </p:txBody>
      </p:sp>
      <p:sp>
        <p:nvSpPr>
          <p:cNvPr id="6" name="矩形 17"/>
          <p:cNvSpPr/>
          <p:nvPr>
            <p:custDataLst>
              <p:tags r:id="rId6"/>
            </p:custDataLst>
          </p:nvPr>
        </p:nvSpPr>
        <p:spPr>
          <a:xfrm>
            <a:off x="5084894" y="2165054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lstStyle/>
          <a:p>
            <a:r>
              <a:rPr lang="en-US" sz="2800" b="1" kern="0" dirty="0">
                <a:solidFill>
                  <a:schemeClr val="accent3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03</a:t>
            </a:r>
          </a:p>
        </p:txBody>
      </p:sp>
      <p:sp>
        <p:nvSpPr>
          <p:cNvPr id="7" name="矩形 13"/>
          <p:cNvSpPr/>
          <p:nvPr>
            <p:custDataLst>
              <p:tags r:id="rId7"/>
            </p:custDataLst>
          </p:nvPr>
        </p:nvSpPr>
        <p:spPr>
          <a:xfrm>
            <a:off x="2166707" y="2648481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Text generation and completion</a:t>
            </a:r>
          </a:p>
        </p:txBody>
      </p:sp>
      <p:sp>
        <p:nvSpPr>
          <p:cNvPr id="8" name="矩形 18"/>
          <p:cNvSpPr/>
          <p:nvPr>
            <p:custDataLst>
              <p:tags r:id="rId8"/>
            </p:custDataLst>
          </p:nvPr>
        </p:nvSpPr>
        <p:spPr>
          <a:xfrm>
            <a:off x="2166707" y="2214111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lstStyle/>
          <a:p>
            <a:r>
              <a:rPr lang="en-US" sz="2800" b="1" kern="0" dirty="0">
                <a:solidFill>
                  <a:schemeClr val="accent2">
                    <a:lumMod val="40000"/>
                    <a:lumOff val="60000"/>
                  </a:schemeClr>
                </a:solidFill>
                <a:sym typeface="Arial" panose="020B0604020202020204" pitchFamily="34" charset="0"/>
              </a:rPr>
              <a:t>02</a:t>
            </a:r>
          </a:p>
        </p:txBody>
      </p:sp>
      <p:sp>
        <p:nvSpPr>
          <p:cNvPr id="23" name="矩形 19"/>
          <p:cNvSpPr/>
          <p:nvPr>
            <p:custDataLst>
              <p:tags r:id="rId9"/>
            </p:custDataLst>
          </p:nvPr>
        </p:nvSpPr>
        <p:spPr>
          <a:xfrm>
            <a:off x="524960" y="3405295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lstStyle/>
          <a:p>
            <a:r>
              <a:rPr lang="en-US" sz="2800" b="1" kern="0" dirty="0">
                <a:solidFill>
                  <a:schemeClr val="accent1">
                    <a:lumMod val="25000"/>
                    <a:lumOff val="75000"/>
                  </a:schemeClr>
                </a:solidFill>
                <a:sym typeface="Arial" panose="020B0604020202020204" pitchFamily="34" charset="0"/>
              </a:rPr>
              <a:t>01</a:t>
            </a:r>
          </a:p>
        </p:txBody>
      </p:sp>
      <p:sp>
        <p:nvSpPr>
          <p:cNvPr id="24" name="矩形 20"/>
          <p:cNvSpPr/>
          <p:nvPr>
            <p:custDataLst>
              <p:tags r:id="rId10"/>
            </p:custDataLst>
          </p:nvPr>
        </p:nvSpPr>
        <p:spPr>
          <a:xfrm>
            <a:off x="6554704" y="3405295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lstStyle/>
          <a:p>
            <a:r>
              <a:rPr lang="en-US" sz="2800" b="1" kern="0" dirty="0">
                <a:solidFill>
                  <a:schemeClr val="accent4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04</a:t>
            </a:r>
          </a:p>
        </p:txBody>
      </p:sp>
      <p:sp>
        <p:nvSpPr>
          <p:cNvPr id="25" name="任意多边形: 形状 8"/>
          <p:cNvSpPr/>
          <p:nvPr>
            <p:custDataLst>
              <p:tags r:id="rId11"/>
            </p:custDataLst>
          </p:nvPr>
        </p:nvSpPr>
        <p:spPr>
          <a:xfrm>
            <a:off x="2713480" y="3429109"/>
            <a:ext cx="3726915" cy="1738910"/>
          </a:xfrm>
          <a:custGeom>
            <a:avLst/>
            <a:gdLst>
              <a:gd name="connsiteX0" fmla="*/ 2484360 w 4968848"/>
              <a:gd name="connsiteY0" fmla="*/ 0 h 2318615"/>
              <a:gd name="connsiteX1" fmla="*/ 4965501 w 4968848"/>
              <a:gd name="connsiteY1" fmla="*/ 2253065 h 2318615"/>
              <a:gd name="connsiteX2" fmla="*/ 4968849 w 4968848"/>
              <a:gd name="connsiteY2" fmla="*/ 2318616 h 2318615"/>
              <a:gd name="connsiteX3" fmla="*/ 3839676 w 4968848"/>
              <a:gd name="connsiteY3" fmla="*/ 2318616 h 2318615"/>
              <a:gd name="connsiteX4" fmla="*/ 3833366 w 4968848"/>
              <a:gd name="connsiteY4" fmla="*/ 2192537 h 2318615"/>
              <a:gd name="connsiteX5" fmla="*/ 2122221 w 4968848"/>
              <a:gd name="connsiteY5" fmla="*/ 638637 h 2318615"/>
              <a:gd name="connsiteX6" fmla="*/ 410819 w 4968848"/>
              <a:gd name="connsiteY6" fmla="*/ 2192537 h 2318615"/>
              <a:gd name="connsiteX7" fmla="*/ 404509 w 4968848"/>
              <a:gd name="connsiteY7" fmla="*/ 2318616 h 2318615"/>
              <a:gd name="connsiteX8" fmla="*/ 0 w 4968848"/>
              <a:gd name="connsiteY8" fmla="*/ 2318616 h 2318615"/>
              <a:gd name="connsiteX9" fmla="*/ 3348 w 4968848"/>
              <a:gd name="connsiteY9" fmla="*/ 2253065 h 2318615"/>
              <a:gd name="connsiteX10" fmla="*/ 2484360 w 4968848"/>
              <a:gd name="connsiteY10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68848" h="2318615">
                <a:moveTo>
                  <a:pt x="2484360" y="0"/>
                </a:moveTo>
                <a:cubicBezTo>
                  <a:pt x="3775671" y="0"/>
                  <a:pt x="4837747" y="987511"/>
                  <a:pt x="4965501" y="2253065"/>
                </a:cubicBezTo>
                <a:lnTo>
                  <a:pt x="4968849" y="2318616"/>
                </a:lnTo>
                <a:lnTo>
                  <a:pt x="3839676" y="2318616"/>
                </a:lnTo>
                <a:lnTo>
                  <a:pt x="3833366" y="2192537"/>
                </a:lnTo>
                <a:cubicBezTo>
                  <a:pt x="3745278" y="1319772"/>
                  <a:pt x="3012758" y="638637"/>
                  <a:pt x="2122221" y="638637"/>
                </a:cubicBezTo>
                <a:cubicBezTo>
                  <a:pt x="1231684" y="638637"/>
                  <a:pt x="498907" y="1319772"/>
                  <a:pt x="410819" y="2192537"/>
                </a:cubicBezTo>
                <a:lnTo>
                  <a:pt x="404509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4"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10"/>
          <p:cNvSpPr/>
          <p:nvPr>
            <p:custDataLst>
              <p:tags r:id="rId12"/>
            </p:custDataLst>
          </p:nvPr>
        </p:nvSpPr>
        <p:spPr>
          <a:xfrm>
            <a:off x="2713480" y="3429109"/>
            <a:ext cx="3025350" cy="1738910"/>
          </a:xfrm>
          <a:custGeom>
            <a:avLst/>
            <a:gdLst>
              <a:gd name="connsiteX0" fmla="*/ 2484360 w 4033495"/>
              <a:gd name="connsiteY0" fmla="*/ 0 h 2318615"/>
              <a:gd name="connsiteX1" fmla="*/ 3850623 w 4033495"/>
              <a:gd name="connsiteY1" fmla="*/ 409789 h 2318615"/>
              <a:gd name="connsiteX2" fmla="*/ 3948112 w 4033495"/>
              <a:gd name="connsiteY2" fmla="*/ 482294 h 2318615"/>
              <a:gd name="connsiteX3" fmla="*/ 4033495 w 4033495"/>
              <a:gd name="connsiteY3" fmla="*/ 1170383 h 2318615"/>
              <a:gd name="connsiteX4" fmla="*/ 3420744 w 4033495"/>
              <a:gd name="connsiteY4" fmla="*/ 1236964 h 2318615"/>
              <a:gd name="connsiteX5" fmla="*/ 3388291 w 4033495"/>
              <a:gd name="connsiteY5" fmla="*/ 1198072 h 2318615"/>
              <a:gd name="connsiteX6" fmla="*/ 2122092 w 4033495"/>
              <a:gd name="connsiteY6" fmla="*/ 638637 h 2318615"/>
              <a:gd name="connsiteX7" fmla="*/ 410948 w 4033495"/>
              <a:gd name="connsiteY7" fmla="*/ 2192537 h 2318615"/>
              <a:gd name="connsiteX8" fmla="*/ 404637 w 4033495"/>
              <a:gd name="connsiteY8" fmla="*/ 2318616 h 2318615"/>
              <a:gd name="connsiteX9" fmla="*/ 0 w 4033495"/>
              <a:gd name="connsiteY9" fmla="*/ 2318616 h 2318615"/>
              <a:gd name="connsiteX10" fmla="*/ 3348 w 4033495"/>
              <a:gd name="connsiteY10" fmla="*/ 2253065 h 2318615"/>
              <a:gd name="connsiteX11" fmla="*/ 2484360 w 4033495"/>
              <a:gd name="connsiteY11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3495" h="2318615">
                <a:moveTo>
                  <a:pt x="2484360" y="0"/>
                </a:moveTo>
                <a:cubicBezTo>
                  <a:pt x="2988805" y="0"/>
                  <a:pt x="3458220" y="150677"/>
                  <a:pt x="3850623" y="409789"/>
                </a:cubicBezTo>
                <a:lnTo>
                  <a:pt x="3948112" y="482294"/>
                </a:lnTo>
                <a:lnTo>
                  <a:pt x="4033495" y="1170383"/>
                </a:lnTo>
                <a:lnTo>
                  <a:pt x="3420744" y="1236964"/>
                </a:lnTo>
                <a:lnTo>
                  <a:pt x="3388291" y="1198072"/>
                </a:lnTo>
                <a:cubicBezTo>
                  <a:pt x="3073930" y="854220"/>
                  <a:pt x="2623060" y="638637"/>
                  <a:pt x="2122092" y="638637"/>
                </a:cubicBezTo>
                <a:cubicBezTo>
                  <a:pt x="1231555" y="638637"/>
                  <a:pt x="499036" y="1319772"/>
                  <a:pt x="410948" y="2192537"/>
                </a:cubicBezTo>
                <a:lnTo>
                  <a:pt x="404637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3">
              <a:lumMod val="60000"/>
              <a:lumOff val="4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11"/>
          <p:cNvSpPr/>
          <p:nvPr>
            <p:custDataLst>
              <p:tags r:id="rId13"/>
            </p:custDataLst>
          </p:nvPr>
        </p:nvSpPr>
        <p:spPr>
          <a:xfrm>
            <a:off x="2713480" y="3447684"/>
            <a:ext cx="1811305" cy="1720335"/>
          </a:xfrm>
          <a:custGeom>
            <a:avLst/>
            <a:gdLst>
              <a:gd name="connsiteX0" fmla="*/ 2152099 w 2414945"/>
              <a:gd name="connsiteY0" fmla="*/ 0 h 2293889"/>
              <a:gd name="connsiteX1" fmla="*/ 2414946 w 2414945"/>
              <a:gd name="connsiteY1" fmla="*/ 306504 h 2293889"/>
              <a:gd name="connsiteX2" fmla="*/ 2173091 w 2414945"/>
              <a:gd name="connsiteY2" fmla="*/ 616615 h 2293889"/>
              <a:gd name="connsiteX3" fmla="*/ 2122092 w 2414945"/>
              <a:gd name="connsiteY3" fmla="*/ 613910 h 2293889"/>
              <a:gd name="connsiteX4" fmla="*/ 410948 w 2414945"/>
              <a:gd name="connsiteY4" fmla="*/ 2167811 h 2293889"/>
              <a:gd name="connsiteX5" fmla="*/ 404637 w 2414945"/>
              <a:gd name="connsiteY5" fmla="*/ 2293889 h 2293889"/>
              <a:gd name="connsiteX6" fmla="*/ 0 w 2414945"/>
              <a:gd name="connsiteY6" fmla="*/ 2293889 h 2293889"/>
              <a:gd name="connsiteX7" fmla="*/ 3348 w 2414945"/>
              <a:gd name="connsiteY7" fmla="*/ 2228339 h 2293889"/>
              <a:gd name="connsiteX8" fmla="*/ 2012369 w 2414945"/>
              <a:gd name="connsiteY8" fmla="*/ 20219 h 2293889"/>
              <a:gd name="connsiteX9" fmla="*/ 2152099 w 2414945"/>
              <a:gd name="connsiteY9" fmla="*/ 0 h 2293889"/>
              <a:gd name="connsiteX10" fmla="*/ 2152099 w 2414945"/>
              <a:gd name="connsiteY10" fmla="*/ 0 h 2293889"/>
              <a:gd name="connsiteX11" fmla="*/ 2152099 w 2414945"/>
              <a:gd name="connsiteY11" fmla="*/ 0 h 229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14945" h="2293889">
                <a:moveTo>
                  <a:pt x="2152099" y="0"/>
                </a:moveTo>
                <a:lnTo>
                  <a:pt x="2414946" y="306504"/>
                </a:lnTo>
                <a:lnTo>
                  <a:pt x="2173091" y="616615"/>
                </a:lnTo>
                <a:lnTo>
                  <a:pt x="2122092" y="613910"/>
                </a:lnTo>
                <a:cubicBezTo>
                  <a:pt x="1231555" y="613910"/>
                  <a:pt x="499036" y="1295046"/>
                  <a:pt x="410948" y="2167811"/>
                </a:cubicBezTo>
                <a:lnTo>
                  <a:pt x="404637" y="2293889"/>
                </a:lnTo>
                <a:lnTo>
                  <a:pt x="0" y="2293889"/>
                </a:lnTo>
                <a:lnTo>
                  <a:pt x="3348" y="2228339"/>
                </a:lnTo>
                <a:cubicBezTo>
                  <a:pt x="115132" y="1121059"/>
                  <a:pt x="942179" y="226530"/>
                  <a:pt x="2012369" y="20219"/>
                </a:cubicBezTo>
                <a:lnTo>
                  <a:pt x="2152099" y="0"/>
                </a:lnTo>
                <a:lnTo>
                  <a:pt x="2152099" y="0"/>
                </a:lnTo>
                <a:lnTo>
                  <a:pt x="215209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12"/>
          <p:cNvSpPr/>
          <p:nvPr>
            <p:custDataLst>
              <p:tags r:id="rId14"/>
            </p:custDataLst>
          </p:nvPr>
        </p:nvSpPr>
        <p:spPr>
          <a:xfrm>
            <a:off x="2713480" y="3952068"/>
            <a:ext cx="766816" cy="1215951"/>
          </a:xfrm>
          <a:custGeom>
            <a:avLst/>
            <a:gdLst>
              <a:gd name="connsiteX0" fmla="*/ 759564 w 1022539"/>
              <a:gd name="connsiteY0" fmla="*/ 0 h 1620867"/>
              <a:gd name="connsiteX1" fmla="*/ 990859 w 1022539"/>
              <a:gd name="connsiteY1" fmla="*/ 0 h 1620867"/>
              <a:gd name="connsiteX2" fmla="*/ 1022540 w 1022539"/>
              <a:gd name="connsiteY2" fmla="*/ 342950 h 1620867"/>
              <a:gd name="connsiteX3" fmla="*/ 965489 w 1022539"/>
              <a:gd name="connsiteY3" fmla="*/ 390600 h 1620867"/>
              <a:gd name="connsiteX4" fmla="*/ 410819 w 1022539"/>
              <a:gd name="connsiteY4" fmla="*/ 1494789 h 1620867"/>
              <a:gd name="connsiteX5" fmla="*/ 404509 w 1022539"/>
              <a:gd name="connsiteY5" fmla="*/ 1620868 h 1620867"/>
              <a:gd name="connsiteX6" fmla="*/ 0 w 1022539"/>
              <a:gd name="connsiteY6" fmla="*/ 1620868 h 1620867"/>
              <a:gd name="connsiteX7" fmla="*/ 3348 w 1022539"/>
              <a:gd name="connsiteY7" fmla="*/ 1555317 h 1620867"/>
              <a:gd name="connsiteX8" fmla="*/ 751322 w 1022539"/>
              <a:gd name="connsiteY8" fmla="*/ 7341 h 1620867"/>
              <a:gd name="connsiteX9" fmla="*/ 759564 w 1022539"/>
              <a:gd name="connsiteY9" fmla="*/ 0 h 1620867"/>
              <a:gd name="connsiteX10" fmla="*/ 759564 w 1022539"/>
              <a:gd name="connsiteY10" fmla="*/ 0 h 1620867"/>
              <a:gd name="connsiteX11" fmla="*/ 759564 w 1022539"/>
              <a:gd name="connsiteY11" fmla="*/ 0 h 16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2539" h="1620867">
                <a:moveTo>
                  <a:pt x="759564" y="0"/>
                </a:moveTo>
                <a:lnTo>
                  <a:pt x="990859" y="0"/>
                </a:lnTo>
                <a:lnTo>
                  <a:pt x="1022540" y="342950"/>
                </a:lnTo>
                <a:lnTo>
                  <a:pt x="965489" y="390600"/>
                </a:lnTo>
                <a:cubicBezTo>
                  <a:pt x="660015" y="669931"/>
                  <a:pt x="454863" y="1058471"/>
                  <a:pt x="410819" y="1494789"/>
                </a:cubicBezTo>
                <a:lnTo>
                  <a:pt x="404509" y="1620868"/>
                </a:lnTo>
                <a:lnTo>
                  <a:pt x="0" y="1620868"/>
                </a:lnTo>
                <a:lnTo>
                  <a:pt x="3348" y="1555317"/>
                </a:lnTo>
                <a:cubicBezTo>
                  <a:pt x="64520" y="949777"/>
                  <a:pt x="339473" y="407857"/>
                  <a:pt x="751322" y="7341"/>
                </a:cubicBezTo>
                <a:lnTo>
                  <a:pt x="759564" y="0"/>
                </a:lnTo>
                <a:lnTo>
                  <a:pt x="759564" y="0"/>
                </a:lnTo>
                <a:lnTo>
                  <a:pt x="75956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16"/>
          <p:cNvSpPr/>
          <p:nvPr>
            <p:custDataLst>
              <p:tags r:id="rId15"/>
            </p:custDataLst>
          </p:nvPr>
        </p:nvSpPr>
        <p:spPr>
          <a:xfrm>
            <a:off x="2708241" y="5165638"/>
            <a:ext cx="309101" cy="38637"/>
          </a:xfrm>
          <a:custGeom>
            <a:avLst/>
            <a:gdLst>
              <a:gd name="connsiteX0" fmla="*/ 0 w 412106"/>
              <a:gd name="connsiteY0" fmla="*/ 0 h 51513"/>
              <a:gd name="connsiteX1" fmla="*/ 412107 w 412106"/>
              <a:gd name="connsiteY1" fmla="*/ 0 h 51513"/>
              <a:gd name="connsiteX2" fmla="*/ 412107 w 412106"/>
              <a:gd name="connsiteY2" fmla="*/ 51513 h 51513"/>
              <a:gd name="connsiteX3" fmla="*/ 0 w 412106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6" h="51513">
                <a:moveTo>
                  <a:pt x="0" y="0"/>
                </a:moveTo>
                <a:lnTo>
                  <a:pt x="412107" y="0"/>
                </a:lnTo>
                <a:lnTo>
                  <a:pt x="412107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21"/>
          <p:cNvSpPr/>
          <p:nvPr>
            <p:custDataLst>
              <p:tags r:id="rId16"/>
            </p:custDataLst>
          </p:nvPr>
        </p:nvSpPr>
        <p:spPr>
          <a:xfrm>
            <a:off x="5591183" y="5156112"/>
            <a:ext cx="850029" cy="38637"/>
          </a:xfrm>
          <a:custGeom>
            <a:avLst/>
            <a:gdLst>
              <a:gd name="connsiteX0" fmla="*/ 0 w 1133293"/>
              <a:gd name="connsiteY0" fmla="*/ 0 h 51513"/>
              <a:gd name="connsiteX1" fmla="*/ 1133294 w 1133293"/>
              <a:gd name="connsiteY1" fmla="*/ 0 h 51513"/>
              <a:gd name="connsiteX2" fmla="*/ 1133294 w 1133293"/>
              <a:gd name="connsiteY2" fmla="*/ 51513 h 51513"/>
              <a:gd name="connsiteX3" fmla="*/ 0 w 1133293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293" h="51513">
                <a:moveTo>
                  <a:pt x="0" y="0"/>
                </a:moveTo>
                <a:lnTo>
                  <a:pt x="1133294" y="0"/>
                </a:lnTo>
                <a:lnTo>
                  <a:pt x="1133294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4"/>
          </a:solidFill>
          <a:ln w="128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2" name="图形 2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4190911" y="3669632"/>
            <a:ext cx="986859" cy="1597771"/>
          </a:xfrm>
          <a:custGeom>
            <a:avLst/>
            <a:gdLst>
              <a:gd name="connsiteX0" fmla="*/ 209551 w 1315720"/>
              <a:gd name="connsiteY0" fmla="*/ 1769534 h 2130213"/>
              <a:gd name="connsiteX1" fmla="*/ 71121 w 1315720"/>
              <a:gd name="connsiteY1" fmla="*/ 1907964 h 2130213"/>
              <a:gd name="connsiteX2" fmla="*/ 209551 w 1315720"/>
              <a:gd name="connsiteY2" fmla="*/ 2046394 h 2130213"/>
              <a:gd name="connsiteX3" fmla="*/ 347981 w 1315720"/>
              <a:gd name="connsiteY3" fmla="*/ 1907964 h 2130213"/>
              <a:gd name="connsiteX4" fmla="*/ 209551 w 1315720"/>
              <a:gd name="connsiteY4" fmla="*/ 1769534 h 2130213"/>
              <a:gd name="connsiteX5" fmla="*/ 0 w 1315720"/>
              <a:gd name="connsiteY5" fmla="*/ 0 h 2130213"/>
              <a:gd name="connsiteX6" fmla="*/ 1315720 w 1315720"/>
              <a:gd name="connsiteY6" fmla="*/ 0 h 2130213"/>
              <a:gd name="connsiteX7" fmla="*/ 1315720 w 1315720"/>
              <a:gd name="connsiteY7" fmla="*/ 2130213 h 2130213"/>
              <a:gd name="connsiteX8" fmla="*/ 0 w 1315720"/>
              <a:gd name="connsiteY8" fmla="*/ 2130213 h 213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5720" h="2130213">
                <a:moveTo>
                  <a:pt x="209551" y="1769534"/>
                </a:moveTo>
                <a:cubicBezTo>
                  <a:pt x="133098" y="1769534"/>
                  <a:pt x="71121" y="1831511"/>
                  <a:pt x="71121" y="1907964"/>
                </a:cubicBezTo>
                <a:cubicBezTo>
                  <a:pt x="71121" y="1984417"/>
                  <a:pt x="133098" y="2046394"/>
                  <a:pt x="209551" y="2046394"/>
                </a:cubicBezTo>
                <a:cubicBezTo>
                  <a:pt x="286004" y="2046394"/>
                  <a:pt x="347981" y="1984417"/>
                  <a:pt x="347981" y="1907964"/>
                </a:cubicBezTo>
                <a:cubicBezTo>
                  <a:pt x="347981" y="1831511"/>
                  <a:pt x="286004" y="1769534"/>
                  <a:pt x="209551" y="1769534"/>
                </a:cubicBezTo>
                <a:close/>
                <a:moveTo>
                  <a:pt x="0" y="0"/>
                </a:moveTo>
                <a:lnTo>
                  <a:pt x="1315720" y="0"/>
                </a:lnTo>
                <a:lnTo>
                  <a:pt x="1315720" y="2130213"/>
                </a:lnTo>
                <a:lnTo>
                  <a:pt x="0" y="2130213"/>
                </a:lnTo>
                <a:close/>
              </a:path>
            </a:pathLst>
          </a:custGeom>
        </p:spPr>
      </p:pic>
      <p:pic>
        <p:nvPicPr>
          <p:cNvPr id="9" name="Picture 8"/>
          <p:cNvPicPr/>
          <p:nvPr/>
        </p:nvPicPr>
        <p:blipFill>
          <a:blip r:embed="rId2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Working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Input Processing</a:t>
            </a:r>
          </a:p>
          <a:p>
            <a:r>
              <a:rPr lang="en-US" b="1" dirty="0"/>
              <a:t>Embedding</a:t>
            </a:r>
          </a:p>
          <a:p>
            <a:r>
              <a:rPr lang="en-US" b="1" dirty="0"/>
              <a:t>Context Understanding</a:t>
            </a:r>
          </a:p>
          <a:p>
            <a:r>
              <a:rPr lang="en-US" b="1" dirty="0"/>
              <a:t>Prediction</a:t>
            </a:r>
          </a:p>
          <a:p>
            <a:r>
              <a:rPr lang="en-US" b="1" dirty="0"/>
              <a:t>Output Generation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How LLMs Work?</a:t>
            </a:r>
          </a:p>
        </p:txBody>
      </p:sp>
      <p:sp>
        <p:nvSpPr>
          <p:cNvPr id="3" name="任意多边形: 形状 36"/>
          <p:cNvSpPr/>
          <p:nvPr>
            <p:custDataLst>
              <p:tags r:id="rId3"/>
            </p:custDataLst>
          </p:nvPr>
        </p:nvSpPr>
        <p:spPr>
          <a:xfrm rot="16200000">
            <a:off x="7577182" y="3760941"/>
            <a:ext cx="662700" cy="619569"/>
          </a:xfrm>
          <a:custGeom>
            <a:avLst/>
            <a:gdLst>
              <a:gd name="connsiteX0" fmla="*/ 883571 w 883573"/>
              <a:gd name="connsiteY0" fmla="*/ 826067 h 826067"/>
              <a:gd name="connsiteX1" fmla="*/ 883571 w 883573"/>
              <a:gd name="connsiteY1" fmla="*/ 826066 h 826067"/>
              <a:gd name="connsiteX2" fmla="*/ 883573 w 883573"/>
              <a:gd name="connsiteY2" fmla="*/ 826067 h 826067"/>
              <a:gd name="connsiteX3" fmla="*/ 0 w 883573"/>
              <a:gd name="connsiteY3" fmla="*/ 826067 h 826067"/>
              <a:gd name="connsiteX4" fmla="*/ 0 w 883573"/>
              <a:gd name="connsiteY4" fmla="*/ 826066 h 826067"/>
              <a:gd name="connsiteX5" fmla="*/ 441696 w 883573"/>
              <a:gd name="connsiteY5" fmla="*/ 826066 h 826067"/>
              <a:gd name="connsiteX6" fmla="*/ 441696 w 883573"/>
              <a:gd name="connsiteY6" fmla="*/ 599294 h 826067"/>
              <a:gd name="connsiteX7" fmla="*/ 0 w 883573"/>
              <a:gd name="connsiteY7" fmla="*/ 826066 h 826067"/>
              <a:gd name="connsiteX8" fmla="*/ 0 w 883573"/>
              <a:gd name="connsiteY8" fmla="*/ 0 h 826067"/>
              <a:gd name="connsiteX9" fmla="*/ 883571 w 883573"/>
              <a:gd name="connsiteY9" fmla="*/ 0 h 826067"/>
              <a:gd name="connsiteX10" fmla="*/ 883571 w 883573"/>
              <a:gd name="connsiteY10" fmla="*/ 826066 h 826067"/>
              <a:gd name="connsiteX11" fmla="*/ 441699 w 883573"/>
              <a:gd name="connsiteY11" fmla="*/ 599295 h 826067"/>
              <a:gd name="connsiteX12" fmla="*/ 441699 w 883573"/>
              <a:gd name="connsiteY12" fmla="*/ 826067 h 82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83573" h="826067">
                <a:moveTo>
                  <a:pt x="883571" y="826067"/>
                </a:moveTo>
                <a:lnTo>
                  <a:pt x="883571" y="826066"/>
                </a:lnTo>
                <a:lnTo>
                  <a:pt x="883573" y="826067"/>
                </a:lnTo>
                <a:close/>
                <a:moveTo>
                  <a:pt x="0" y="826067"/>
                </a:moveTo>
                <a:lnTo>
                  <a:pt x="0" y="826066"/>
                </a:lnTo>
                <a:lnTo>
                  <a:pt x="441696" y="826066"/>
                </a:lnTo>
                <a:lnTo>
                  <a:pt x="441696" y="599294"/>
                </a:lnTo>
                <a:lnTo>
                  <a:pt x="0" y="826066"/>
                </a:lnTo>
                <a:lnTo>
                  <a:pt x="0" y="0"/>
                </a:lnTo>
                <a:lnTo>
                  <a:pt x="883571" y="0"/>
                </a:lnTo>
                <a:lnTo>
                  <a:pt x="883571" y="826066"/>
                </a:lnTo>
                <a:lnTo>
                  <a:pt x="441699" y="599295"/>
                </a:lnTo>
                <a:lnTo>
                  <a:pt x="441699" y="826067"/>
                </a:lnTo>
                <a:close/>
              </a:path>
            </a:pathLst>
          </a:custGeom>
          <a:solidFill>
            <a:schemeClr val="accent5">
              <a:lumMod val="35000"/>
              <a:lumOff val="6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任意多边形: 形状 35"/>
          <p:cNvSpPr/>
          <p:nvPr>
            <p:custDataLst>
              <p:tags r:id="rId4"/>
            </p:custDataLst>
          </p:nvPr>
        </p:nvSpPr>
        <p:spPr>
          <a:xfrm rot="5400000">
            <a:off x="1003301" y="3760941"/>
            <a:ext cx="662700" cy="619569"/>
          </a:xfrm>
          <a:custGeom>
            <a:avLst/>
            <a:gdLst>
              <a:gd name="connsiteX0" fmla="*/ 883571 w 883573"/>
              <a:gd name="connsiteY0" fmla="*/ 826067 h 826067"/>
              <a:gd name="connsiteX1" fmla="*/ 883571 w 883573"/>
              <a:gd name="connsiteY1" fmla="*/ 826066 h 826067"/>
              <a:gd name="connsiteX2" fmla="*/ 883573 w 883573"/>
              <a:gd name="connsiteY2" fmla="*/ 826067 h 826067"/>
              <a:gd name="connsiteX3" fmla="*/ 0 w 883573"/>
              <a:gd name="connsiteY3" fmla="*/ 826067 h 826067"/>
              <a:gd name="connsiteX4" fmla="*/ 0 w 883573"/>
              <a:gd name="connsiteY4" fmla="*/ 826066 h 826067"/>
              <a:gd name="connsiteX5" fmla="*/ 441696 w 883573"/>
              <a:gd name="connsiteY5" fmla="*/ 826066 h 826067"/>
              <a:gd name="connsiteX6" fmla="*/ 441696 w 883573"/>
              <a:gd name="connsiteY6" fmla="*/ 599294 h 826067"/>
              <a:gd name="connsiteX7" fmla="*/ 0 w 883573"/>
              <a:gd name="connsiteY7" fmla="*/ 826066 h 826067"/>
              <a:gd name="connsiteX8" fmla="*/ 0 w 883573"/>
              <a:gd name="connsiteY8" fmla="*/ 0 h 826067"/>
              <a:gd name="connsiteX9" fmla="*/ 883571 w 883573"/>
              <a:gd name="connsiteY9" fmla="*/ 0 h 826067"/>
              <a:gd name="connsiteX10" fmla="*/ 883571 w 883573"/>
              <a:gd name="connsiteY10" fmla="*/ 826066 h 826067"/>
              <a:gd name="connsiteX11" fmla="*/ 441699 w 883573"/>
              <a:gd name="connsiteY11" fmla="*/ 599295 h 826067"/>
              <a:gd name="connsiteX12" fmla="*/ 441699 w 883573"/>
              <a:gd name="connsiteY12" fmla="*/ 826067 h 82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83573" h="826067">
                <a:moveTo>
                  <a:pt x="883571" y="826067"/>
                </a:moveTo>
                <a:lnTo>
                  <a:pt x="883571" y="826066"/>
                </a:lnTo>
                <a:lnTo>
                  <a:pt x="883573" y="826067"/>
                </a:lnTo>
                <a:close/>
                <a:moveTo>
                  <a:pt x="0" y="826067"/>
                </a:moveTo>
                <a:lnTo>
                  <a:pt x="0" y="826066"/>
                </a:lnTo>
                <a:lnTo>
                  <a:pt x="441696" y="826066"/>
                </a:lnTo>
                <a:lnTo>
                  <a:pt x="441696" y="599294"/>
                </a:lnTo>
                <a:lnTo>
                  <a:pt x="0" y="826066"/>
                </a:lnTo>
                <a:lnTo>
                  <a:pt x="0" y="0"/>
                </a:lnTo>
                <a:lnTo>
                  <a:pt x="883571" y="0"/>
                </a:lnTo>
                <a:lnTo>
                  <a:pt x="883571" y="826066"/>
                </a:lnTo>
                <a:lnTo>
                  <a:pt x="441699" y="599295"/>
                </a:lnTo>
                <a:lnTo>
                  <a:pt x="441699" y="826067"/>
                </a:lnTo>
                <a:close/>
              </a:path>
            </a:pathLst>
          </a:custGeom>
          <a:solidFill>
            <a:schemeClr val="accent1">
              <a:lumMod val="35000"/>
              <a:lumOff val="6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: 圆顶角 20"/>
          <p:cNvSpPr/>
          <p:nvPr>
            <p:custDataLst>
              <p:tags r:id="rId5"/>
            </p:custDataLst>
          </p:nvPr>
        </p:nvSpPr>
        <p:spPr>
          <a:xfrm flipH="1">
            <a:off x="1291917" y="3571387"/>
            <a:ext cx="1618108" cy="662699"/>
          </a:xfrm>
          <a:prstGeom prst="round2SameRect">
            <a:avLst>
              <a:gd name="adj1" fmla="val 25945"/>
              <a:gd name="adj2" fmla="val 0"/>
            </a:avLst>
          </a:prstGeom>
          <a:gradFill>
            <a:gsLst>
              <a:gs pos="0">
                <a:schemeClr val="accent1">
                  <a:lumMod val="40000"/>
                  <a:lumOff val="60000"/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直角三角形 22"/>
          <p:cNvSpPr/>
          <p:nvPr>
            <p:custDataLst>
              <p:tags r:id="rId6"/>
            </p:custDataLst>
          </p:nvPr>
        </p:nvSpPr>
        <p:spPr>
          <a:xfrm rot="10800000">
            <a:off x="1291917" y="4231967"/>
            <a:ext cx="356458" cy="170084"/>
          </a:xfrm>
          <a:prstGeom prst="rtTriangle">
            <a:avLst/>
          </a:prstGeom>
          <a:solidFill>
            <a:schemeClr val="accent1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: 圆顶角 24"/>
          <p:cNvSpPr/>
          <p:nvPr>
            <p:custDataLst>
              <p:tags r:id="rId7"/>
            </p:custDataLst>
          </p:nvPr>
        </p:nvSpPr>
        <p:spPr>
          <a:xfrm>
            <a:off x="6337941" y="3571387"/>
            <a:ext cx="1618108" cy="662699"/>
          </a:xfrm>
          <a:prstGeom prst="round2SameRect">
            <a:avLst>
              <a:gd name="adj1" fmla="val 25945"/>
              <a:gd name="adj2" fmla="val 0"/>
            </a:avLst>
          </a:prstGeom>
          <a:gradFill>
            <a:gsLst>
              <a:gs pos="0">
                <a:schemeClr val="accent5">
                  <a:lumMod val="40000"/>
                  <a:lumOff val="60000"/>
                  <a:alpha val="100000"/>
                </a:schemeClr>
              </a:gs>
              <a:gs pos="100000">
                <a:schemeClr val="accent5">
                  <a:lumMod val="60000"/>
                  <a:lumOff val="40000"/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直角三角形 26"/>
          <p:cNvSpPr/>
          <p:nvPr>
            <p:custDataLst>
              <p:tags r:id="rId8"/>
            </p:custDataLst>
          </p:nvPr>
        </p:nvSpPr>
        <p:spPr>
          <a:xfrm rot="10800000" flipH="1">
            <a:off x="7599567" y="4234348"/>
            <a:ext cx="356458" cy="170084"/>
          </a:xfrm>
          <a:prstGeom prst="rtTriangle">
            <a:avLst/>
          </a:prstGeom>
          <a:solidFill>
            <a:schemeClr val="accent5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矩形: 圆顶角 12"/>
          <p:cNvSpPr/>
          <p:nvPr>
            <p:custDataLst>
              <p:tags r:id="rId9"/>
            </p:custDataLst>
          </p:nvPr>
        </p:nvSpPr>
        <p:spPr>
          <a:xfrm>
            <a:off x="5076316" y="3401361"/>
            <a:ext cx="1618108" cy="662699"/>
          </a:xfrm>
          <a:prstGeom prst="round2SameRect">
            <a:avLst>
              <a:gd name="adj1" fmla="val 25945"/>
              <a:gd name="adj2" fmla="val 0"/>
            </a:avLst>
          </a:prstGeom>
          <a:gradFill>
            <a:gsLst>
              <a:gs pos="0">
                <a:schemeClr val="accent4">
                  <a:lumMod val="60000"/>
                  <a:lumOff val="40000"/>
                  <a:alpha val="100000"/>
                </a:schemeClr>
              </a:gs>
              <a:gs pos="100000">
                <a:schemeClr val="accent4">
                  <a:lumMod val="80000"/>
                  <a:lumOff val="20000"/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直角三角形 14"/>
          <p:cNvSpPr/>
          <p:nvPr>
            <p:custDataLst>
              <p:tags r:id="rId10"/>
            </p:custDataLst>
          </p:nvPr>
        </p:nvSpPr>
        <p:spPr>
          <a:xfrm rot="10800000" flipH="1">
            <a:off x="6337941" y="4064321"/>
            <a:ext cx="356458" cy="170084"/>
          </a:xfrm>
          <a:prstGeom prst="rtTriangle">
            <a:avLst/>
          </a:prstGeom>
          <a:solidFill>
            <a:schemeClr val="accent4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矩形: 圆顶角 16"/>
          <p:cNvSpPr/>
          <p:nvPr>
            <p:custDataLst>
              <p:tags r:id="rId11"/>
            </p:custDataLst>
          </p:nvPr>
        </p:nvSpPr>
        <p:spPr>
          <a:xfrm flipH="1">
            <a:off x="2553542" y="3401361"/>
            <a:ext cx="1618108" cy="662699"/>
          </a:xfrm>
          <a:prstGeom prst="round2SameRect">
            <a:avLst>
              <a:gd name="adj1" fmla="val 25945"/>
              <a:gd name="adj2" fmla="val 0"/>
            </a:avLst>
          </a:prstGeom>
          <a:gradFill>
            <a:gsLst>
              <a:gs pos="0">
                <a:schemeClr val="accent2">
                  <a:lumMod val="60000"/>
                  <a:lumOff val="40000"/>
                  <a:alpha val="100000"/>
                </a:schemeClr>
              </a:gs>
              <a:gs pos="100000">
                <a:schemeClr val="accent2">
                  <a:lumMod val="80000"/>
                  <a:lumOff val="20000"/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直角三角形 18"/>
          <p:cNvSpPr/>
          <p:nvPr>
            <p:custDataLst>
              <p:tags r:id="rId12"/>
            </p:custDataLst>
          </p:nvPr>
        </p:nvSpPr>
        <p:spPr>
          <a:xfrm rot="10800000">
            <a:off x="2553542" y="4063369"/>
            <a:ext cx="356458" cy="170084"/>
          </a:xfrm>
          <a:prstGeom prst="rtTriangle">
            <a:avLst/>
          </a:prstGeom>
          <a:solidFill>
            <a:schemeClr val="accent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矩形: 圆顶角 5"/>
          <p:cNvSpPr/>
          <p:nvPr>
            <p:custDataLst>
              <p:tags r:id="rId13"/>
            </p:custDataLst>
          </p:nvPr>
        </p:nvSpPr>
        <p:spPr>
          <a:xfrm>
            <a:off x="3815644" y="3232287"/>
            <a:ext cx="1618108" cy="662699"/>
          </a:xfrm>
          <a:prstGeom prst="round2SameRect">
            <a:avLst>
              <a:gd name="adj1" fmla="val 25945"/>
              <a:gd name="adj2" fmla="val 0"/>
            </a:avLst>
          </a:prstGeom>
          <a:gradFill>
            <a:gsLst>
              <a:gs pos="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直角三角形 8"/>
          <p:cNvSpPr/>
          <p:nvPr>
            <p:custDataLst>
              <p:tags r:id="rId14"/>
            </p:custDataLst>
          </p:nvPr>
        </p:nvSpPr>
        <p:spPr>
          <a:xfrm rot="10800000">
            <a:off x="3815167" y="3894295"/>
            <a:ext cx="356458" cy="170084"/>
          </a:xfrm>
          <a:prstGeom prst="rtTriangle">
            <a:avLst/>
          </a:prstGeom>
          <a:solidFill>
            <a:schemeClr val="accent3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直角三角形 9"/>
          <p:cNvSpPr/>
          <p:nvPr>
            <p:custDataLst>
              <p:tags r:id="rId15"/>
            </p:custDataLst>
          </p:nvPr>
        </p:nvSpPr>
        <p:spPr>
          <a:xfrm rot="10800000" flipH="1">
            <a:off x="5076793" y="3894295"/>
            <a:ext cx="356458" cy="170084"/>
          </a:xfrm>
          <a:prstGeom prst="rtTriangle">
            <a:avLst/>
          </a:prstGeom>
          <a:solidFill>
            <a:schemeClr val="accent3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矩形 37"/>
          <p:cNvSpPr/>
          <p:nvPr>
            <p:custDataLst>
              <p:tags r:id="rId16"/>
            </p:custDataLst>
          </p:nvPr>
        </p:nvSpPr>
        <p:spPr>
          <a:xfrm>
            <a:off x="1376692" y="2170693"/>
            <a:ext cx="1464247" cy="662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Use neural networks(Transformer architecture)</a:t>
            </a:r>
          </a:p>
        </p:txBody>
      </p:sp>
      <p:sp>
        <p:nvSpPr>
          <p:cNvPr id="31" name="矩形 42"/>
          <p:cNvSpPr/>
          <p:nvPr>
            <p:custDataLst>
              <p:tags r:id="rId17"/>
            </p:custDataLst>
          </p:nvPr>
        </p:nvSpPr>
        <p:spPr>
          <a:xfrm>
            <a:off x="1903917" y="2813174"/>
            <a:ext cx="409756" cy="4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kern="0" dirty="0">
                <a:solidFill>
                  <a:schemeClr val="accent1"/>
                </a:solidFill>
                <a:sym typeface="Arial" panose="020B0604020202020204" pitchFamily="34" charset="0"/>
              </a:rPr>
              <a:t>01</a:t>
            </a:r>
          </a:p>
        </p:txBody>
      </p:sp>
      <p:sp>
        <p:nvSpPr>
          <p:cNvPr id="32" name="矩形 46"/>
          <p:cNvSpPr/>
          <p:nvPr>
            <p:custDataLst>
              <p:tags r:id="rId18"/>
            </p:custDataLst>
          </p:nvPr>
        </p:nvSpPr>
        <p:spPr>
          <a:xfrm>
            <a:off x="6417478" y="2172122"/>
            <a:ext cx="1464247" cy="662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2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 is generated step-by-step(token by token)</a:t>
            </a:r>
          </a:p>
        </p:txBody>
      </p:sp>
      <p:sp>
        <p:nvSpPr>
          <p:cNvPr id="33" name="矩形 47"/>
          <p:cNvSpPr/>
          <p:nvPr>
            <p:custDataLst>
              <p:tags r:id="rId19"/>
            </p:custDataLst>
          </p:nvPr>
        </p:nvSpPr>
        <p:spPr>
          <a:xfrm>
            <a:off x="6944703" y="2814603"/>
            <a:ext cx="409756" cy="4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kern="0" dirty="0">
                <a:solidFill>
                  <a:schemeClr val="accent5"/>
                </a:solidFill>
                <a:sym typeface="Arial" panose="020B0604020202020204" pitchFamily="34" charset="0"/>
              </a:rPr>
              <a:t>05</a:t>
            </a:r>
          </a:p>
        </p:txBody>
      </p:sp>
      <p:sp>
        <p:nvSpPr>
          <p:cNvPr id="34" name="矩形 49"/>
          <p:cNvSpPr/>
          <p:nvPr>
            <p:custDataLst>
              <p:tags r:id="rId20"/>
            </p:custDataLst>
          </p:nvPr>
        </p:nvSpPr>
        <p:spPr>
          <a:xfrm>
            <a:off x="2632126" y="4771574"/>
            <a:ext cx="1464247" cy="662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 next word based on context</a:t>
            </a:r>
          </a:p>
        </p:txBody>
      </p:sp>
      <p:sp>
        <p:nvSpPr>
          <p:cNvPr id="35" name="矩形 50"/>
          <p:cNvSpPr/>
          <p:nvPr>
            <p:custDataLst>
              <p:tags r:id="rId21"/>
            </p:custDataLst>
          </p:nvPr>
        </p:nvSpPr>
        <p:spPr>
          <a:xfrm>
            <a:off x="3159351" y="4387229"/>
            <a:ext cx="409756" cy="4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kern="0" dirty="0">
                <a:solidFill>
                  <a:schemeClr val="accent2"/>
                </a:solidFill>
                <a:sym typeface="Arial" panose="020B0604020202020204" pitchFamily="34" charset="0"/>
              </a:rPr>
              <a:t>02</a:t>
            </a:r>
          </a:p>
        </p:txBody>
      </p:sp>
      <p:sp>
        <p:nvSpPr>
          <p:cNvPr id="39" name="矩形 52"/>
          <p:cNvSpPr/>
          <p:nvPr>
            <p:custDataLst>
              <p:tags r:id="rId22"/>
            </p:custDataLst>
          </p:nvPr>
        </p:nvSpPr>
        <p:spPr>
          <a:xfrm>
            <a:off x="3892322" y="2031624"/>
            <a:ext cx="1464247" cy="662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Trained on large-scale text data</a:t>
            </a:r>
          </a:p>
        </p:txBody>
      </p:sp>
      <p:sp>
        <p:nvSpPr>
          <p:cNvPr id="41" name="矩形 53"/>
          <p:cNvSpPr/>
          <p:nvPr>
            <p:custDataLst>
              <p:tags r:id="rId23"/>
            </p:custDataLst>
          </p:nvPr>
        </p:nvSpPr>
        <p:spPr>
          <a:xfrm>
            <a:off x="4419547" y="2452642"/>
            <a:ext cx="409756" cy="4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kern="0" dirty="0">
                <a:solidFill>
                  <a:schemeClr val="accent3"/>
                </a:solidFill>
                <a:sym typeface="Arial" panose="020B0604020202020204" pitchFamily="34" charset="0"/>
              </a:rPr>
              <a:t>03</a:t>
            </a:r>
          </a:p>
        </p:txBody>
      </p:sp>
      <p:sp>
        <p:nvSpPr>
          <p:cNvPr id="42" name="矩形 55"/>
          <p:cNvSpPr/>
          <p:nvPr>
            <p:custDataLst>
              <p:tags r:id="rId24"/>
            </p:custDataLst>
          </p:nvPr>
        </p:nvSpPr>
        <p:spPr>
          <a:xfrm>
            <a:off x="5171569" y="4771574"/>
            <a:ext cx="1464247" cy="6626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sz="1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Learn grammar, facts, reasoning ,patterns</a:t>
            </a:r>
          </a:p>
        </p:txBody>
      </p:sp>
      <p:sp>
        <p:nvSpPr>
          <p:cNvPr id="44" name="矩形 56"/>
          <p:cNvSpPr/>
          <p:nvPr>
            <p:custDataLst>
              <p:tags r:id="rId25"/>
            </p:custDataLst>
          </p:nvPr>
        </p:nvSpPr>
        <p:spPr>
          <a:xfrm>
            <a:off x="5698794" y="4387229"/>
            <a:ext cx="409756" cy="4338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kern="0" dirty="0">
                <a:solidFill>
                  <a:schemeClr val="accent4"/>
                </a:solidFill>
                <a:sym typeface="Arial" panose="020B0604020202020204" pitchFamily="34" charset="0"/>
              </a:rPr>
              <a:t>04</a:t>
            </a:r>
          </a:p>
        </p:txBody>
      </p:sp>
      <p:sp>
        <p:nvSpPr>
          <p:cNvPr id="45" name="任意多边形: 形状 51"/>
          <p:cNvSpPr/>
          <p:nvPr>
            <p:custDataLst>
              <p:tags r:id="rId26"/>
            </p:custDataLst>
          </p:nvPr>
        </p:nvSpPr>
        <p:spPr>
          <a:xfrm>
            <a:off x="4489558" y="3388502"/>
            <a:ext cx="270008" cy="351011"/>
          </a:xfrm>
          <a:custGeom>
            <a:avLst/>
            <a:gdLst>
              <a:gd name="connsiteX0" fmla="*/ 226493 w 330465"/>
              <a:gd name="connsiteY0" fmla="*/ 345225 h 431999"/>
              <a:gd name="connsiteX1" fmla="*/ 165276 w 330465"/>
              <a:gd name="connsiteY1" fmla="*/ 386631 h 431999"/>
              <a:gd name="connsiteX2" fmla="*/ 123086 w 330465"/>
              <a:gd name="connsiteY2" fmla="*/ 363293 h 431999"/>
              <a:gd name="connsiteX3" fmla="*/ 103276 w 330465"/>
              <a:gd name="connsiteY3" fmla="*/ 345442 h 431999"/>
              <a:gd name="connsiteX4" fmla="*/ 53379 w 330465"/>
              <a:gd name="connsiteY4" fmla="*/ 374875 h 431999"/>
              <a:gd name="connsiteX5" fmla="*/ 165276 w 330465"/>
              <a:gd name="connsiteY5" fmla="*/ 411056 h 431999"/>
              <a:gd name="connsiteX6" fmla="*/ 277173 w 330465"/>
              <a:gd name="connsiteY6" fmla="*/ 374875 h 431999"/>
              <a:gd name="connsiteX7" fmla="*/ 226493 w 330465"/>
              <a:gd name="connsiteY7" fmla="*/ 345225 h 431999"/>
              <a:gd name="connsiteX8" fmla="*/ 133098 w 330465"/>
              <a:gd name="connsiteY8" fmla="*/ 107886 h 431999"/>
              <a:gd name="connsiteX9" fmla="*/ 122351 w 330465"/>
              <a:gd name="connsiteY9" fmla="*/ 115141 h 431999"/>
              <a:gd name="connsiteX10" fmla="*/ 104538 w 330465"/>
              <a:gd name="connsiteY10" fmla="*/ 158104 h 431999"/>
              <a:gd name="connsiteX11" fmla="*/ 165275 w 330465"/>
              <a:gd name="connsiteY11" fmla="*/ 218841 h 431999"/>
              <a:gd name="connsiteX12" fmla="*/ 208222 w 330465"/>
              <a:gd name="connsiteY12" fmla="*/ 201028 h 431999"/>
              <a:gd name="connsiteX13" fmla="*/ 215111 w 330465"/>
              <a:gd name="connsiteY13" fmla="*/ 190832 h 431999"/>
              <a:gd name="connsiteX14" fmla="*/ 198335 w 330465"/>
              <a:gd name="connsiteY14" fmla="*/ 202143 h 431999"/>
              <a:gd name="connsiteX15" fmla="*/ 175490 w 330465"/>
              <a:gd name="connsiteY15" fmla="*/ 206755 h 431999"/>
              <a:gd name="connsiteX16" fmla="*/ 116799 w 330465"/>
              <a:gd name="connsiteY16" fmla="*/ 148064 h 431999"/>
              <a:gd name="connsiteX17" fmla="*/ 121411 w 330465"/>
              <a:gd name="connsiteY17" fmla="*/ 125219 h 431999"/>
              <a:gd name="connsiteX18" fmla="*/ 165275 w 330465"/>
              <a:gd name="connsiteY18" fmla="*/ 76423 h 431999"/>
              <a:gd name="connsiteX19" fmla="*/ 246956 w 330465"/>
              <a:gd name="connsiteY19" fmla="*/ 158104 h 431999"/>
              <a:gd name="connsiteX20" fmla="*/ 165275 w 330465"/>
              <a:gd name="connsiteY20" fmla="*/ 239740 h 431999"/>
              <a:gd name="connsiteX21" fmla="*/ 83639 w 330465"/>
              <a:gd name="connsiteY21" fmla="*/ 158104 h 431999"/>
              <a:gd name="connsiteX22" fmla="*/ 165275 w 330465"/>
              <a:gd name="connsiteY22" fmla="*/ 76423 h 431999"/>
              <a:gd name="connsiteX23" fmla="*/ 165233 w 330465"/>
              <a:gd name="connsiteY23" fmla="*/ 20899 h 431999"/>
              <a:gd name="connsiteX24" fmla="*/ 20899 w 330465"/>
              <a:gd name="connsiteY24" fmla="*/ 165232 h 431999"/>
              <a:gd name="connsiteX25" fmla="*/ 84946 w 330465"/>
              <a:gd name="connsiteY25" fmla="*/ 295023 h 431999"/>
              <a:gd name="connsiteX26" fmla="*/ 165189 w 330465"/>
              <a:gd name="connsiteY26" fmla="*/ 365732 h 431999"/>
              <a:gd name="connsiteX27" fmla="*/ 245345 w 330465"/>
              <a:gd name="connsiteY27" fmla="*/ 294370 h 431999"/>
              <a:gd name="connsiteX28" fmla="*/ 309610 w 330465"/>
              <a:gd name="connsiteY28" fmla="*/ 165232 h 431999"/>
              <a:gd name="connsiteX29" fmla="*/ 165233 w 330465"/>
              <a:gd name="connsiteY29" fmla="*/ 20899 h 431999"/>
              <a:gd name="connsiteX30" fmla="*/ 165233 w 330465"/>
              <a:gd name="connsiteY30" fmla="*/ 0 h 431999"/>
              <a:gd name="connsiteX31" fmla="*/ 330465 w 330465"/>
              <a:gd name="connsiteY31" fmla="*/ 165232 h 431999"/>
              <a:gd name="connsiteX32" fmla="*/ 259887 w 330465"/>
              <a:gd name="connsiteY32" fmla="*/ 309522 h 431999"/>
              <a:gd name="connsiteX33" fmla="*/ 243342 w 330465"/>
              <a:gd name="connsiteY33" fmla="*/ 328070 h 431999"/>
              <a:gd name="connsiteX34" fmla="*/ 298028 w 330465"/>
              <a:gd name="connsiteY34" fmla="*/ 374918 h 431999"/>
              <a:gd name="connsiteX35" fmla="*/ 165233 w 330465"/>
              <a:gd name="connsiteY35" fmla="*/ 431999 h 431999"/>
              <a:gd name="connsiteX36" fmla="*/ 32437 w 330465"/>
              <a:gd name="connsiteY36" fmla="*/ 374918 h 431999"/>
              <a:gd name="connsiteX37" fmla="*/ 86426 w 330465"/>
              <a:gd name="connsiteY37" fmla="*/ 328331 h 431999"/>
              <a:gd name="connsiteX38" fmla="*/ 69794 w 330465"/>
              <a:gd name="connsiteY38" fmla="*/ 309522 h 431999"/>
              <a:gd name="connsiteX39" fmla="*/ 0 w 330465"/>
              <a:gd name="connsiteY39" fmla="*/ 165232 h 431999"/>
              <a:gd name="connsiteX40" fmla="*/ 165233 w 330465"/>
              <a:gd name="connsiteY40" fmla="*/ 0 h 431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30465" h="431999">
                <a:moveTo>
                  <a:pt x="226493" y="345225"/>
                </a:moveTo>
                <a:cubicBezTo>
                  <a:pt x="203809" y="367299"/>
                  <a:pt x="179209" y="386631"/>
                  <a:pt x="165276" y="386631"/>
                </a:cubicBezTo>
                <a:cubicBezTo>
                  <a:pt x="161793" y="386631"/>
                  <a:pt x="151213" y="386631"/>
                  <a:pt x="123086" y="363293"/>
                </a:cubicBezTo>
                <a:cubicBezTo>
                  <a:pt x="116686" y="357938"/>
                  <a:pt x="109981" y="351930"/>
                  <a:pt x="103276" y="345442"/>
                </a:cubicBezTo>
                <a:cubicBezTo>
                  <a:pt x="70490" y="353192"/>
                  <a:pt x="53379" y="365949"/>
                  <a:pt x="53379" y="374875"/>
                </a:cubicBezTo>
                <a:cubicBezTo>
                  <a:pt x="53379" y="389635"/>
                  <a:pt x="96963" y="411056"/>
                  <a:pt x="165276" y="411056"/>
                </a:cubicBezTo>
                <a:cubicBezTo>
                  <a:pt x="233590" y="411056"/>
                  <a:pt x="277173" y="389635"/>
                  <a:pt x="277173" y="374875"/>
                </a:cubicBezTo>
                <a:cubicBezTo>
                  <a:pt x="277173" y="365819"/>
                  <a:pt x="259757" y="352975"/>
                  <a:pt x="226493" y="345225"/>
                </a:cubicBezTo>
                <a:close/>
                <a:moveTo>
                  <a:pt x="133098" y="107886"/>
                </a:moveTo>
                <a:lnTo>
                  <a:pt x="122351" y="115141"/>
                </a:lnTo>
                <a:cubicBezTo>
                  <a:pt x="111352" y="126146"/>
                  <a:pt x="104538" y="141341"/>
                  <a:pt x="104538" y="158104"/>
                </a:cubicBezTo>
                <a:cubicBezTo>
                  <a:pt x="104538" y="191586"/>
                  <a:pt x="131794" y="218841"/>
                  <a:pt x="165275" y="218841"/>
                </a:cubicBezTo>
                <a:cubicBezTo>
                  <a:pt x="182016" y="218841"/>
                  <a:pt x="197212" y="212027"/>
                  <a:pt x="208222" y="201028"/>
                </a:cubicBezTo>
                <a:lnTo>
                  <a:pt x="215111" y="190832"/>
                </a:lnTo>
                <a:lnTo>
                  <a:pt x="198335" y="202143"/>
                </a:lnTo>
                <a:cubicBezTo>
                  <a:pt x="191314" y="205113"/>
                  <a:pt x="183594" y="206755"/>
                  <a:pt x="175490" y="206755"/>
                </a:cubicBezTo>
                <a:cubicBezTo>
                  <a:pt x="143075" y="206755"/>
                  <a:pt x="116799" y="180478"/>
                  <a:pt x="116799" y="148064"/>
                </a:cubicBezTo>
                <a:cubicBezTo>
                  <a:pt x="116799" y="139961"/>
                  <a:pt x="118442" y="132241"/>
                  <a:pt x="121411" y="125219"/>
                </a:cubicBezTo>
                <a:close/>
                <a:moveTo>
                  <a:pt x="165275" y="76423"/>
                </a:moveTo>
                <a:cubicBezTo>
                  <a:pt x="210295" y="76423"/>
                  <a:pt x="246956" y="113040"/>
                  <a:pt x="246956" y="158104"/>
                </a:cubicBezTo>
                <a:cubicBezTo>
                  <a:pt x="246956" y="203167"/>
                  <a:pt x="210295" y="239740"/>
                  <a:pt x="165275" y="239740"/>
                </a:cubicBezTo>
                <a:cubicBezTo>
                  <a:pt x="120256" y="239740"/>
                  <a:pt x="83639" y="203123"/>
                  <a:pt x="83639" y="158104"/>
                </a:cubicBezTo>
                <a:cubicBezTo>
                  <a:pt x="83639" y="113084"/>
                  <a:pt x="120256" y="76423"/>
                  <a:pt x="165275" y="76423"/>
                </a:cubicBezTo>
                <a:close/>
                <a:moveTo>
                  <a:pt x="165233" y="20899"/>
                </a:moveTo>
                <a:cubicBezTo>
                  <a:pt x="85642" y="20899"/>
                  <a:pt x="20899" y="85642"/>
                  <a:pt x="20899" y="165232"/>
                </a:cubicBezTo>
                <a:cubicBezTo>
                  <a:pt x="20899" y="199019"/>
                  <a:pt x="44236" y="246346"/>
                  <a:pt x="84946" y="295023"/>
                </a:cubicBezTo>
                <a:cubicBezTo>
                  <a:pt x="122651" y="340130"/>
                  <a:pt x="157047" y="364904"/>
                  <a:pt x="165189" y="365732"/>
                </a:cubicBezTo>
                <a:cubicBezTo>
                  <a:pt x="173374" y="364513"/>
                  <a:pt x="207727" y="339173"/>
                  <a:pt x="245345" y="294370"/>
                </a:cubicBezTo>
                <a:cubicBezTo>
                  <a:pt x="286185" y="245693"/>
                  <a:pt x="309610" y="198627"/>
                  <a:pt x="309610" y="165232"/>
                </a:cubicBezTo>
                <a:cubicBezTo>
                  <a:pt x="309610" y="85642"/>
                  <a:pt x="244823" y="20899"/>
                  <a:pt x="165233" y="20899"/>
                </a:cubicBezTo>
                <a:close/>
                <a:moveTo>
                  <a:pt x="165233" y="0"/>
                </a:moveTo>
                <a:cubicBezTo>
                  <a:pt x="256317" y="0"/>
                  <a:pt x="330465" y="74104"/>
                  <a:pt x="330465" y="165232"/>
                </a:cubicBezTo>
                <a:cubicBezTo>
                  <a:pt x="330465" y="218220"/>
                  <a:pt x="286229" y="278391"/>
                  <a:pt x="259887" y="309522"/>
                </a:cubicBezTo>
                <a:cubicBezTo>
                  <a:pt x="255011" y="315313"/>
                  <a:pt x="249394" y="321626"/>
                  <a:pt x="243342" y="328070"/>
                </a:cubicBezTo>
                <a:cubicBezTo>
                  <a:pt x="278348" y="338389"/>
                  <a:pt x="298072" y="355064"/>
                  <a:pt x="298028" y="374918"/>
                </a:cubicBezTo>
                <a:cubicBezTo>
                  <a:pt x="298028" y="412014"/>
                  <a:pt x="229627" y="431999"/>
                  <a:pt x="165233" y="431999"/>
                </a:cubicBezTo>
                <a:cubicBezTo>
                  <a:pt x="100881" y="431999"/>
                  <a:pt x="32437" y="411971"/>
                  <a:pt x="32437" y="374918"/>
                </a:cubicBezTo>
                <a:cubicBezTo>
                  <a:pt x="32437" y="355239"/>
                  <a:pt x="51899" y="338650"/>
                  <a:pt x="86426" y="328331"/>
                </a:cubicBezTo>
                <a:cubicBezTo>
                  <a:pt x="80766" y="322236"/>
                  <a:pt x="75193" y="315966"/>
                  <a:pt x="69794" y="309522"/>
                </a:cubicBezTo>
                <a:cubicBezTo>
                  <a:pt x="9056" y="237246"/>
                  <a:pt x="0" y="188090"/>
                  <a:pt x="0" y="165232"/>
                </a:cubicBezTo>
                <a:cubicBezTo>
                  <a:pt x="0" y="74147"/>
                  <a:pt x="74104" y="0"/>
                  <a:pt x="165233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3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任意多边形: 形状 80"/>
          <p:cNvSpPr/>
          <p:nvPr>
            <p:custDataLst>
              <p:tags r:id="rId27"/>
            </p:custDataLst>
          </p:nvPr>
        </p:nvSpPr>
        <p:spPr>
          <a:xfrm>
            <a:off x="1952496" y="3753321"/>
            <a:ext cx="297009" cy="297009"/>
          </a:xfrm>
          <a:custGeom>
            <a:avLst/>
            <a:gdLst>
              <a:gd name="connsiteX0" fmla="*/ 103624 w 432000"/>
              <a:gd name="connsiteY0" fmla="*/ 294833 h 413616"/>
              <a:gd name="connsiteX1" fmla="*/ 316373 w 432000"/>
              <a:gd name="connsiteY1" fmla="*/ 294833 h 413616"/>
              <a:gd name="connsiteX2" fmla="*/ 327600 w 432000"/>
              <a:gd name="connsiteY2" fmla="*/ 306060 h 413616"/>
              <a:gd name="connsiteX3" fmla="*/ 316373 w 432000"/>
              <a:gd name="connsiteY3" fmla="*/ 317287 h 413616"/>
              <a:gd name="connsiteX4" fmla="*/ 103624 w 432000"/>
              <a:gd name="connsiteY4" fmla="*/ 317287 h 413616"/>
              <a:gd name="connsiteX5" fmla="*/ 92397 w 432000"/>
              <a:gd name="connsiteY5" fmla="*/ 306060 h 413616"/>
              <a:gd name="connsiteX6" fmla="*/ 103624 w 432000"/>
              <a:gd name="connsiteY6" fmla="*/ 294833 h 413616"/>
              <a:gd name="connsiteX7" fmla="*/ 103624 w 432000"/>
              <a:gd name="connsiteY7" fmla="*/ 206184 h 413616"/>
              <a:gd name="connsiteX8" fmla="*/ 316373 w 432000"/>
              <a:gd name="connsiteY8" fmla="*/ 206184 h 413616"/>
              <a:gd name="connsiteX9" fmla="*/ 327600 w 432000"/>
              <a:gd name="connsiteY9" fmla="*/ 217411 h 413616"/>
              <a:gd name="connsiteX10" fmla="*/ 316373 w 432000"/>
              <a:gd name="connsiteY10" fmla="*/ 228638 h 413616"/>
              <a:gd name="connsiteX11" fmla="*/ 103624 w 432000"/>
              <a:gd name="connsiteY11" fmla="*/ 228638 h 413616"/>
              <a:gd name="connsiteX12" fmla="*/ 92397 w 432000"/>
              <a:gd name="connsiteY12" fmla="*/ 217411 h 413616"/>
              <a:gd name="connsiteX13" fmla="*/ 103624 w 432000"/>
              <a:gd name="connsiteY13" fmla="*/ 206184 h 413616"/>
              <a:gd name="connsiteX14" fmla="*/ 156194 w 432000"/>
              <a:gd name="connsiteY14" fmla="*/ 22454 h 413616"/>
              <a:gd name="connsiteX15" fmla="*/ 156194 w 432000"/>
              <a:gd name="connsiteY15" fmla="*/ 108807 h 413616"/>
              <a:gd name="connsiteX16" fmla="*/ 164660 w 432000"/>
              <a:gd name="connsiteY16" fmla="*/ 117274 h 413616"/>
              <a:gd name="connsiteX17" fmla="*/ 168634 w 432000"/>
              <a:gd name="connsiteY17" fmla="*/ 117274 h 413616"/>
              <a:gd name="connsiteX18" fmla="*/ 168634 w 432000"/>
              <a:gd name="connsiteY18" fmla="*/ 34162 h 413616"/>
              <a:gd name="connsiteX19" fmla="*/ 263784 w 432000"/>
              <a:gd name="connsiteY19" fmla="*/ 34162 h 413616"/>
              <a:gd name="connsiteX20" fmla="*/ 263784 w 432000"/>
              <a:gd name="connsiteY20" fmla="*/ 22454 h 413616"/>
              <a:gd name="connsiteX21" fmla="*/ 48650 w 432000"/>
              <a:gd name="connsiteY21" fmla="*/ 22454 h 413616"/>
              <a:gd name="connsiteX22" fmla="*/ 22454 w 432000"/>
              <a:gd name="connsiteY22" fmla="*/ 48650 h 413616"/>
              <a:gd name="connsiteX23" fmla="*/ 22454 w 432000"/>
              <a:gd name="connsiteY23" fmla="*/ 364966 h 413616"/>
              <a:gd name="connsiteX24" fmla="*/ 48650 w 432000"/>
              <a:gd name="connsiteY24" fmla="*/ 391162 h 413616"/>
              <a:gd name="connsiteX25" fmla="*/ 383397 w 432000"/>
              <a:gd name="connsiteY25" fmla="*/ 391162 h 413616"/>
              <a:gd name="connsiteX26" fmla="*/ 409593 w 432000"/>
              <a:gd name="connsiteY26" fmla="*/ 364966 h 413616"/>
              <a:gd name="connsiteX27" fmla="*/ 409593 w 432000"/>
              <a:gd name="connsiteY27" fmla="*/ 48650 h 413616"/>
              <a:gd name="connsiteX28" fmla="*/ 383397 w 432000"/>
              <a:gd name="connsiteY28" fmla="*/ 22454 h 413616"/>
              <a:gd name="connsiteX29" fmla="*/ 286238 w 432000"/>
              <a:gd name="connsiteY29" fmla="*/ 22454 h 413616"/>
              <a:gd name="connsiteX30" fmla="*/ 286238 w 432000"/>
              <a:gd name="connsiteY30" fmla="*/ 108807 h 413616"/>
              <a:gd name="connsiteX31" fmla="*/ 255317 w 432000"/>
              <a:gd name="connsiteY31" fmla="*/ 139728 h 413616"/>
              <a:gd name="connsiteX32" fmla="*/ 164660 w 432000"/>
              <a:gd name="connsiteY32" fmla="*/ 139728 h 413616"/>
              <a:gd name="connsiteX33" fmla="*/ 133740 w 432000"/>
              <a:gd name="connsiteY33" fmla="*/ 108807 h 413616"/>
              <a:gd name="connsiteX34" fmla="*/ 133740 w 432000"/>
              <a:gd name="connsiteY34" fmla="*/ 22454 h 413616"/>
              <a:gd name="connsiteX35" fmla="*/ 48650 w 432000"/>
              <a:gd name="connsiteY35" fmla="*/ 0 h 413616"/>
              <a:gd name="connsiteX36" fmla="*/ 383397 w 432000"/>
              <a:gd name="connsiteY36" fmla="*/ 0 h 413616"/>
              <a:gd name="connsiteX37" fmla="*/ 432000 w 432000"/>
              <a:gd name="connsiteY37" fmla="*/ 48650 h 413616"/>
              <a:gd name="connsiteX38" fmla="*/ 432000 w 432000"/>
              <a:gd name="connsiteY38" fmla="*/ 364966 h 413616"/>
              <a:gd name="connsiteX39" fmla="*/ 383350 w 432000"/>
              <a:gd name="connsiteY39" fmla="*/ 413616 h 413616"/>
              <a:gd name="connsiteX40" fmla="*/ 48650 w 432000"/>
              <a:gd name="connsiteY40" fmla="*/ 413616 h 413616"/>
              <a:gd name="connsiteX41" fmla="*/ 0 w 432000"/>
              <a:gd name="connsiteY41" fmla="*/ 364966 h 413616"/>
              <a:gd name="connsiteX42" fmla="*/ 0 w 432000"/>
              <a:gd name="connsiteY42" fmla="*/ 48650 h 413616"/>
              <a:gd name="connsiteX43" fmla="*/ 48650 w 432000"/>
              <a:gd name="connsiteY43" fmla="*/ 0 h 41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32000" h="413616">
                <a:moveTo>
                  <a:pt x="103624" y="294833"/>
                </a:moveTo>
                <a:lnTo>
                  <a:pt x="316373" y="294833"/>
                </a:lnTo>
                <a:cubicBezTo>
                  <a:pt x="322594" y="294833"/>
                  <a:pt x="327600" y="299838"/>
                  <a:pt x="327600" y="306060"/>
                </a:cubicBezTo>
                <a:cubicBezTo>
                  <a:pt x="327600" y="312281"/>
                  <a:pt x="322594" y="317287"/>
                  <a:pt x="316373" y="317287"/>
                </a:cubicBezTo>
                <a:lnTo>
                  <a:pt x="103624" y="317287"/>
                </a:lnTo>
                <a:cubicBezTo>
                  <a:pt x="97403" y="317287"/>
                  <a:pt x="92397" y="312281"/>
                  <a:pt x="92397" y="306060"/>
                </a:cubicBezTo>
                <a:cubicBezTo>
                  <a:pt x="92397" y="299838"/>
                  <a:pt x="97403" y="294833"/>
                  <a:pt x="103624" y="294833"/>
                </a:cubicBezTo>
                <a:close/>
                <a:moveTo>
                  <a:pt x="103624" y="206184"/>
                </a:moveTo>
                <a:lnTo>
                  <a:pt x="316373" y="206184"/>
                </a:lnTo>
                <a:cubicBezTo>
                  <a:pt x="322594" y="206184"/>
                  <a:pt x="327600" y="211189"/>
                  <a:pt x="327600" y="217411"/>
                </a:cubicBezTo>
                <a:cubicBezTo>
                  <a:pt x="327600" y="223632"/>
                  <a:pt x="322594" y="228638"/>
                  <a:pt x="316373" y="228638"/>
                </a:cubicBezTo>
                <a:lnTo>
                  <a:pt x="103624" y="228638"/>
                </a:lnTo>
                <a:cubicBezTo>
                  <a:pt x="97403" y="228638"/>
                  <a:pt x="92397" y="223632"/>
                  <a:pt x="92397" y="217411"/>
                </a:cubicBezTo>
                <a:cubicBezTo>
                  <a:pt x="92397" y="211189"/>
                  <a:pt x="97403" y="206184"/>
                  <a:pt x="103624" y="206184"/>
                </a:cubicBezTo>
                <a:close/>
                <a:moveTo>
                  <a:pt x="156194" y="22454"/>
                </a:moveTo>
                <a:lnTo>
                  <a:pt x="156194" y="108807"/>
                </a:lnTo>
                <a:cubicBezTo>
                  <a:pt x="156194" y="113485"/>
                  <a:pt x="159983" y="117274"/>
                  <a:pt x="164660" y="117274"/>
                </a:cubicBezTo>
                <a:lnTo>
                  <a:pt x="168634" y="117274"/>
                </a:lnTo>
                <a:lnTo>
                  <a:pt x="168634" y="34162"/>
                </a:lnTo>
                <a:lnTo>
                  <a:pt x="263784" y="34162"/>
                </a:lnTo>
                <a:lnTo>
                  <a:pt x="263784" y="22454"/>
                </a:lnTo>
                <a:close/>
                <a:moveTo>
                  <a:pt x="48650" y="22454"/>
                </a:moveTo>
                <a:cubicBezTo>
                  <a:pt x="34195" y="22454"/>
                  <a:pt x="22454" y="34196"/>
                  <a:pt x="22454" y="48650"/>
                </a:cubicBezTo>
                <a:lnTo>
                  <a:pt x="22454" y="364966"/>
                </a:lnTo>
                <a:cubicBezTo>
                  <a:pt x="22454" y="379421"/>
                  <a:pt x="34195" y="391162"/>
                  <a:pt x="48650" y="391162"/>
                </a:cubicBezTo>
                <a:lnTo>
                  <a:pt x="383397" y="391162"/>
                </a:lnTo>
                <a:cubicBezTo>
                  <a:pt x="397851" y="391162"/>
                  <a:pt x="409593" y="379421"/>
                  <a:pt x="409593" y="364966"/>
                </a:cubicBezTo>
                <a:lnTo>
                  <a:pt x="409593" y="48650"/>
                </a:lnTo>
                <a:cubicBezTo>
                  <a:pt x="409593" y="34196"/>
                  <a:pt x="397851" y="22454"/>
                  <a:pt x="383397" y="22454"/>
                </a:cubicBezTo>
                <a:lnTo>
                  <a:pt x="286238" y="22454"/>
                </a:lnTo>
                <a:lnTo>
                  <a:pt x="286238" y="108807"/>
                </a:lnTo>
                <a:cubicBezTo>
                  <a:pt x="286238" y="125835"/>
                  <a:pt x="272391" y="139728"/>
                  <a:pt x="255317" y="139728"/>
                </a:cubicBezTo>
                <a:lnTo>
                  <a:pt x="164660" y="139728"/>
                </a:lnTo>
                <a:cubicBezTo>
                  <a:pt x="147633" y="139728"/>
                  <a:pt x="133740" y="125881"/>
                  <a:pt x="133740" y="108807"/>
                </a:cubicBezTo>
                <a:lnTo>
                  <a:pt x="133740" y="22454"/>
                </a:lnTo>
                <a:close/>
                <a:moveTo>
                  <a:pt x="48650" y="0"/>
                </a:moveTo>
                <a:lnTo>
                  <a:pt x="383397" y="0"/>
                </a:lnTo>
                <a:cubicBezTo>
                  <a:pt x="410201" y="0"/>
                  <a:pt x="432046" y="21846"/>
                  <a:pt x="432000" y="48650"/>
                </a:cubicBezTo>
                <a:lnTo>
                  <a:pt x="432000" y="364966"/>
                </a:lnTo>
                <a:cubicBezTo>
                  <a:pt x="432000" y="391771"/>
                  <a:pt x="410154" y="413616"/>
                  <a:pt x="383350" y="413616"/>
                </a:cubicBezTo>
                <a:lnTo>
                  <a:pt x="48650" y="413616"/>
                </a:lnTo>
                <a:cubicBezTo>
                  <a:pt x="21846" y="413616"/>
                  <a:pt x="0" y="391771"/>
                  <a:pt x="0" y="364966"/>
                </a:cubicBezTo>
                <a:lnTo>
                  <a:pt x="0" y="48650"/>
                </a:lnTo>
                <a:cubicBezTo>
                  <a:pt x="0" y="21846"/>
                  <a:pt x="21846" y="0"/>
                  <a:pt x="48650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9" name="任意多边形: 形状 39"/>
          <p:cNvSpPr/>
          <p:nvPr>
            <p:custDataLst>
              <p:tags r:id="rId28"/>
            </p:custDataLst>
          </p:nvPr>
        </p:nvSpPr>
        <p:spPr>
          <a:xfrm>
            <a:off x="3214121" y="3570911"/>
            <a:ext cx="297236" cy="324010"/>
          </a:xfrm>
          <a:custGeom>
            <a:avLst/>
            <a:gdLst>
              <a:gd name="connsiteX0" fmla="*/ 13373 w 396302"/>
              <a:gd name="connsiteY0" fmla="*/ 410297 h 431623"/>
              <a:gd name="connsiteX1" fmla="*/ 383062 w 396302"/>
              <a:gd name="connsiteY1" fmla="*/ 410297 h 431623"/>
              <a:gd name="connsiteX2" fmla="*/ 393725 w 396302"/>
              <a:gd name="connsiteY2" fmla="*/ 420960 h 431623"/>
              <a:gd name="connsiteX3" fmla="*/ 383062 w 396302"/>
              <a:gd name="connsiteY3" fmla="*/ 431623 h 431623"/>
              <a:gd name="connsiteX4" fmla="*/ 13373 w 396302"/>
              <a:gd name="connsiteY4" fmla="*/ 431623 h 431623"/>
              <a:gd name="connsiteX5" fmla="*/ 2710 w 396302"/>
              <a:gd name="connsiteY5" fmla="*/ 420960 h 431623"/>
              <a:gd name="connsiteX6" fmla="*/ 13373 w 396302"/>
              <a:gd name="connsiteY6" fmla="*/ 410297 h 431623"/>
              <a:gd name="connsiteX7" fmla="*/ 198195 w 396302"/>
              <a:gd name="connsiteY7" fmla="*/ 67463 h 431623"/>
              <a:gd name="connsiteX8" fmla="*/ 245289 w 396302"/>
              <a:gd name="connsiteY8" fmla="*/ 114557 h 431623"/>
              <a:gd name="connsiteX9" fmla="*/ 198195 w 396302"/>
              <a:gd name="connsiteY9" fmla="*/ 161652 h 431623"/>
              <a:gd name="connsiteX10" fmla="*/ 151101 w 396302"/>
              <a:gd name="connsiteY10" fmla="*/ 114557 h 431623"/>
              <a:gd name="connsiteX11" fmla="*/ 198195 w 396302"/>
              <a:gd name="connsiteY11" fmla="*/ 67463 h 431623"/>
              <a:gd name="connsiteX12" fmla="*/ 198218 w 396302"/>
              <a:gd name="connsiteY12" fmla="*/ 21376 h 431623"/>
              <a:gd name="connsiteX13" fmla="*/ 152701 w 396302"/>
              <a:gd name="connsiteY13" fmla="*/ 33521 h 431623"/>
              <a:gd name="connsiteX14" fmla="*/ 107206 w 396302"/>
              <a:gd name="connsiteY14" fmla="*/ 112248 h 431623"/>
              <a:gd name="connsiteX15" fmla="*/ 131108 w 396302"/>
              <a:gd name="connsiteY15" fmla="*/ 176137 h 431623"/>
              <a:gd name="connsiteX16" fmla="*/ 155411 w 396302"/>
              <a:gd name="connsiteY16" fmla="*/ 236959 h 431623"/>
              <a:gd name="connsiteX17" fmla="*/ 152612 w 396302"/>
              <a:gd name="connsiteY17" fmla="*/ 245045 h 431623"/>
              <a:gd name="connsiteX18" fmla="*/ 144792 w 396302"/>
              <a:gd name="connsiteY18" fmla="*/ 248466 h 431623"/>
              <a:gd name="connsiteX19" fmla="*/ 45628 w 396302"/>
              <a:gd name="connsiteY19" fmla="*/ 248466 h 431623"/>
              <a:gd name="connsiteX20" fmla="*/ 21414 w 396302"/>
              <a:gd name="connsiteY20" fmla="*/ 272724 h 431623"/>
              <a:gd name="connsiteX21" fmla="*/ 21414 w 396302"/>
              <a:gd name="connsiteY21" fmla="*/ 304313 h 431623"/>
              <a:gd name="connsiteX22" fmla="*/ 375021 w 396302"/>
              <a:gd name="connsiteY22" fmla="*/ 304313 h 431623"/>
              <a:gd name="connsiteX23" fmla="*/ 375021 w 396302"/>
              <a:gd name="connsiteY23" fmla="*/ 272724 h 431623"/>
              <a:gd name="connsiteX24" fmla="*/ 350807 w 396302"/>
              <a:gd name="connsiteY24" fmla="*/ 248511 h 431623"/>
              <a:gd name="connsiteX25" fmla="*/ 254531 w 396302"/>
              <a:gd name="connsiteY25" fmla="*/ 248511 h 431623"/>
              <a:gd name="connsiteX26" fmla="*/ 246400 w 396302"/>
              <a:gd name="connsiteY26" fmla="*/ 244779 h 431623"/>
              <a:gd name="connsiteX27" fmla="*/ 244001 w 396302"/>
              <a:gd name="connsiteY27" fmla="*/ 236159 h 431623"/>
              <a:gd name="connsiteX28" fmla="*/ 264572 w 396302"/>
              <a:gd name="connsiteY28" fmla="*/ 185422 h 431623"/>
              <a:gd name="connsiteX29" fmla="*/ 289229 w 396302"/>
              <a:gd name="connsiteY29" fmla="*/ 112248 h 431623"/>
              <a:gd name="connsiteX30" fmla="*/ 243735 w 396302"/>
              <a:gd name="connsiteY30" fmla="*/ 33521 h 431623"/>
              <a:gd name="connsiteX31" fmla="*/ 198218 w 396302"/>
              <a:gd name="connsiteY31" fmla="*/ 21376 h 431623"/>
              <a:gd name="connsiteX32" fmla="*/ 198223 w 396302"/>
              <a:gd name="connsiteY32" fmla="*/ 0 h 431623"/>
              <a:gd name="connsiteX33" fmla="*/ 254397 w 396302"/>
              <a:gd name="connsiteY33" fmla="*/ 14994 h 431623"/>
              <a:gd name="connsiteX34" fmla="*/ 310555 w 396302"/>
              <a:gd name="connsiteY34" fmla="*/ 112204 h 431623"/>
              <a:gd name="connsiteX35" fmla="*/ 283498 w 396302"/>
              <a:gd name="connsiteY35" fmla="*/ 195241 h 431623"/>
              <a:gd name="connsiteX36" fmla="*/ 268392 w 396302"/>
              <a:gd name="connsiteY36" fmla="*/ 227140 h 431623"/>
              <a:gd name="connsiteX37" fmla="*/ 350807 w 396302"/>
              <a:gd name="connsiteY37" fmla="*/ 227140 h 431623"/>
              <a:gd name="connsiteX38" fmla="*/ 396302 w 396302"/>
              <a:gd name="connsiteY38" fmla="*/ 272680 h 431623"/>
              <a:gd name="connsiteX39" fmla="*/ 396302 w 396302"/>
              <a:gd name="connsiteY39" fmla="*/ 343099 h 431623"/>
              <a:gd name="connsiteX40" fmla="*/ 350763 w 396302"/>
              <a:gd name="connsiteY40" fmla="*/ 388638 h 431623"/>
              <a:gd name="connsiteX41" fmla="*/ 45628 w 396302"/>
              <a:gd name="connsiteY41" fmla="*/ 388638 h 431623"/>
              <a:gd name="connsiteX42" fmla="*/ 89 w 396302"/>
              <a:gd name="connsiteY42" fmla="*/ 343099 h 431623"/>
              <a:gd name="connsiteX43" fmla="*/ 89 w 396302"/>
              <a:gd name="connsiteY43" fmla="*/ 316175 h 431623"/>
              <a:gd name="connsiteX44" fmla="*/ 0 w 396302"/>
              <a:gd name="connsiteY44" fmla="*/ 314976 h 431623"/>
              <a:gd name="connsiteX45" fmla="*/ 89 w 396302"/>
              <a:gd name="connsiteY45" fmla="*/ 313776 h 431623"/>
              <a:gd name="connsiteX46" fmla="*/ 89 w 396302"/>
              <a:gd name="connsiteY46" fmla="*/ 272680 h 431623"/>
              <a:gd name="connsiteX47" fmla="*/ 45628 w 396302"/>
              <a:gd name="connsiteY47" fmla="*/ 227140 h 431623"/>
              <a:gd name="connsiteX48" fmla="*/ 131819 w 396302"/>
              <a:gd name="connsiteY48" fmla="*/ 227140 h 431623"/>
              <a:gd name="connsiteX49" fmla="*/ 112448 w 396302"/>
              <a:gd name="connsiteY49" fmla="*/ 186355 h 431623"/>
              <a:gd name="connsiteX50" fmla="*/ 85925 w 396302"/>
              <a:gd name="connsiteY50" fmla="*/ 112204 h 431623"/>
              <a:gd name="connsiteX51" fmla="*/ 142082 w 396302"/>
              <a:gd name="connsiteY51" fmla="*/ 14994 h 431623"/>
              <a:gd name="connsiteX52" fmla="*/ 198223 w 396302"/>
              <a:gd name="connsiteY52" fmla="*/ 0 h 431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6302" h="431623">
                <a:moveTo>
                  <a:pt x="13373" y="410297"/>
                </a:moveTo>
                <a:lnTo>
                  <a:pt x="383062" y="410297"/>
                </a:lnTo>
                <a:cubicBezTo>
                  <a:pt x="388971" y="410297"/>
                  <a:pt x="393725" y="415051"/>
                  <a:pt x="393725" y="420960"/>
                </a:cubicBezTo>
                <a:cubicBezTo>
                  <a:pt x="393725" y="426869"/>
                  <a:pt x="388971" y="431623"/>
                  <a:pt x="383062" y="431623"/>
                </a:cubicBezTo>
                <a:lnTo>
                  <a:pt x="13373" y="431623"/>
                </a:lnTo>
                <a:cubicBezTo>
                  <a:pt x="7464" y="431623"/>
                  <a:pt x="2710" y="426869"/>
                  <a:pt x="2710" y="420960"/>
                </a:cubicBezTo>
                <a:cubicBezTo>
                  <a:pt x="2710" y="415051"/>
                  <a:pt x="7464" y="410297"/>
                  <a:pt x="13373" y="410297"/>
                </a:cubicBezTo>
                <a:close/>
                <a:moveTo>
                  <a:pt x="198195" y="67463"/>
                </a:moveTo>
                <a:cubicBezTo>
                  <a:pt x="224204" y="67463"/>
                  <a:pt x="245289" y="88548"/>
                  <a:pt x="245289" y="114557"/>
                </a:cubicBezTo>
                <a:cubicBezTo>
                  <a:pt x="245289" y="140567"/>
                  <a:pt x="224204" y="161652"/>
                  <a:pt x="198195" y="161652"/>
                </a:cubicBezTo>
                <a:cubicBezTo>
                  <a:pt x="172186" y="161652"/>
                  <a:pt x="151101" y="140567"/>
                  <a:pt x="151101" y="114557"/>
                </a:cubicBezTo>
                <a:cubicBezTo>
                  <a:pt x="151101" y="88548"/>
                  <a:pt x="172186" y="67463"/>
                  <a:pt x="198195" y="67463"/>
                </a:cubicBezTo>
                <a:close/>
                <a:moveTo>
                  <a:pt x="198218" y="21376"/>
                </a:moveTo>
                <a:cubicBezTo>
                  <a:pt x="182479" y="21370"/>
                  <a:pt x="166740" y="25413"/>
                  <a:pt x="152701" y="33521"/>
                </a:cubicBezTo>
                <a:cubicBezTo>
                  <a:pt x="124622" y="49693"/>
                  <a:pt x="107206" y="79860"/>
                  <a:pt x="107206" y="112248"/>
                </a:cubicBezTo>
                <a:cubicBezTo>
                  <a:pt x="107206" y="132463"/>
                  <a:pt x="119335" y="154678"/>
                  <a:pt x="131108" y="176137"/>
                </a:cubicBezTo>
                <a:cubicBezTo>
                  <a:pt x="142304" y="196529"/>
                  <a:pt x="153856" y="217633"/>
                  <a:pt x="155411" y="236959"/>
                </a:cubicBezTo>
                <a:cubicBezTo>
                  <a:pt x="155633" y="239936"/>
                  <a:pt x="154611" y="242868"/>
                  <a:pt x="152612" y="245045"/>
                </a:cubicBezTo>
                <a:cubicBezTo>
                  <a:pt x="150612" y="247222"/>
                  <a:pt x="147769" y="248466"/>
                  <a:pt x="144792" y="248466"/>
                </a:cubicBezTo>
                <a:lnTo>
                  <a:pt x="45628" y="248466"/>
                </a:lnTo>
                <a:cubicBezTo>
                  <a:pt x="32299" y="248466"/>
                  <a:pt x="21414" y="259351"/>
                  <a:pt x="21414" y="272724"/>
                </a:cubicBezTo>
                <a:lnTo>
                  <a:pt x="21414" y="304313"/>
                </a:lnTo>
                <a:lnTo>
                  <a:pt x="375021" y="304313"/>
                </a:lnTo>
                <a:lnTo>
                  <a:pt x="375021" y="272724"/>
                </a:lnTo>
                <a:cubicBezTo>
                  <a:pt x="375021" y="259351"/>
                  <a:pt x="364136" y="248511"/>
                  <a:pt x="350807" y="248511"/>
                </a:cubicBezTo>
                <a:lnTo>
                  <a:pt x="254531" y="248511"/>
                </a:lnTo>
                <a:cubicBezTo>
                  <a:pt x="251376" y="248511"/>
                  <a:pt x="248444" y="247178"/>
                  <a:pt x="246400" y="244779"/>
                </a:cubicBezTo>
                <a:cubicBezTo>
                  <a:pt x="244401" y="242379"/>
                  <a:pt x="243512" y="239225"/>
                  <a:pt x="244001" y="236159"/>
                </a:cubicBezTo>
                <a:cubicBezTo>
                  <a:pt x="246667" y="219632"/>
                  <a:pt x="255330" y="203016"/>
                  <a:pt x="264572" y="185422"/>
                </a:cubicBezTo>
                <a:cubicBezTo>
                  <a:pt x="276123" y="163341"/>
                  <a:pt x="289229" y="138328"/>
                  <a:pt x="289229" y="112248"/>
                </a:cubicBezTo>
                <a:cubicBezTo>
                  <a:pt x="289229" y="79904"/>
                  <a:pt x="271813" y="49693"/>
                  <a:pt x="243735" y="33521"/>
                </a:cubicBezTo>
                <a:cubicBezTo>
                  <a:pt x="229696" y="25435"/>
                  <a:pt x="213957" y="21381"/>
                  <a:pt x="198218" y="21376"/>
                </a:cubicBezTo>
                <a:close/>
                <a:moveTo>
                  <a:pt x="198223" y="0"/>
                </a:moveTo>
                <a:cubicBezTo>
                  <a:pt x="217644" y="0"/>
                  <a:pt x="237070" y="4998"/>
                  <a:pt x="254397" y="14994"/>
                </a:cubicBezTo>
                <a:cubicBezTo>
                  <a:pt x="289052" y="34987"/>
                  <a:pt x="310555" y="72218"/>
                  <a:pt x="310555" y="112204"/>
                </a:cubicBezTo>
                <a:cubicBezTo>
                  <a:pt x="310555" y="143526"/>
                  <a:pt x="296205" y="171027"/>
                  <a:pt x="283498" y="195241"/>
                </a:cubicBezTo>
                <a:cubicBezTo>
                  <a:pt x="277634" y="206437"/>
                  <a:pt x="271991" y="217188"/>
                  <a:pt x="268392" y="227140"/>
                </a:cubicBezTo>
                <a:lnTo>
                  <a:pt x="350807" y="227140"/>
                </a:lnTo>
                <a:cubicBezTo>
                  <a:pt x="375909" y="227140"/>
                  <a:pt x="396346" y="247578"/>
                  <a:pt x="396302" y="272680"/>
                </a:cubicBezTo>
                <a:lnTo>
                  <a:pt x="396302" y="343099"/>
                </a:lnTo>
                <a:cubicBezTo>
                  <a:pt x="396302" y="368201"/>
                  <a:pt x="375865" y="388638"/>
                  <a:pt x="350763" y="388638"/>
                </a:cubicBezTo>
                <a:lnTo>
                  <a:pt x="45628" y="388638"/>
                </a:lnTo>
                <a:cubicBezTo>
                  <a:pt x="20526" y="388638"/>
                  <a:pt x="89" y="368201"/>
                  <a:pt x="89" y="343099"/>
                </a:cubicBezTo>
                <a:lnTo>
                  <a:pt x="89" y="316175"/>
                </a:lnTo>
                <a:cubicBezTo>
                  <a:pt x="44" y="315775"/>
                  <a:pt x="0" y="315375"/>
                  <a:pt x="0" y="314976"/>
                </a:cubicBezTo>
                <a:cubicBezTo>
                  <a:pt x="0" y="314576"/>
                  <a:pt x="44" y="314176"/>
                  <a:pt x="89" y="313776"/>
                </a:cubicBezTo>
                <a:lnTo>
                  <a:pt x="89" y="272680"/>
                </a:lnTo>
                <a:cubicBezTo>
                  <a:pt x="89" y="247578"/>
                  <a:pt x="20526" y="227140"/>
                  <a:pt x="45628" y="227140"/>
                </a:cubicBezTo>
                <a:lnTo>
                  <a:pt x="131819" y="227140"/>
                </a:lnTo>
                <a:cubicBezTo>
                  <a:pt x="127909" y="214612"/>
                  <a:pt x="120090" y="200306"/>
                  <a:pt x="112448" y="186355"/>
                </a:cubicBezTo>
                <a:cubicBezTo>
                  <a:pt x="99431" y="162497"/>
                  <a:pt x="85925" y="137884"/>
                  <a:pt x="85925" y="112204"/>
                </a:cubicBezTo>
                <a:cubicBezTo>
                  <a:pt x="85925" y="72218"/>
                  <a:pt x="107428" y="34987"/>
                  <a:pt x="142082" y="14994"/>
                </a:cubicBezTo>
                <a:cubicBezTo>
                  <a:pt x="159387" y="4998"/>
                  <a:pt x="178803" y="0"/>
                  <a:pt x="198223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4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任意多边形: 形状 81"/>
          <p:cNvSpPr/>
          <p:nvPr>
            <p:custDataLst>
              <p:tags r:id="rId29"/>
            </p:custDataLst>
          </p:nvPr>
        </p:nvSpPr>
        <p:spPr>
          <a:xfrm>
            <a:off x="5736895" y="3584247"/>
            <a:ext cx="297009" cy="297009"/>
          </a:xfrm>
          <a:custGeom>
            <a:avLst/>
            <a:gdLst>
              <a:gd name="connsiteX0" fmla="*/ 276976 w 432000"/>
              <a:gd name="connsiteY0" fmla="*/ 195534 h 413616"/>
              <a:gd name="connsiteX1" fmla="*/ 77840 w 432000"/>
              <a:gd name="connsiteY1" fmla="*/ 391162 h 413616"/>
              <a:gd name="connsiteX2" fmla="*/ 96323 w 432000"/>
              <a:gd name="connsiteY2" fmla="*/ 391162 h 413616"/>
              <a:gd name="connsiteX3" fmla="*/ 280432 w 432000"/>
              <a:gd name="connsiteY3" fmla="*/ 212313 h 413616"/>
              <a:gd name="connsiteX4" fmla="*/ 409546 w 432000"/>
              <a:gd name="connsiteY4" fmla="*/ 282249 h 413616"/>
              <a:gd name="connsiteX5" fmla="*/ 409546 w 432000"/>
              <a:gd name="connsiteY5" fmla="*/ 269818 h 413616"/>
              <a:gd name="connsiteX6" fmla="*/ 22454 w 432000"/>
              <a:gd name="connsiteY6" fmla="*/ 193242 h 413616"/>
              <a:gd name="connsiteX7" fmla="*/ 22454 w 432000"/>
              <a:gd name="connsiteY7" fmla="*/ 364966 h 413616"/>
              <a:gd name="connsiteX8" fmla="*/ 45983 w 432000"/>
              <a:gd name="connsiteY8" fmla="*/ 391022 h 413616"/>
              <a:gd name="connsiteX9" fmla="*/ 182436 w 432000"/>
              <a:gd name="connsiteY9" fmla="*/ 256908 h 413616"/>
              <a:gd name="connsiteX10" fmla="*/ 324102 w 432000"/>
              <a:gd name="connsiteY10" fmla="*/ 72949 h 413616"/>
              <a:gd name="connsiteX11" fmla="*/ 294163 w 432000"/>
              <a:gd name="connsiteY11" fmla="*/ 102887 h 413616"/>
              <a:gd name="connsiteX12" fmla="*/ 324102 w 432000"/>
              <a:gd name="connsiteY12" fmla="*/ 132825 h 413616"/>
              <a:gd name="connsiteX13" fmla="*/ 354040 w 432000"/>
              <a:gd name="connsiteY13" fmla="*/ 102887 h 413616"/>
              <a:gd name="connsiteX14" fmla="*/ 324102 w 432000"/>
              <a:gd name="connsiteY14" fmla="*/ 72949 h 413616"/>
              <a:gd name="connsiteX15" fmla="*/ 324102 w 432000"/>
              <a:gd name="connsiteY15" fmla="*/ 50495 h 413616"/>
              <a:gd name="connsiteX16" fmla="*/ 376494 w 432000"/>
              <a:gd name="connsiteY16" fmla="*/ 102887 h 413616"/>
              <a:gd name="connsiteX17" fmla="*/ 324102 w 432000"/>
              <a:gd name="connsiteY17" fmla="*/ 155279 h 413616"/>
              <a:gd name="connsiteX18" fmla="*/ 271710 w 432000"/>
              <a:gd name="connsiteY18" fmla="*/ 102887 h 413616"/>
              <a:gd name="connsiteX19" fmla="*/ 324102 w 432000"/>
              <a:gd name="connsiteY19" fmla="*/ 50495 h 413616"/>
              <a:gd name="connsiteX20" fmla="*/ 48650 w 432000"/>
              <a:gd name="connsiteY20" fmla="*/ 22454 h 413616"/>
              <a:gd name="connsiteX21" fmla="*/ 22501 w 432000"/>
              <a:gd name="connsiteY21" fmla="*/ 48650 h 413616"/>
              <a:gd name="connsiteX22" fmla="*/ 22501 w 432000"/>
              <a:gd name="connsiteY22" fmla="*/ 169151 h 413616"/>
              <a:gd name="connsiteX23" fmla="*/ 23062 w 432000"/>
              <a:gd name="connsiteY23" fmla="*/ 169338 h 413616"/>
              <a:gd name="connsiteX24" fmla="*/ 199978 w 432000"/>
              <a:gd name="connsiteY24" fmla="*/ 239693 h 413616"/>
              <a:gd name="connsiteX25" fmla="*/ 267105 w 432000"/>
              <a:gd name="connsiteY25" fmla="*/ 173689 h 413616"/>
              <a:gd name="connsiteX26" fmla="*/ 279502 w 432000"/>
              <a:gd name="connsiteY26" fmla="*/ 171443 h 413616"/>
              <a:gd name="connsiteX27" fmla="*/ 281653 w 432000"/>
              <a:gd name="connsiteY27" fmla="*/ 172379 h 413616"/>
              <a:gd name="connsiteX28" fmla="*/ 409546 w 432000"/>
              <a:gd name="connsiteY28" fmla="*/ 244043 h 413616"/>
              <a:gd name="connsiteX29" fmla="*/ 409546 w 432000"/>
              <a:gd name="connsiteY29" fmla="*/ 48650 h 413616"/>
              <a:gd name="connsiteX30" fmla="*/ 383350 w 432000"/>
              <a:gd name="connsiteY30" fmla="*/ 22454 h 413616"/>
              <a:gd name="connsiteX31" fmla="*/ 48650 w 432000"/>
              <a:gd name="connsiteY31" fmla="*/ 0 h 413616"/>
              <a:gd name="connsiteX32" fmla="*/ 383397 w 432000"/>
              <a:gd name="connsiteY32" fmla="*/ 0 h 413616"/>
              <a:gd name="connsiteX33" fmla="*/ 432000 w 432000"/>
              <a:gd name="connsiteY33" fmla="*/ 48650 h 413616"/>
              <a:gd name="connsiteX34" fmla="*/ 432000 w 432000"/>
              <a:gd name="connsiteY34" fmla="*/ 364966 h 413616"/>
              <a:gd name="connsiteX35" fmla="*/ 383350 w 432000"/>
              <a:gd name="connsiteY35" fmla="*/ 413616 h 413616"/>
              <a:gd name="connsiteX36" fmla="*/ 48650 w 432000"/>
              <a:gd name="connsiteY36" fmla="*/ 413616 h 413616"/>
              <a:gd name="connsiteX37" fmla="*/ 0 w 432000"/>
              <a:gd name="connsiteY37" fmla="*/ 364966 h 413616"/>
              <a:gd name="connsiteX38" fmla="*/ 0 w 432000"/>
              <a:gd name="connsiteY38" fmla="*/ 48650 h 413616"/>
              <a:gd name="connsiteX39" fmla="*/ 48650 w 432000"/>
              <a:gd name="connsiteY39" fmla="*/ 0 h 413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32000" h="413616">
                <a:moveTo>
                  <a:pt x="276976" y="195534"/>
                </a:moveTo>
                <a:lnTo>
                  <a:pt x="77840" y="391162"/>
                </a:lnTo>
                <a:lnTo>
                  <a:pt x="96323" y="391162"/>
                </a:lnTo>
                <a:lnTo>
                  <a:pt x="280432" y="212313"/>
                </a:lnTo>
                <a:lnTo>
                  <a:pt x="409546" y="282249"/>
                </a:lnTo>
                <a:lnTo>
                  <a:pt x="409546" y="269818"/>
                </a:lnTo>
                <a:close/>
                <a:moveTo>
                  <a:pt x="22454" y="193242"/>
                </a:moveTo>
                <a:lnTo>
                  <a:pt x="22454" y="364966"/>
                </a:lnTo>
                <a:cubicBezTo>
                  <a:pt x="22454" y="378485"/>
                  <a:pt x="32792" y="389665"/>
                  <a:pt x="45983" y="391022"/>
                </a:cubicBezTo>
                <a:lnTo>
                  <a:pt x="182436" y="256908"/>
                </a:lnTo>
                <a:close/>
                <a:moveTo>
                  <a:pt x="324102" y="72949"/>
                </a:moveTo>
                <a:cubicBezTo>
                  <a:pt x="307589" y="72949"/>
                  <a:pt x="294163" y="86374"/>
                  <a:pt x="294163" y="102887"/>
                </a:cubicBezTo>
                <a:cubicBezTo>
                  <a:pt x="294163" y="119400"/>
                  <a:pt x="307589" y="132825"/>
                  <a:pt x="324102" y="132825"/>
                </a:cubicBezTo>
                <a:cubicBezTo>
                  <a:pt x="340615" y="132825"/>
                  <a:pt x="354040" y="119400"/>
                  <a:pt x="354040" y="102887"/>
                </a:cubicBezTo>
                <a:cubicBezTo>
                  <a:pt x="354040" y="86374"/>
                  <a:pt x="340615" y="72949"/>
                  <a:pt x="324102" y="72949"/>
                </a:cubicBezTo>
                <a:close/>
                <a:moveTo>
                  <a:pt x="324102" y="50495"/>
                </a:moveTo>
                <a:cubicBezTo>
                  <a:pt x="353011" y="50495"/>
                  <a:pt x="376494" y="73978"/>
                  <a:pt x="376494" y="102887"/>
                </a:cubicBezTo>
                <a:cubicBezTo>
                  <a:pt x="376494" y="131796"/>
                  <a:pt x="353011" y="155279"/>
                  <a:pt x="324102" y="155279"/>
                </a:cubicBezTo>
                <a:cubicBezTo>
                  <a:pt x="295193" y="155279"/>
                  <a:pt x="271710" y="131796"/>
                  <a:pt x="271710" y="102887"/>
                </a:cubicBezTo>
                <a:cubicBezTo>
                  <a:pt x="271710" y="73978"/>
                  <a:pt x="295193" y="50495"/>
                  <a:pt x="324102" y="50495"/>
                </a:cubicBezTo>
                <a:close/>
                <a:moveTo>
                  <a:pt x="48650" y="22454"/>
                </a:moveTo>
                <a:cubicBezTo>
                  <a:pt x="34242" y="22454"/>
                  <a:pt x="22454" y="34195"/>
                  <a:pt x="22501" y="48650"/>
                </a:cubicBezTo>
                <a:lnTo>
                  <a:pt x="22501" y="169151"/>
                </a:lnTo>
                <a:cubicBezTo>
                  <a:pt x="22688" y="169198"/>
                  <a:pt x="22875" y="169245"/>
                  <a:pt x="23062" y="169338"/>
                </a:cubicBezTo>
                <a:lnTo>
                  <a:pt x="199978" y="239693"/>
                </a:lnTo>
                <a:lnTo>
                  <a:pt x="267105" y="173689"/>
                </a:lnTo>
                <a:cubicBezTo>
                  <a:pt x="270473" y="170367"/>
                  <a:pt x="275432" y="169666"/>
                  <a:pt x="279502" y="171443"/>
                </a:cubicBezTo>
                <a:cubicBezTo>
                  <a:pt x="280250" y="171677"/>
                  <a:pt x="280952" y="172005"/>
                  <a:pt x="281653" y="172379"/>
                </a:cubicBezTo>
                <a:lnTo>
                  <a:pt x="409546" y="244043"/>
                </a:lnTo>
                <a:lnTo>
                  <a:pt x="409546" y="48650"/>
                </a:lnTo>
                <a:cubicBezTo>
                  <a:pt x="409546" y="34195"/>
                  <a:pt x="397805" y="22454"/>
                  <a:pt x="383350" y="22454"/>
                </a:cubicBezTo>
                <a:close/>
                <a:moveTo>
                  <a:pt x="48650" y="0"/>
                </a:moveTo>
                <a:lnTo>
                  <a:pt x="383397" y="0"/>
                </a:lnTo>
                <a:cubicBezTo>
                  <a:pt x="410201" y="0"/>
                  <a:pt x="432046" y="21846"/>
                  <a:pt x="432000" y="48650"/>
                </a:cubicBezTo>
                <a:lnTo>
                  <a:pt x="432000" y="364966"/>
                </a:lnTo>
                <a:cubicBezTo>
                  <a:pt x="432000" y="391770"/>
                  <a:pt x="410154" y="413616"/>
                  <a:pt x="383350" y="413616"/>
                </a:cubicBezTo>
                <a:lnTo>
                  <a:pt x="48650" y="413616"/>
                </a:lnTo>
                <a:cubicBezTo>
                  <a:pt x="21846" y="413616"/>
                  <a:pt x="0" y="391770"/>
                  <a:pt x="0" y="364966"/>
                </a:cubicBezTo>
                <a:lnTo>
                  <a:pt x="0" y="48650"/>
                </a:lnTo>
                <a:cubicBezTo>
                  <a:pt x="0" y="21846"/>
                  <a:pt x="21846" y="0"/>
                  <a:pt x="48650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任意多边形: 形状 82"/>
          <p:cNvSpPr/>
          <p:nvPr>
            <p:custDataLst>
              <p:tags r:id="rId30"/>
            </p:custDataLst>
          </p:nvPr>
        </p:nvSpPr>
        <p:spPr>
          <a:xfrm>
            <a:off x="6998521" y="3754273"/>
            <a:ext cx="297009" cy="297009"/>
          </a:xfrm>
          <a:custGeom>
            <a:avLst/>
            <a:gdLst>
              <a:gd name="connsiteX0" fmla="*/ 109649 w 432000"/>
              <a:gd name="connsiteY0" fmla="*/ 315666 h 413436"/>
              <a:gd name="connsiteX1" fmla="*/ 322306 w 432000"/>
              <a:gd name="connsiteY1" fmla="*/ 315666 h 413436"/>
              <a:gd name="connsiteX2" fmla="*/ 333528 w 432000"/>
              <a:gd name="connsiteY2" fmla="*/ 326888 h 413436"/>
              <a:gd name="connsiteX3" fmla="*/ 322306 w 432000"/>
              <a:gd name="connsiteY3" fmla="*/ 338109 h 413436"/>
              <a:gd name="connsiteX4" fmla="*/ 109649 w 432000"/>
              <a:gd name="connsiteY4" fmla="*/ 338109 h 413436"/>
              <a:gd name="connsiteX5" fmla="*/ 98427 w 432000"/>
              <a:gd name="connsiteY5" fmla="*/ 326888 h 413436"/>
              <a:gd name="connsiteX6" fmla="*/ 109649 w 432000"/>
              <a:gd name="connsiteY6" fmla="*/ 315666 h 413436"/>
              <a:gd name="connsiteX7" fmla="*/ 109649 w 432000"/>
              <a:gd name="connsiteY7" fmla="*/ 227056 h 413436"/>
              <a:gd name="connsiteX8" fmla="*/ 322306 w 432000"/>
              <a:gd name="connsiteY8" fmla="*/ 227056 h 413436"/>
              <a:gd name="connsiteX9" fmla="*/ 333528 w 432000"/>
              <a:gd name="connsiteY9" fmla="*/ 238278 h 413436"/>
              <a:gd name="connsiteX10" fmla="*/ 322306 w 432000"/>
              <a:gd name="connsiteY10" fmla="*/ 249500 h 413436"/>
              <a:gd name="connsiteX11" fmla="*/ 109649 w 432000"/>
              <a:gd name="connsiteY11" fmla="*/ 249500 h 413436"/>
              <a:gd name="connsiteX12" fmla="*/ 98427 w 432000"/>
              <a:gd name="connsiteY12" fmla="*/ 238278 h 413436"/>
              <a:gd name="connsiteX13" fmla="*/ 109649 w 432000"/>
              <a:gd name="connsiteY13" fmla="*/ 227056 h 413436"/>
              <a:gd name="connsiteX14" fmla="*/ 22538 w 432000"/>
              <a:gd name="connsiteY14" fmla="*/ 164168 h 413436"/>
              <a:gd name="connsiteX15" fmla="*/ 22538 w 432000"/>
              <a:gd name="connsiteY15" fmla="*/ 364808 h 413436"/>
              <a:gd name="connsiteX16" fmla="*/ 48722 w 432000"/>
              <a:gd name="connsiteY16" fmla="*/ 390992 h 413436"/>
              <a:gd name="connsiteX17" fmla="*/ 383278 w 432000"/>
              <a:gd name="connsiteY17" fmla="*/ 390992 h 413436"/>
              <a:gd name="connsiteX18" fmla="*/ 409462 w 432000"/>
              <a:gd name="connsiteY18" fmla="*/ 364808 h 413436"/>
              <a:gd name="connsiteX19" fmla="*/ 409462 w 432000"/>
              <a:gd name="connsiteY19" fmla="*/ 164168 h 413436"/>
              <a:gd name="connsiteX20" fmla="*/ 48722 w 432000"/>
              <a:gd name="connsiteY20" fmla="*/ 22444 h 413436"/>
              <a:gd name="connsiteX21" fmla="*/ 22538 w 432000"/>
              <a:gd name="connsiteY21" fmla="*/ 48628 h 413436"/>
              <a:gd name="connsiteX22" fmla="*/ 22538 w 432000"/>
              <a:gd name="connsiteY22" fmla="*/ 141724 h 413436"/>
              <a:gd name="connsiteX23" fmla="*/ 33880 w 432000"/>
              <a:gd name="connsiteY23" fmla="*/ 141724 h 413436"/>
              <a:gd name="connsiteX24" fmla="*/ 33880 w 432000"/>
              <a:gd name="connsiteY24" fmla="*/ 50486 h 413436"/>
              <a:gd name="connsiteX25" fmla="*/ 50526 w 432000"/>
              <a:gd name="connsiteY25" fmla="*/ 33840 h 413436"/>
              <a:gd name="connsiteX26" fmla="*/ 148110 w 432000"/>
              <a:gd name="connsiteY26" fmla="*/ 33840 h 413436"/>
              <a:gd name="connsiteX27" fmla="*/ 157696 w 432000"/>
              <a:gd name="connsiteY27" fmla="*/ 36880 h 413436"/>
              <a:gd name="connsiteX28" fmla="*/ 236904 w 432000"/>
              <a:gd name="connsiteY28" fmla="*/ 90184 h 413436"/>
              <a:gd name="connsiteX29" fmla="*/ 246630 w 432000"/>
              <a:gd name="connsiteY29" fmla="*/ 93223 h 413436"/>
              <a:gd name="connsiteX30" fmla="*/ 402428 w 432000"/>
              <a:gd name="connsiteY30" fmla="*/ 93811 h 413436"/>
              <a:gd name="connsiteX31" fmla="*/ 401701 w 432000"/>
              <a:gd name="connsiteY31" fmla="*/ 92067 h 413436"/>
              <a:gd name="connsiteX32" fmla="*/ 383044 w 432000"/>
              <a:gd name="connsiteY32" fmla="*/ 84492 h 413436"/>
              <a:gd name="connsiteX33" fmla="*/ 258854 w 432000"/>
              <a:gd name="connsiteY33" fmla="*/ 85474 h 413436"/>
              <a:gd name="connsiteX34" fmla="*/ 258433 w 432000"/>
              <a:gd name="connsiteY34" fmla="*/ 85474 h 413436"/>
              <a:gd name="connsiteX35" fmla="*/ 230472 w 432000"/>
              <a:gd name="connsiteY35" fmla="*/ 76636 h 413436"/>
              <a:gd name="connsiteX36" fmla="*/ 160194 w 432000"/>
              <a:gd name="connsiteY36" fmla="*/ 27213 h 413436"/>
              <a:gd name="connsiteX37" fmla="*/ 145138 w 432000"/>
              <a:gd name="connsiteY37" fmla="*/ 22444 h 413436"/>
              <a:gd name="connsiteX38" fmla="*/ 48722 w 432000"/>
              <a:gd name="connsiteY38" fmla="*/ 0 h 413436"/>
              <a:gd name="connsiteX39" fmla="*/ 145138 w 432000"/>
              <a:gd name="connsiteY39" fmla="*/ 0 h 413436"/>
              <a:gd name="connsiteX40" fmla="*/ 173099 w 432000"/>
              <a:gd name="connsiteY40" fmla="*/ 8837 h 413436"/>
              <a:gd name="connsiteX41" fmla="*/ 243377 w 432000"/>
              <a:gd name="connsiteY41" fmla="*/ 58307 h 413436"/>
              <a:gd name="connsiteX42" fmla="*/ 258433 w 432000"/>
              <a:gd name="connsiteY42" fmla="*/ 63076 h 413436"/>
              <a:gd name="connsiteX43" fmla="*/ 258667 w 432000"/>
              <a:gd name="connsiteY43" fmla="*/ 63076 h 413436"/>
              <a:gd name="connsiteX44" fmla="*/ 382857 w 432000"/>
              <a:gd name="connsiteY44" fmla="*/ 62048 h 413436"/>
              <a:gd name="connsiteX45" fmla="*/ 383278 w 432000"/>
              <a:gd name="connsiteY45" fmla="*/ 62048 h 413436"/>
              <a:gd name="connsiteX46" fmla="*/ 417505 w 432000"/>
              <a:gd name="connsiteY46" fmla="*/ 76169 h 413436"/>
              <a:gd name="connsiteX47" fmla="*/ 431906 w 432000"/>
              <a:gd name="connsiteY47" fmla="*/ 110676 h 413436"/>
              <a:gd name="connsiteX48" fmla="*/ 431906 w 432000"/>
              <a:gd name="connsiteY48" fmla="*/ 151450 h 413436"/>
              <a:gd name="connsiteX49" fmla="*/ 432000 w 432000"/>
              <a:gd name="connsiteY49" fmla="*/ 152946 h 413436"/>
              <a:gd name="connsiteX50" fmla="*/ 431906 w 432000"/>
              <a:gd name="connsiteY50" fmla="*/ 154442 h 413436"/>
              <a:gd name="connsiteX51" fmla="*/ 431906 w 432000"/>
              <a:gd name="connsiteY51" fmla="*/ 364808 h 413436"/>
              <a:gd name="connsiteX52" fmla="*/ 383278 w 432000"/>
              <a:gd name="connsiteY52" fmla="*/ 413436 h 413436"/>
              <a:gd name="connsiteX53" fmla="*/ 48722 w 432000"/>
              <a:gd name="connsiteY53" fmla="*/ 413436 h 413436"/>
              <a:gd name="connsiteX54" fmla="*/ 94 w 432000"/>
              <a:gd name="connsiteY54" fmla="*/ 364808 h 413436"/>
              <a:gd name="connsiteX55" fmla="*/ 94 w 432000"/>
              <a:gd name="connsiteY55" fmla="*/ 154442 h 413436"/>
              <a:gd name="connsiteX56" fmla="*/ 0 w 432000"/>
              <a:gd name="connsiteY56" fmla="*/ 152946 h 413436"/>
              <a:gd name="connsiteX57" fmla="*/ 94 w 432000"/>
              <a:gd name="connsiteY57" fmla="*/ 151450 h 413436"/>
              <a:gd name="connsiteX58" fmla="*/ 94 w 432000"/>
              <a:gd name="connsiteY58" fmla="*/ 48628 h 413436"/>
              <a:gd name="connsiteX59" fmla="*/ 48722 w 432000"/>
              <a:gd name="connsiteY59" fmla="*/ 0 h 41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32000" h="413436">
                <a:moveTo>
                  <a:pt x="109649" y="315666"/>
                </a:moveTo>
                <a:lnTo>
                  <a:pt x="322306" y="315666"/>
                </a:lnTo>
                <a:cubicBezTo>
                  <a:pt x="328525" y="315666"/>
                  <a:pt x="333528" y="320669"/>
                  <a:pt x="333528" y="326888"/>
                </a:cubicBezTo>
                <a:cubicBezTo>
                  <a:pt x="333528" y="333106"/>
                  <a:pt x="328525" y="338109"/>
                  <a:pt x="322306" y="338109"/>
                </a:cubicBezTo>
                <a:lnTo>
                  <a:pt x="109649" y="338109"/>
                </a:lnTo>
                <a:cubicBezTo>
                  <a:pt x="103430" y="338109"/>
                  <a:pt x="98427" y="333106"/>
                  <a:pt x="98427" y="326888"/>
                </a:cubicBezTo>
                <a:cubicBezTo>
                  <a:pt x="98427" y="320669"/>
                  <a:pt x="103430" y="315666"/>
                  <a:pt x="109649" y="315666"/>
                </a:cubicBezTo>
                <a:close/>
                <a:moveTo>
                  <a:pt x="109649" y="227056"/>
                </a:moveTo>
                <a:lnTo>
                  <a:pt x="322306" y="227056"/>
                </a:lnTo>
                <a:cubicBezTo>
                  <a:pt x="328525" y="227056"/>
                  <a:pt x="333528" y="232059"/>
                  <a:pt x="333528" y="238278"/>
                </a:cubicBezTo>
                <a:cubicBezTo>
                  <a:pt x="333528" y="244497"/>
                  <a:pt x="328525" y="249500"/>
                  <a:pt x="322306" y="249500"/>
                </a:cubicBezTo>
                <a:lnTo>
                  <a:pt x="109649" y="249500"/>
                </a:lnTo>
                <a:cubicBezTo>
                  <a:pt x="103430" y="249500"/>
                  <a:pt x="98427" y="244497"/>
                  <a:pt x="98427" y="238278"/>
                </a:cubicBezTo>
                <a:cubicBezTo>
                  <a:pt x="98427" y="232059"/>
                  <a:pt x="103430" y="227056"/>
                  <a:pt x="109649" y="227056"/>
                </a:cubicBezTo>
                <a:close/>
                <a:moveTo>
                  <a:pt x="22538" y="164168"/>
                </a:moveTo>
                <a:lnTo>
                  <a:pt x="22538" y="364808"/>
                </a:lnTo>
                <a:cubicBezTo>
                  <a:pt x="22538" y="379256"/>
                  <a:pt x="34274" y="390992"/>
                  <a:pt x="48722" y="390992"/>
                </a:cubicBezTo>
                <a:lnTo>
                  <a:pt x="383278" y="390992"/>
                </a:lnTo>
                <a:cubicBezTo>
                  <a:pt x="397726" y="390992"/>
                  <a:pt x="409462" y="379209"/>
                  <a:pt x="409462" y="364808"/>
                </a:cubicBezTo>
                <a:lnTo>
                  <a:pt x="409462" y="164168"/>
                </a:lnTo>
                <a:close/>
                <a:moveTo>
                  <a:pt x="48722" y="22444"/>
                </a:moveTo>
                <a:cubicBezTo>
                  <a:pt x="34274" y="22444"/>
                  <a:pt x="22538" y="34180"/>
                  <a:pt x="22538" y="48628"/>
                </a:cubicBezTo>
                <a:lnTo>
                  <a:pt x="22538" y="141724"/>
                </a:lnTo>
                <a:lnTo>
                  <a:pt x="33880" y="141724"/>
                </a:lnTo>
                <a:lnTo>
                  <a:pt x="33880" y="50486"/>
                </a:lnTo>
                <a:cubicBezTo>
                  <a:pt x="33880" y="41275"/>
                  <a:pt x="41314" y="33840"/>
                  <a:pt x="50526" y="33840"/>
                </a:cubicBezTo>
                <a:lnTo>
                  <a:pt x="148110" y="33840"/>
                </a:lnTo>
                <a:cubicBezTo>
                  <a:pt x="151524" y="33840"/>
                  <a:pt x="154890" y="34916"/>
                  <a:pt x="157696" y="36880"/>
                </a:cubicBezTo>
                <a:lnTo>
                  <a:pt x="236904" y="90184"/>
                </a:lnTo>
                <a:cubicBezTo>
                  <a:pt x="239756" y="92195"/>
                  <a:pt x="243170" y="93270"/>
                  <a:pt x="246630" y="93223"/>
                </a:cubicBezTo>
                <a:lnTo>
                  <a:pt x="402428" y="93811"/>
                </a:lnTo>
                <a:lnTo>
                  <a:pt x="401701" y="92067"/>
                </a:lnTo>
                <a:cubicBezTo>
                  <a:pt x="396697" y="87110"/>
                  <a:pt x="390104" y="84398"/>
                  <a:pt x="383044" y="84492"/>
                </a:cubicBezTo>
                <a:lnTo>
                  <a:pt x="258854" y="85474"/>
                </a:lnTo>
                <a:cubicBezTo>
                  <a:pt x="258714" y="85474"/>
                  <a:pt x="258573" y="85474"/>
                  <a:pt x="258433" y="85474"/>
                </a:cubicBezTo>
                <a:cubicBezTo>
                  <a:pt x="248380" y="85474"/>
                  <a:pt x="238701" y="82434"/>
                  <a:pt x="230472" y="76636"/>
                </a:cubicBezTo>
                <a:lnTo>
                  <a:pt x="160194" y="27213"/>
                </a:lnTo>
                <a:cubicBezTo>
                  <a:pt x="155752" y="24080"/>
                  <a:pt x="150562" y="22444"/>
                  <a:pt x="145138" y="22444"/>
                </a:cubicBezTo>
                <a:close/>
                <a:moveTo>
                  <a:pt x="48722" y="0"/>
                </a:moveTo>
                <a:lnTo>
                  <a:pt x="145138" y="0"/>
                </a:lnTo>
                <a:cubicBezTo>
                  <a:pt x="155191" y="0"/>
                  <a:pt x="164870" y="3039"/>
                  <a:pt x="173099" y="8837"/>
                </a:cubicBezTo>
                <a:lnTo>
                  <a:pt x="243377" y="58307"/>
                </a:lnTo>
                <a:cubicBezTo>
                  <a:pt x="247819" y="61440"/>
                  <a:pt x="253009" y="63076"/>
                  <a:pt x="258433" y="63076"/>
                </a:cubicBezTo>
                <a:cubicBezTo>
                  <a:pt x="258527" y="63076"/>
                  <a:pt x="258573" y="63076"/>
                  <a:pt x="258667" y="63076"/>
                </a:cubicBezTo>
                <a:lnTo>
                  <a:pt x="382857" y="62048"/>
                </a:lnTo>
                <a:cubicBezTo>
                  <a:pt x="382997" y="62048"/>
                  <a:pt x="383137" y="62048"/>
                  <a:pt x="383278" y="62048"/>
                </a:cubicBezTo>
                <a:cubicBezTo>
                  <a:pt x="396183" y="62048"/>
                  <a:pt x="408340" y="67051"/>
                  <a:pt x="417505" y="76169"/>
                </a:cubicBezTo>
                <a:cubicBezTo>
                  <a:pt x="426810" y="85333"/>
                  <a:pt x="431906" y="97631"/>
                  <a:pt x="431906" y="110676"/>
                </a:cubicBezTo>
                <a:lnTo>
                  <a:pt x="431906" y="151450"/>
                </a:lnTo>
                <a:cubicBezTo>
                  <a:pt x="431953" y="151917"/>
                  <a:pt x="432000" y="152432"/>
                  <a:pt x="432000" y="152946"/>
                </a:cubicBezTo>
                <a:cubicBezTo>
                  <a:pt x="432000" y="153460"/>
                  <a:pt x="431953" y="153928"/>
                  <a:pt x="431906" y="154442"/>
                </a:cubicBezTo>
                <a:lnTo>
                  <a:pt x="431906" y="364808"/>
                </a:lnTo>
                <a:cubicBezTo>
                  <a:pt x="431906" y="391600"/>
                  <a:pt x="410070" y="413436"/>
                  <a:pt x="383278" y="413436"/>
                </a:cubicBezTo>
                <a:lnTo>
                  <a:pt x="48722" y="413436"/>
                </a:lnTo>
                <a:cubicBezTo>
                  <a:pt x="21930" y="413436"/>
                  <a:pt x="94" y="391600"/>
                  <a:pt x="94" y="364808"/>
                </a:cubicBezTo>
                <a:lnTo>
                  <a:pt x="94" y="154442"/>
                </a:lnTo>
                <a:cubicBezTo>
                  <a:pt x="47" y="153975"/>
                  <a:pt x="0" y="153460"/>
                  <a:pt x="0" y="152946"/>
                </a:cubicBezTo>
                <a:cubicBezTo>
                  <a:pt x="0" y="152432"/>
                  <a:pt x="47" y="151964"/>
                  <a:pt x="94" y="151450"/>
                </a:cubicBezTo>
                <a:lnTo>
                  <a:pt x="94" y="48628"/>
                </a:lnTo>
                <a:cubicBezTo>
                  <a:pt x="94" y="21836"/>
                  <a:pt x="21930" y="0"/>
                  <a:pt x="48722" y="0"/>
                </a:cubicBezTo>
                <a:close/>
              </a:path>
            </a:pathLst>
          </a:custGeom>
          <a:solidFill>
            <a:schemeClr val="lt1">
              <a:lumMod val="100000"/>
            </a:schemeClr>
          </a:solidFill>
          <a:ln w="464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59" name="直接箭头连接符 89"/>
          <p:cNvCxnSpPr/>
          <p:nvPr>
            <p:custDataLst>
              <p:tags r:id="rId31"/>
            </p:custDataLst>
          </p:nvPr>
        </p:nvCxnSpPr>
        <p:spPr>
          <a:xfrm flipV="1">
            <a:off x="2109187" y="3247527"/>
            <a:ext cx="0" cy="324010"/>
          </a:xfrm>
          <a:prstGeom prst="straightConnector1">
            <a:avLst/>
          </a:prstGeom>
          <a:ln>
            <a:solidFill>
              <a:schemeClr val="accent1">
                <a:shade val="50000"/>
                <a:satMod val="103000"/>
              </a:schemeClr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95"/>
          <p:cNvCxnSpPr/>
          <p:nvPr>
            <p:custDataLst>
              <p:tags r:id="rId32"/>
            </p:custDataLst>
          </p:nvPr>
        </p:nvCxnSpPr>
        <p:spPr>
          <a:xfrm flipH="1" flipV="1">
            <a:off x="7149973" y="3248480"/>
            <a:ext cx="1" cy="324010"/>
          </a:xfrm>
          <a:prstGeom prst="straightConnector1">
            <a:avLst/>
          </a:prstGeom>
          <a:ln>
            <a:solidFill>
              <a:schemeClr val="accent5">
                <a:shade val="50000"/>
                <a:satMod val="103000"/>
              </a:schemeClr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19"/>
          <p:cNvCxnSpPr/>
          <p:nvPr>
            <p:custDataLst>
              <p:tags r:id="rId33"/>
            </p:custDataLst>
          </p:nvPr>
        </p:nvCxnSpPr>
        <p:spPr>
          <a:xfrm flipV="1">
            <a:off x="4624817" y="2882232"/>
            <a:ext cx="0" cy="350055"/>
          </a:xfrm>
          <a:prstGeom prst="straightConnector1">
            <a:avLst/>
          </a:prstGeom>
          <a:ln>
            <a:solidFill>
              <a:schemeClr val="accent3">
                <a:shade val="50000"/>
                <a:satMod val="103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23"/>
          <p:cNvCxnSpPr/>
          <p:nvPr>
            <p:custDataLst>
              <p:tags r:id="rId34"/>
            </p:custDataLst>
          </p:nvPr>
        </p:nvCxnSpPr>
        <p:spPr>
          <a:xfrm>
            <a:off x="3364145" y="4062893"/>
            <a:ext cx="0" cy="324328"/>
          </a:xfrm>
          <a:prstGeom prst="straightConnector1">
            <a:avLst/>
          </a:prstGeom>
          <a:ln>
            <a:solidFill>
              <a:schemeClr val="accent2">
                <a:shade val="50000"/>
                <a:satMod val="103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27"/>
          <p:cNvCxnSpPr/>
          <p:nvPr>
            <p:custDataLst>
              <p:tags r:id="rId35"/>
            </p:custDataLst>
          </p:nvPr>
        </p:nvCxnSpPr>
        <p:spPr>
          <a:xfrm flipH="1">
            <a:off x="5903588" y="4062893"/>
            <a:ext cx="1" cy="324328"/>
          </a:xfrm>
          <a:prstGeom prst="straightConnector1">
            <a:avLst/>
          </a:prstGeom>
          <a:ln>
            <a:solidFill>
              <a:schemeClr val="accent4">
                <a:shade val="50000"/>
                <a:satMod val="103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/>
          <p:nvPr/>
        </p:nvPicPr>
        <p:blipFill>
          <a:blip r:embed="rId38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Education : Content creation, tutoring</a:t>
            </a:r>
          </a:p>
          <a:p>
            <a:r>
              <a:rPr lang="en-US" dirty="0"/>
              <a:t>Healthcare: medical documentation</a:t>
            </a:r>
          </a:p>
          <a:p>
            <a:r>
              <a:rPr lang="en-US" dirty="0"/>
              <a:t>Business : </a:t>
            </a:r>
            <a:r>
              <a:rPr lang="en-US" dirty="0" err="1"/>
              <a:t>chatbots</a:t>
            </a:r>
            <a:r>
              <a:rPr lang="en-US" dirty="0"/>
              <a:t>, automation</a:t>
            </a:r>
          </a:p>
          <a:p>
            <a:r>
              <a:rPr lang="en-US" dirty="0"/>
              <a:t>Software: Code generation</a:t>
            </a:r>
          </a:p>
          <a:p>
            <a:r>
              <a:rPr lang="en-US" dirty="0"/>
              <a:t>Media: content  writing, design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1151550"/>
            <a:ext cx="8226900" cy="529200"/>
          </a:xfrm>
        </p:spPr>
        <p:txBody>
          <a:bodyPr vert="horz" wrap="square" lIns="67500" tIns="35100" rIns="67500" bIns="0" rtlCol="0" anchor="ctr" anchorCtr="0">
            <a:normAutofit fontScale="90000"/>
          </a:bodyPr>
          <a:lstStyle/>
          <a:p>
            <a:r>
              <a:rPr lang="en-US" sz="3400" spc="0" dirty="0">
                <a:latin typeface="+mj-lt"/>
              </a:rPr>
              <a:t>INTRODUCTION TO GENERATIVE AI</a:t>
            </a:r>
          </a:p>
        </p:txBody>
      </p:sp>
      <p:sp>
        <p:nvSpPr>
          <p:cNvPr id="3" name="矩形: 圆角 23"/>
          <p:cNvSpPr/>
          <p:nvPr>
            <p:custDataLst>
              <p:tags r:id="rId3"/>
            </p:custDataLst>
          </p:nvPr>
        </p:nvSpPr>
        <p:spPr>
          <a:xfrm>
            <a:off x="521970" y="2014787"/>
            <a:ext cx="8100061" cy="1661794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0" bIns="0" rtlCol="0" anchor="ctr">
            <a:noAutofit/>
          </a:bodyPr>
          <a:lstStyle/>
          <a:p>
            <a:pPr lvl="1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24"/>
          <p:cNvSpPr/>
          <p:nvPr>
            <p:custDataLst>
              <p:tags r:id="rId4"/>
            </p:custDataLst>
          </p:nvPr>
        </p:nvSpPr>
        <p:spPr>
          <a:xfrm>
            <a:off x="790575" y="2269581"/>
            <a:ext cx="7563094" cy="316655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rmAutofit fontScale="8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accent1"/>
                </a:solidFill>
                <a:latin typeface="+mj-lt"/>
                <a:sym typeface="+mn-ea"/>
              </a:rPr>
              <a:t>What is Artificial Intelligence(AI)?</a:t>
            </a:r>
          </a:p>
        </p:txBody>
      </p:sp>
      <p:sp>
        <p:nvSpPr>
          <p:cNvPr id="7" name="矩形 1"/>
          <p:cNvSpPr/>
          <p:nvPr>
            <p:custDataLst>
              <p:tags r:id="rId5"/>
            </p:custDataLst>
          </p:nvPr>
        </p:nvSpPr>
        <p:spPr>
          <a:xfrm>
            <a:off x="790575" y="2603908"/>
            <a:ext cx="7563093" cy="940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AI is the simulation of human intelligence in machines that are programmed to think and learn.</a:t>
            </a:r>
          </a:p>
        </p:txBody>
      </p:sp>
      <p:sp>
        <p:nvSpPr>
          <p:cNvPr id="18" name="矩形: 圆角 17"/>
          <p:cNvSpPr/>
          <p:nvPr>
            <p:custDataLst>
              <p:tags r:id="rId6"/>
            </p:custDataLst>
          </p:nvPr>
        </p:nvSpPr>
        <p:spPr>
          <a:xfrm>
            <a:off x="521970" y="3995511"/>
            <a:ext cx="8100061" cy="1661794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80000">
                <a:schemeClr val="accent2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Ins="0" bIns="0" rtlCol="0" anchor="ctr">
            <a:noAutofit/>
          </a:bodyPr>
          <a:lstStyle/>
          <a:p>
            <a:pPr lvl="1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18"/>
          <p:cNvSpPr/>
          <p:nvPr>
            <p:custDataLst>
              <p:tags r:id="rId7"/>
            </p:custDataLst>
          </p:nvPr>
        </p:nvSpPr>
        <p:spPr>
          <a:xfrm>
            <a:off x="790575" y="4249828"/>
            <a:ext cx="7563094" cy="316655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rmAutofit fontScale="8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accent2"/>
                </a:solidFill>
                <a:latin typeface="+mj-lt"/>
                <a:sym typeface="+mn-ea"/>
              </a:rPr>
              <a:t>AI refers to machines that can perform tasks requiring human intelligence.</a:t>
            </a:r>
          </a:p>
        </p:txBody>
      </p:sp>
      <p:sp>
        <p:nvSpPr>
          <p:cNvPr id="10" name="矩形 3"/>
          <p:cNvSpPr/>
          <p:nvPr>
            <p:custDataLst>
              <p:tags r:id="rId8"/>
            </p:custDataLst>
          </p:nvPr>
        </p:nvSpPr>
        <p:spPr>
          <a:xfrm>
            <a:off x="790575" y="4584156"/>
            <a:ext cx="7563093" cy="9402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Includes learning, reasoning, problem-solving and decision making.</a:t>
            </a: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Examples: voice assistants, recommendation systems, chatbots.</a:t>
            </a:r>
          </a:p>
        </p:txBody>
      </p:sp>
      <p:sp>
        <p:nvSpPr>
          <p:cNvPr id="12" name="矩形 11"/>
          <p:cNvSpPr/>
          <p:nvPr>
            <p:custDataLst>
              <p:tags r:id="rId9"/>
            </p:custDataLst>
          </p:nvPr>
        </p:nvSpPr>
        <p:spPr>
          <a:xfrm>
            <a:off x="790575" y="1944302"/>
            <a:ext cx="7563094" cy="316655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ln w="15875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+mn-lt"/>
                <a:sym typeface="+mn-lt"/>
              </a:rPr>
              <a:t>01</a:t>
            </a:r>
          </a:p>
        </p:txBody>
      </p:sp>
      <p:sp>
        <p:nvSpPr>
          <p:cNvPr id="11" name="矩形 12"/>
          <p:cNvSpPr/>
          <p:nvPr>
            <p:custDataLst>
              <p:tags r:id="rId10"/>
            </p:custDataLst>
          </p:nvPr>
        </p:nvSpPr>
        <p:spPr>
          <a:xfrm>
            <a:off x="790575" y="3933122"/>
            <a:ext cx="7563094" cy="316655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600" b="1" dirty="0">
                <a:ln w="15875">
                  <a:solidFill>
                    <a:schemeClr val="accent2"/>
                  </a:solidFill>
                </a:ln>
                <a:solidFill>
                  <a:schemeClr val="bg2"/>
                </a:solidFill>
                <a:latin typeface="+mn-lt"/>
                <a:sym typeface="+mn-lt"/>
              </a:rPr>
              <a:t>02</a:t>
            </a:r>
          </a:p>
        </p:txBody>
      </p:sp>
      <p:pic>
        <p:nvPicPr>
          <p:cNvPr id="4" name="Picture 3"/>
          <p:cNvPicPr/>
          <p:nvPr/>
        </p:nvPicPr>
        <p:blipFill>
          <a:blip r:embed="rId13"/>
          <a:stretch>
            <a:fillRect/>
          </a:stretch>
        </p:blipFill>
        <p:spPr>
          <a:xfrm>
            <a:off x="4933950" y="-9906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20609" y="1031134"/>
            <a:ext cx="8100000" cy="594000"/>
          </a:xfrm>
        </p:spPr>
        <p:txBody>
          <a:bodyPr wrap="square">
            <a:normAutofit fontScale="90000"/>
          </a:bodyPr>
          <a:lstStyle/>
          <a:p>
            <a:r>
              <a:rPr lang="en-US" sz="3800" spc="0" dirty="0">
                <a:latin typeface="+mj-lt"/>
              </a:rPr>
              <a:t>What Is Generative AI?</a:t>
            </a:r>
          </a:p>
        </p:txBody>
      </p:sp>
      <p:sp>
        <p:nvSpPr>
          <p:cNvPr id="2" name="椭圆 6"/>
          <p:cNvSpPr/>
          <p:nvPr>
            <p:custDataLst>
              <p:tags r:id="rId3"/>
            </p:custDataLst>
          </p:nvPr>
        </p:nvSpPr>
        <p:spPr>
          <a:xfrm>
            <a:off x="4035672" y="3298880"/>
            <a:ext cx="1072602" cy="1072602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任意多边形: 形状 25"/>
          <p:cNvSpPr/>
          <p:nvPr>
            <p:custDataLst>
              <p:tags r:id="rId4"/>
            </p:custDataLst>
          </p:nvPr>
        </p:nvSpPr>
        <p:spPr>
          <a:xfrm flipH="1">
            <a:off x="1169731" y="2153736"/>
            <a:ext cx="1944503" cy="1000330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任意多边形: 形状 20"/>
          <p:cNvSpPr/>
          <p:nvPr>
            <p:custDataLst>
              <p:tags r:id="rId5"/>
            </p:custDataLst>
          </p:nvPr>
        </p:nvSpPr>
        <p:spPr>
          <a:xfrm>
            <a:off x="1674315" y="2330459"/>
            <a:ext cx="2264455" cy="1000330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lstStyle/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A Subset of AI that creates new content</a:t>
            </a:r>
          </a:p>
        </p:txBody>
      </p:sp>
      <p:sp>
        <p:nvSpPr>
          <p:cNvPr id="9" name="任意多边形: 形状 13"/>
          <p:cNvSpPr/>
          <p:nvPr>
            <p:custDataLst>
              <p:tags r:id="rId6"/>
            </p:custDataLst>
          </p:nvPr>
        </p:nvSpPr>
        <p:spPr>
          <a:xfrm>
            <a:off x="1043285" y="3301908"/>
            <a:ext cx="2791776" cy="886089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252000" rIns="720000" rtlCol="0" anchor="ctr">
            <a:normAutofit fontScale="70000"/>
          </a:bodyPr>
          <a:lstStyle/>
          <a:p>
            <a:pPr algn="ctr"/>
            <a:r>
              <a:rPr lang="en-US" sz="1600" b="1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Examples</a:t>
            </a:r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: Text generation, image creation music composition</a:t>
            </a:r>
          </a:p>
        </p:txBody>
      </p:sp>
      <p:sp>
        <p:nvSpPr>
          <p:cNvPr id="11" name="任意多边形: 形状 9"/>
          <p:cNvSpPr/>
          <p:nvPr>
            <p:custDataLst>
              <p:tags r:id="rId7"/>
            </p:custDataLst>
          </p:nvPr>
        </p:nvSpPr>
        <p:spPr>
          <a:xfrm>
            <a:off x="1866199" y="4386697"/>
            <a:ext cx="2442496" cy="862943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288000" rIns="396000" rtlCol="0" anchor="ctr">
            <a:normAutofit fontScale="70000"/>
          </a:bodyPr>
          <a:lstStyle/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Uses probability and statistical patterns to create content</a:t>
            </a:r>
          </a:p>
        </p:txBody>
      </p:sp>
      <p:sp>
        <p:nvSpPr>
          <p:cNvPr id="12" name="任意多边形: 形状 7"/>
          <p:cNvSpPr/>
          <p:nvPr>
            <p:custDataLst>
              <p:tags r:id="rId8"/>
            </p:custDataLst>
          </p:nvPr>
        </p:nvSpPr>
        <p:spPr>
          <a:xfrm>
            <a:off x="6029371" y="2147103"/>
            <a:ext cx="1944503" cy="1000330"/>
          </a:xfrm>
          <a:custGeom>
            <a:avLst/>
            <a:gdLst>
              <a:gd name="connsiteX0" fmla="*/ 0 w 2979534"/>
              <a:gd name="connsiteY0" fmla="*/ 0 h 1899874"/>
              <a:gd name="connsiteX1" fmla="*/ 2979534 w 2979534"/>
              <a:gd name="connsiteY1" fmla="*/ 0 h 1899874"/>
              <a:gd name="connsiteX2" fmla="*/ 2979534 w 2979534"/>
              <a:gd name="connsiteY2" fmla="*/ 1507390 h 1899874"/>
              <a:gd name="connsiteX3" fmla="*/ 1354752 w 2979534"/>
              <a:gd name="connsiteY3" fmla="*/ 1507390 h 1899874"/>
              <a:gd name="connsiteX4" fmla="*/ 919837 w 2979534"/>
              <a:gd name="connsiteY4" fmla="*/ 1899874 h 1899874"/>
              <a:gd name="connsiteX5" fmla="*/ 949571 w 2979534"/>
              <a:gd name="connsiteY5" fmla="*/ 1507390 h 1899874"/>
              <a:gd name="connsiteX6" fmla="*/ 0 w 2979534"/>
              <a:gd name="connsiteY6" fmla="*/ 1507390 h 1899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9534" h="1899874">
                <a:moveTo>
                  <a:pt x="0" y="0"/>
                </a:moveTo>
                <a:lnTo>
                  <a:pt x="2979534" y="0"/>
                </a:lnTo>
                <a:lnTo>
                  <a:pt x="2979534" y="1507390"/>
                </a:lnTo>
                <a:lnTo>
                  <a:pt x="1354752" y="1507390"/>
                </a:lnTo>
                <a:lnTo>
                  <a:pt x="919837" y="1899874"/>
                </a:lnTo>
                <a:lnTo>
                  <a:pt x="949571" y="1507390"/>
                </a:lnTo>
                <a:lnTo>
                  <a:pt x="0" y="150739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任意多边形: 形状 12"/>
          <p:cNvSpPr/>
          <p:nvPr>
            <p:custDataLst>
              <p:tags r:id="rId9"/>
            </p:custDataLst>
          </p:nvPr>
        </p:nvSpPr>
        <p:spPr>
          <a:xfrm flipH="1">
            <a:off x="5204980" y="2323825"/>
            <a:ext cx="2264455" cy="1000330"/>
          </a:xfrm>
          <a:custGeom>
            <a:avLst/>
            <a:gdLst>
              <a:gd name="connsiteX0" fmla="*/ 0 w 3231726"/>
              <a:gd name="connsiteY0" fmla="*/ 0 h 2185192"/>
              <a:gd name="connsiteX1" fmla="*/ 3231726 w 3231726"/>
              <a:gd name="connsiteY1" fmla="*/ 0 h 2185192"/>
              <a:gd name="connsiteX2" fmla="*/ 3231726 w 3231726"/>
              <a:gd name="connsiteY2" fmla="*/ 1836000 h 2185192"/>
              <a:gd name="connsiteX3" fmla="*/ 2925662 w 3231726"/>
              <a:gd name="connsiteY3" fmla="*/ 1836000 h 2185192"/>
              <a:gd name="connsiteX4" fmla="*/ 3062302 w 3231726"/>
              <a:gd name="connsiteY4" fmla="*/ 2185192 h 2185192"/>
              <a:gd name="connsiteX5" fmla="*/ 2490350 w 3231726"/>
              <a:gd name="connsiteY5" fmla="*/ 1836000 h 2185192"/>
              <a:gd name="connsiteX6" fmla="*/ 0 w 3231726"/>
              <a:gd name="connsiteY6" fmla="*/ 1836000 h 218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1726" h="2185192">
                <a:moveTo>
                  <a:pt x="0" y="0"/>
                </a:moveTo>
                <a:lnTo>
                  <a:pt x="3231726" y="0"/>
                </a:lnTo>
                <a:lnTo>
                  <a:pt x="3231726" y="1836000"/>
                </a:lnTo>
                <a:lnTo>
                  <a:pt x="2925662" y="1836000"/>
                </a:lnTo>
                <a:lnTo>
                  <a:pt x="3062302" y="2185192"/>
                </a:lnTo>
                <a:lnTo>
                  <a:pt x="2490350" y="1836000"/>
                </a:lnTo>
                <a:lnTo>
                  <a:pt x="0" y="1836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rmAutofit/>
          </a:bodyPr>
          <a:lstStyle/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Generates text, images,audio,video and code</a:t>
            </a:r>
          </a:p>
        </p:txBody>
      </p:sp>
      <p:sp>
        <p:nvSpPr>
          <p:cNvPr id="16" name="任意多边形: 形状 17"/>
          <p:cNvSpPr/>
          <p:nvPr>
            <p:custDataLst>
              <p:tags r:id="rId10"/>
            </p:custDataLst>
          </p:nvPr>
        </p:nvSpPr>
        <p:spPr>
          <a:xfrm flipH="1">
            <a:off x="5441874" y="3320675"/>
            <a:ext cx="2791776" cy="886089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74538"/>
              <a:gd name="connsiteY0-16" fmla="*/ 0 h 1533525"/>
              <a:gd name="connsiteX1-17" fmla="*/ 3149648 w 3474538"/>
              <a:gd name="connsiteY1-18" fmla="*/ 0 h 1533525"/>
              <a:gd name="connsiteX2-19" fmla="*/ 3149648 w 3474538"/>
              <a:gd name="connsiteY2-20" fmla="*/ 823081 h 1533525"/>
              <a:gd name="connsiteX3-21" fmla="*/ 3474538 w 3474538"/>
              <a:gd name="connsiteY3-22" fmla="*/ 1157079 h 1533525"/>
              <a:gd name="connsiteX4-23" fmla="*/ 3149648 w 3474538"/>
              <a:gd name="connsiteY4-24" fmla="*/ 1120562 h 1533525"/>
              <a:gd name="connsiteX5-25" fmla="*/ 3149648 w 3474538"/>
              <a:gd name="connsiteY5-26" fmla="*/ 1533525 h 1533525"/>
              <a:gd name="connsiteX6-27" fmla="*/ 0 w 3474538"/>
              <a:gd name="connsiteY6-28" fmla="*/ 1533525 h 1533525"/>
              <a:gd name="connsiteX7-29" fmla="*/ 0 w 3474538"/>
              <a:gd name="connsiteY7-30" fmla="*/ 0 h 1533525"/>
              <a:gd name="connsiteX0-31" fmla="*/ 0 w 3547544"/>
              <a:gd name="connsiteY0-32" fmla="*/ 0 h 1533525"/>
              <a:gd name="connsiteX1-33" fmla="*/ 3149648 w 3547544"/>
              <a:gd name="connsiteY1-34" fmla="*/ 0 h 1533525"/>
              <a:gd name="connsiteX2-35" fmla="*/ 3149648 w 3547544"/>
              <a:gd name="connsiteY2-36" fmla="*/ 823081 h 1533525"/>
              <a:gd name="connsiteX3-37" fmla="*/ 3547544 w 3547544"/>
              <a:gd name="connsiteY3-38" fmla="*/ 920928 h 1533525"/>
              <a:gd name="connsiteX4-39" fmla="*/ 3149648 w 3547544"/>
              <a:gd name="connsiteY4-40" fmla="*/ 1120562 h 1533525"/>
              <a:gd name="connsiteX5-41" fmla="*/ 3149648 w 3547544"/>
              <a:gd name="connsiteY5-42" fmla="*/ 1533525 h 1533525"/>
              <a:gd name="connsiteX6-43" fmla="*/ 0 w 3547544"/>
              <a:gd name="connsiteY6-44" fmla="*/ 1533525 h 1533525"/>
              <a:gd name="connsiteX7-45" fmla="*/ 0 w 3547544"/>
              <a:gd name="connsiteY7-46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547544" h="1533525">
                <a:moveTo>
                  <a:pt x="0" y="0"/>
                </a:moveTo>
                <a:lnTo>
                  <a:pt x="3149648" y="0"/>
                </a:lnTo>
                <a:lnTo>
                  <a:pt x="3149648" y="823081"/>
                </a:lnTo>
                <a:lnTo>
                  <a:pt x="3547544" y="920928"/>
                </a:lnTo>
                <a:lnTo>
                  <a:pt x="3149648" y="1120562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0" tIns="252000" rIns="396000" rtlCol="0" anchor="ctr">
            <a:noAutofit/>
          </a:bodyPr>
          <a:lstStyle/>
          <a:p>
            <a:pPr algn="ctr"/>
            <a:r>
              <a:rPr lang="en-US" sz="1200" b="1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generate new original outputs not just retrieve existing Data</a:t>
            </a:r>
          </a:p>
        </p:txBody>
      </p:sp>
      <p:sp>
        <p:nvSpPr>
          <p:cNvPr id="17" name="任意多边形: 形状 21"/>
          <p:cNvSpPr/>
          <p:nvPr>
            <p:custDataLst>
              <p:tags r:id="rId11"/>
            </p:custDataLst>
          </p:nvPr>
        </p:nvSpPr>
        <p:spPr>
          <a:xfrm flipH="1">
            <a:off x="4835426" y="4379590"/>
            <a:ext cx="2442496" cy="862943"/>
          </a:xfrm>
          <a:custGeom>
            <a:avLst/>
            <a:gdLst>
              <a:gd name="connsiteX0" fmla="*/ 0 w 3480888"/>
              <a:gd name="connsiteY0" fmla="*/ 0 h 1533525"/>
              <a:gd name="connsiteX1" fmla="*/ 3149648 w 3480888"/>
              <a:gd name="connsiteY1" fmla="*/ 0 h 1533525"/>
              <a:gd name="connsiteX2" fmla="*/ 3149648 w 3480888"/>
              <a:gd name="connsiteY2" fmla="*/ 823081 h 1533525"/>
              <a:gd name="connsiteX3" fmla="*/ 3480888 w 3480888"/>
              <a:gd name="connsiteY3" fmla="*/ 914457 h 1533525"/>
              <a:gd name="connsiteX4" fmla="*/ 3149648 w 3480888"/>
              <a:gd name="connsiteY4" fmla="*/ 1120562 h 1533525"/>
              <a:gd name="connsiteX5" fmla="*/ 3149648 w 3480888"/>
              <a:gd name="connsiteY5" fmla="*/ 1533525 h 1533525"/>
              <a:gd name="connsiteX6" fmla="*/ 0 w 3480888"/>
              <a:gd name="connsiteY6" fmla="*/ 1533525 h 1533525"/>
              <a:gd name="connsiteX0-1" fmla="*/ 0 w 3474538"/>
              <a:gd name="connsiteY0-2" fmla="*/ 0 h 1533525"/>
              <a:gd name="connsiteX1-3" fmla="*/ 3149648 w 3474538"/>
              <a:gd name="connsiteY1-4" fmla="*/ 0 h 1533525"/>
              <a:gd name="connsiteX2-5" fmla="*/ 3149648 w 3474538"/>
              <a:gd name="connsiteY2-6" fmla="*/ 823081 h 1533525"/>
              <a:gd name="connsiteX3-7" fmla="*/ 3474538 w 3474538"/>
              <a:gd name="connsiteY3-8" fmla="*/ 958907 h 1533525"/>
              <a:gd name="connsiteX4-9" fmla="*/ 3149648 w 3474538"/>
              <a:gd name="connsiteY4-10" fmla="*/ 1120562 h 1533525"/>
              <a:gd name="connsiteX5-11" fmla="*/ 3149648 w 3474538"/>
              <a:gd name="connsiteY5-12" fmla="*/ 1533525 h 1533525"/>
              <a:gd name="connsiteX6-13" fmla="*/ 0 w 3474538"/>
              <a:gd name="connsiteY6-14" fmla="*/ 1533525 h 1533525"/>
              <a:gd name="connsiteX7" fmla="*/ 0 w 3474538"/>
              <a:gd name="connsiteY7" fmla="*/ 0 h 1533525"/>
              <a:gd name="connsiteX0-15" fmla="*/ 0 w 3485890"/>
              <a:gd name="connsiteY0-16" fmla="*/ 0 h 1533525"/>
              <a:gd name="connsiteX1-17" fmla="*/ 3149648 w 3485890"/>
              <a:gd name="connsiteY1-18" fmla="*/ 0 h 1533525"/>
              <a:gd name="connsiteX2-19" fmla="*/ 3149648 w 3485890"/>
              <a:gd name="connsiteY2-20" fmla="*/ 823081 h 1533525"/>
              <a:gd name="connsiteX3-21" fmla="*/ 3485890 w 3485890"/>
              <a:gd name="connsiteY3-22" fmla="*/ 682983 h 1533525"/>
              <a:gd name="connsiteX4-23" fmla="*/ 3149648 w 3485890"/>
              <a:gd name="connsiteY4-24" fmla="*/ 1120562 h 1533525"/>
              <a:gd name="connsiteX5-25" fmla="*/ 3149648 w 3485890"/>
              <a:gd name="connsiteY5-26" fmla="*/ 1533525 h 1533525"/>
              <a:gd name="connsiteX6-27" fmla="*/ 0 w 3485890"/>
              <a:gd name="connsiteY6-28" fmla="*/ 1533525 h 1533525"/>
              <a:gd name="connsiteX7-29" fmla="*/ 0 w 3485890"/>
              <a:gd name="connsiteY7-30" fmla="*/ 0 h 1533525"/>
              <a:gd name="connsiteX0-31" fmla="*/ 0 w 3485890"/>
              <a:gd name="connsiteY0-32" fmla="*/ 0 h 1533525"/>
              <a:gd name="connsiteX1-33" fmla="*/ 3149648 w 3485890"/>
              <a:gd name="connsiteY1-34" fmla="*/ 0 h 1533525"/>
              <a:gd name="connsiteX2-35" fmla="*/ 3159662 w 3485890"/>
              <a:gd name="connsiteY2-36" fmla="*/ 516784 h 1533525"/>
              <a:gd name="connsiteX3-37" fmla="*/ 3485890 w 3485890"/>
              <a:gd name="connsiteY3-38" fmla="*/ 682983 h 1533525"/>
              <a:gd name="connsiteX4-39" fmla="*/ 3149648 w 3485890"/>
              <a:gd name="connsiteY4-40" fmla="*/ 1120562 h 1533525"/>
              <a:gd name="connsiteX5-41" fmla="*/ 3149648 w 3485890"/>
              <a:gd name="connsiteY5-42" fmla="*/ 1533525 h 1533525"/>
              <a:gd name="connsiteX6-43" fmla="*/ 0 w 3485890"/>
              <a:gd name="connsiteY6-44" fmla="*/ 1533525 h 1533525"/>
              <a:gd name="connsiteX7-45" fmla="*/ 0 w 3485890"/>
              <a:gd name="connsiteY7-46" fmla="*/ 0 h 1533525"/>
              <a:gd name="connsiteX0-47" fmla="*/ 0 w 3485890"/>
              <a:gd name="connsiteY0-48" fmla="*/ 0 h 1533525"/>
              <a:gd name="connsiteX1-49" fmla="*/ 3149648 w 3485890"/>
              <a:gd name="connsiteY1-50" fmla="*/ 0 h 1533525"/>
              <a:gd name="connsiteX2-51" fmla="*/ 3159662 w 3485890"/>
              <a:gd name="connsiteY2-52" fmla="*/ 516784 h 1533525"/>
              <a:gd name="connsiteX3-53" fmla="*/ 3485890 w 3485890"/>
              <a:gd name="connsiteY3-54" fmla="*/ 682983 h 1533525"/>
              <a:gd name="connsiteX4-55" fmla="*/ 3159662 w 3485890"/>
              <a:gd name="connsiteY4-56" fmla="*/ 814266 h 1533525"/>
              <a:gd name="connsiteX5-57" fmla="*/ 3149648 w 3485890"/>
              <a:gd name="connsiteY5-58" fmla="*/ 1533525 h 1533525"/>
              <a:gd name="connsiteX6-59" fmla="*/ 0 w 3485890"/>
              <a:gd name="connsiteY6-60" fmla="*/ 1533525 h 1533525"/>
              <a:gd name="connsiteX7-61" fmla="*/ 0 w 3485890"/>
              <a:gd name="connsiteY7-62" fmla="*/ 0 h 1533525"/>
              <a:gd name="connsiteX0-63" fmla="*/ 0 w 3405779"/>
              <a:gd name="connsiteY0-64" fmla="*/ 0 h 1533525"/>
              <a:gd name="connsiteX1-65" fmla="*/ 3149648 w 3405779"/>
              <a:gd name="connsiteY1-66" fmla="*/ 0 h 1533525"/>
              <a:gd name="connsiteX2-67" fmla="*/ 3159662 w 3405779"/>
              <a:gd name="connsiteY2-68" fmla="*/ 516784 h 1533525"/>
              <a:gd name="connsiteX3-69" fmla="*/ 3405779 w 3405779"/>
              <a:gd name="connsiteY3-70" fmla="*/ 198013 h 1533525"/>
              <a:gd name="connsiteX4-71" fmla="*/ 3159662 w 3405779"/>
              <a:gd name="connsiteY4-72" fmla="*/ 814266 h 1533525"/>
              <a:gd name="connsiteX5-73" fmla="*/ 3149648 w 3405779"/>
              <a:gd name="connsiteY5-74" fmla="*/ 1533525 h 1533525"/>
              <a:gd name="connsiteX6-75" fmla="*/ 0 w 3405779"/>
              <a:gd name="connsiteY6-76" fmla="*/ 1533525 h 1533525"/>
              <a:gd name="connsiteX7-77" fmla="*/ 0 w 3405779"/>
              <a:gd name="connsiteY7-78" fmla="*/ 0 h 15335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3405779" h="1533525">
                <a:moveTo>
                  <a:pt x="0" y="0"/>
                </a:moveTo>
                <a:lnTo>
                  <a:pt x="3149648" y="0"/>
                </a:lnTo>
                <a:lnTo>
                  <a:pt x="3159662" y="516784"/>
                </a:lnTo>
                <a:lnTo>
                  <a:pt x="3405779" y="198013"/>
                </a:lnTo>
                <a:lnTo>
                  <a:pt x="3159662" y="814266"/>
                </a:lnTo>
                <a:lnTo>
                  <a:pt x="3149648" y="1533525"/>
                </a:lnTo>
                <a:lnTo>
                  <a:pt x="0" y="1533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58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0" tIns="288000" rIns="108000" rtlCol="0" anchor="ctr">
            <a:normAutofit/>
          </a:bodyPr>
          <a:lstStyle/>
          <a:p>
            <a:pPr algn="ctr"/>
            <a:r>
              <a:rPr lang="en-US" sz="1600" kern="0" dirty="0">
                <a:ln>
                  <a:noFill/>
                  <a:prstDash val="sysDot"/>
                </a:ln>
                <a:solidFill>
                  <a:schemeClr val="lt1">
                    <a:lumMod val="100000"/>
                  </a:schemeClr>
                </a:solidFill>
                <a:latin typeface="+mn-lt"/>
              </a:rPr>
              <a:t>Learns patterns from large datasets</a:t>
            </a:r>
          </a:p>
        </p:txBody>
      </p:sp>
      <p:sp>
        <p:nvSpPr>
          <p:cNvPr id="19" name="图片 7" descr="343439383331313b343532303032333bc6f3d2b5bcf2bde9"/>
          <p:cNvSpPr/>
          <p:nvPr>
            <p:custDataLst>
              <p:tags r:id="rId12"/>
            </p:custDataLst>
          </p:nvPr>
        </p:nvSpPr>
        <p:spPr>
          <a:xfrm>
            <a:off x="4330368" y="3593576"/>
            <a:ext cx="483487" cy="483487"/>
          </a:xfrm>
          <a:custGeom>
            <a:avLst/>
            <a:gdLst>
              <a:gd name="connsiteX0" fmla="*/ 625851 w 648000"/>
              <a:gd name="connsiteY0" fmla="*/ 601551 h 648000"/>
              <a:gd name="connsiteX1" fmla="*/ 648114 w 648000"/>
              <a:gd name="connsiteY1" fmla="*/ 625851 h 648000"/>
              <a:gd name="connsiteX2" fmla="*/ 625851 w 648000"/>
              <a:gd name="connsiteY2" fmla="*/ 648114 h 648000"/>
              <a:gd name="connsiteX3" fmla="*/ 22331 w 648000"/>
              <a:gd name="connsiteY3" fmla="*/ 648114 h 648000"/>
              <a:gd name="connsiteX4" fmla="*/ 114 w 648000"/>
              <a:gd name="connsiteY4" fmla="*/ 623814 h 648000"/>
              <a:gd name="connsiteX5" fmla="*/ 22377 w 648000"/>
              <a:gd name="connsiteY5" fmla="*/ 601551 h 648000"/>
              <a:gd name="connsiteX6" fmla="*/ 56814 w 648000"/>
              <a:gd name="connsiteY6" fmla="*/ 601551 h 648000"/>
              <a:gd name="connsiteX7" fmla="*/ 56814 w 648000"/>
              <a:gd name="connsiteY7" fmla="*/ 32514 h 648000"/>
              <a:gd name="connsiteX8" fmla="*/ 89214 w 648000"/>
              <a:gd name="connsiteY8" fmla="*/ 114 h 648000"/>
              <a:gd name="connsiteX9" fmla="*/ 386878 w 648000"/>
              <a:gd name="connsiteY9" fmla="*/ 114 h 648000"/>
              <a:gd name="connsiteX10" fmla="*/ 419278 w 648000"/>
              <a:gd name="connsiteY10" fmla="*/ 32514 h 648000"/>
              <a:gd name="connsiteX11" fmla="*/ 419278 w 648000"/>
              <a:gd name="connsiteY11" fmla="*/ 212751 h 648000"/>
              <a:gd name="connsiteX12" fmla="*/ 546887 w 648000"/>
              <a:gd name="connsiteY12" fmla="*/ 253251 h 648000"/>
              <a:gd name="connsiteX13" fmla="*/ 591414 w 648000"/>
              <a:gd name="connsiteY13" fmla="*/ 313978 h 648000"/>
              <a:gd name="connsiteX14" fmla="*/ 591414 w 648000"/>
              <a:gd name="connsiteY14" fmla="*/ 601551 h 648000"/>
              <a:gd name="connsiteX15" fmla="*/ 625851 w 648000"/>
              <a:gd name="connsiteY15" fmla="*/ 601551 h 648000"/>
              <a:gd name="connsiteX16" fmla="*/ 267414 w 648000"/>
              <a:gd name="connsiteY16" fmla="*/ 135731 h 648000"/>
              <a:gd name="connsiteX17" fmla="*/ 267414 w 648000"/>
              <a:gd name="connsiteY17" fmla="*/ 192431 h 648000"/>
              <a:gd name="connsiteX18" fmla="*/ 358551 w 648000"/>
              <a:gd name="connsiteY18" fmla="*/ 192431 h 648000"/>
              <a:gd name="connsiteX19" fmla="*/ 358551 w 648000"/>
              <a:gd name="connsiteY19" fmla="*/ 135777 h 648000"/>
              <a:gd name="connsiteX20" fmla="*/ 267414 w 648000"/>
              <a:gd name="connsiteY20" fmla="*/ 135777 h 648000"/>
              <a:gd name="connsiteX21" fmla="*/ 267414 w 648000"/>
              <a:gd name="connsiteY21" fmla="*/ 135777 h 648000"/>
              <a:gd name="connsiteX22" fmla="*/ 267414 w 648000"/>
              <a:gd name="connsiteY22" fmla="*/ 135731 h 648000"/>
              <a:gd name="connsiteX23" fmla="*/ 208678 w 648000"/>
              <a:gd name="connsiteY23" fmla="*/ 494168 h 648000"/>
              <a:gd name="connsiteX24" fmla="*/ 208678 w 648000"/>
              <a:gd name="connsiteY24" fmla="*/ 437514 h 648000"/>
              <a:gd name="connsiteX25" fmla="*/ 117587 w 648000"/>
              <a:gd name="connsiteY25" fmla="*/ 437514 h 648000"/>
              <a:gd name="connsiteX26" fmla="*/ 117587 w 648000"/>
              <a:gd name="connsiteY26" fmla="*/ 494214 h 648000"/>
              <a:gd name="connsiteX27" fmla="*/ 208678 w 648000"/>
              <a:gd name="connsiteY27" fmla="*/ 494214 h 648000"/>
              <a:gd name="connsiteX28" fmla="*/ 208678 w 648000"/>
              <a:gd name="connsiteY28" fmla="*/ 494214 h 648000"/>
              <a:gd name="connsiteX29" fmla="*/ 208678 w 648000"/>
              <a:gd name="connsiteY29" fmla="*/ 494168 h 648000"/>
              <a:gd name="connsiteX30" fmla="*/ 117587 w 648000"/>
              <a:gd name="connsiteY30" fmla="*/ 344341 h 648000"/>
              <a:gd name="connsiteX31" fmla="*/ 208678 w 648000"/>
              <a:gd name="connsiteY31" fmla="*/ 344341 h 648000"/>
              <a:gd name="connsiteX32" fmla="*/ 208678 w 648000"/>
              <a:gd name="connsiteY32" fmla="*/ 287687 h 648000"/>
              <a:gd name="connsiteX33" fmla="*/ 117587 w 648000"/>
              <a:gd name="connsiteY33" fmla="*/ 287687 h 648000"/>
              <a:gd name="connsiteX34" fmla="*/ 117587 w 648000"/>
              <a:gd name="connsiteY34" fmla="*/ 344434 h 648000"/>
              <a:gd name="connsiteX35" fmla="*/ 117587 w 648000"/>
              <a:gd name="connsiteY35" fmla="*/ 344341 h 648000"/>
              <a:gd name="connsiteX36" fmla="*/ 117587 w 648000"/>
              <a:gd name="connsiteY36" fmla="*/ 192524 h 648000"/>
              <a:gd name="connsiteX37" fmla="*/ 208678 w 648000"/>
              <a:gd name="connsiteY37" fmla="*/ 192524 h 648000"/>
              <a:gd name="connsiteX38" fmla="*/ 208678 w 648000"/>
              <a:gd name="connsiteY38" fmla="*/ 135731 h 648000"/>
              <a:gd name="connsiteX39" fmla="*/ 117587 w 648000"/>
              <a:gd name="connsiteY39" fmla="*/ 135731 h 648000"/>
              <a:gd name="connsiteX40" fmla="*/ 117587 w 648000"/>
              <a:gd name="connsiteY40" fmla="*/ 192431 h 648000"/>
              <a:gd name="connsiteX41" fmla="*/ 117587 w 648000"/>
              <a:gd name="connsiteY41" fmla="*/ 192524 h 648000"/>
              <a:gd name="connsiteX42" fmla="*/ 267414 w 648000"/>
              <a:gd name="connsiteY42" fmla="*/ 285651 h 648000"/>
              <a:gd name="connsiteX43" fmla="*/ 267414 w 648000"/>
              <a:gd name="connsiteY43" fmla="*/ 344387 h 648000"/>
              <a:gd name="connsiteX44" fmla="*/ 358551 w 648000"/>
              <a:gd name="connsiteY44" fmla="*/ 344387 h 648000"/>
              <a:gd name="connsiteX45" fmla="*/ 358551 w 648000"/>
              <a:gd name="connsiteY45" fmla="*/ 285604 h 648000"/>
              <a:gd name="connsiteX46" fmla="*/ 267414 w 648000"/>
              <a:gd name="connsiteY46" fmla="*/ 285604 h 648000"/>
              <a:gd name="connsiteX47" fmla="*/ 267414 w 648000"/>
              <a:gd name="connsiteY47" fmla="*/ 285604 h 648000"/>
              <a:gd name="connsiteX48" fmla="*/ 267414 w 648000"/>
              <a:gd name="connsiteY48" fmla="*/ 285651 h 648000"/>
              <a:gd name="connsiteX49" fmla="*/ 360587 w 648000"/>
              <a:gd name="connsiteY49" fmla="*/ 494214 h 648000"/>
              <a:gd name="connsiteX50" fmla="*/ 360587 w 648000"/>
              <a:gd name="connsiteY50" fmla="*/ 437514 h 648000"/>
              <a:gd name="connsiteX51" fmla="*/ 269404 w 648000"/>
              <a:gd name="connsiteY51" fmla="*/ 437514 h 648000"/>
              <a:gd name="connsiteX52" fmla="*/ 269404 w 648000"/>
              <a:gd name="connsiteY52" fmla="*/ 494214 h 648000"/>
              <a:gd name="connsiteX53" fmla="*/ 360587 w 648000"/>
              <a:gd name="connsiteY53" fmla="*/ 494214 h 648000"/>
              <a:gd name="connsiteX54" fmla="*/ 360587 w 648000"/>
              <a:gd name="connsiteY54" fmla="*/ 494214 h 648000"/>
              <a:gd name="connsiteX55" fmla="*/ 457787 w 648000"/>
              <a:gd name="connsiteY55" fmla="*/ 561051 h 648000"/>
              <a:gd name="connsiteX56" fmla="*/ 504351 w 648000"/>
              <a:gd name="connsiteY56" fmla="*/ 561051 h 648000"/>
              <a:gd name="connsiteX57" fmla="*/ 504351 w 648000"/>
              <a:gd name="connsiteY57" fmla="*/ 467878 h 648000"/>
              <a:gd name="connsiteX58" fmla="*/ 457787 w 648000"/>
              <a:gd name="connsiteY58" fmla="*/ 467878 h 648000"/>
              <a:gd name="connsiteX59" fmla="*/ 457787 w 648000"/>
              <a:gd name="connsiteY59" fmla="*/ 561051 h 648000"/>
              <a:gd name="connsiteX60" fmla="*/ 457787 w 648000"/>
              <a:gd name="connsiteY60" fmla="*/ 425387 h 648000"/>
              <a:gd name="connsiteX61" fmla="*/ 504351 w 648000"/>
              <a:gd name="connsiteY61" fmla="*/ 425387 h 648000"/>
              <a:gd name="connsiteX62" fmla="*/ 504351 w 648000"/>
              <a:gd name="connsiteY62" fmla="*/ 332214 h 648000"/>
              <a:gd name="connsiteX63" fmla="*/ 457787 w 648000"/>
              <a:gd name="connsiteY63" fmla="*/ 332214 h 648000"/>
              <a:gd name="connsiteX64" fmla="*/ 457787 w 648000"/>
              <a:gd name="connsiteY64" fmla="*/ 425387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48000" h="648000">
                <a:moveTo>
                  <a:pt x="625851" y="601551"/>
                </a:moveTo>
                <a:cubicBezTo>
                  <a:pt x="637978" y="601551"/>
                  <a:pt x="648114" y="611641"/>
                  <a:pt x="648114" y="625851"/>
                </a:cubicBezTo>
                <a:cubicBezTo>
                  <a:pt x="647989" y="638093"/>
                  <a:pt x="638093" y="647989"/>
                  <a:pt x="625851" y="648114"/>
                </a:cubicBezTo>
                <a:lnTo>
                  <a:pt x="22331" y="648114"/>
                </a:lnTo>
                <a:cubicBezTo>
                  <a:pt x="10297" y="648114"/>
                  <a:pt x="114" y="637978"/>
                  <a:pt x="114" y="623814"/>
                </a:cubicBezTo>
                <a:cubicBezTo>
                  <a:pt x="114" y="611641"/>
                  <a:pt x="10251" y="601551"/>
                  <a:pt x="22377" y="601551"/>
                </a:cubicBezTo>
                <a:lnTo>
                  <a:pt x="56814" y="601551"/>
                </a:lnTo>
                <a:lnTo>
                  <a:pt x="56814" y="32514"/>
                </a:lnTo>
                <a:cubicBezTo>
                  <a:pt x="56814" y="14277"/>
                  <a:pt x="70977" y="114"/>
                  <a:pt x="89214" y="114"/>
                </a:cubicBezTo>
                <a:lnTo>
                  <a:pt x="386878" y="114"/>
                </a:lnTo>
                <a:cubicBezTo>
                  <a:pt x="405114" y="114"/>
                  <a:pt x="419278" y="14277"/>
                  <a:pt x="419278" y="32514"/>
                </a:cubicBezTo>
                <a:lnTo>
                  <a:pt x="419278" y="212751"/>
                </a:lnTo>
                <a:lnTo>
                  <a:pt x="546887" y="253251"/>
                </a:lnTo>
                <a:cubicBezTo>
                  <a:pt x="573178" y="261351"/>
                  <a:pt x="591414" y="285651"/>
                  <a:pt x="591414" y="313978"/>
                </a:cubicBezTo>
                <a:lnTo>
                  <a:pt x="591414" y="601551"/>
                </a:lnTo>
                <a:lnTo>
                  <a:pt x="625851" y="601551"/>
                </a:lnTo>
                <a:moveTo>
                  <a:pt x="267414" y="135731"/>
                </a:moveTo>
                <a:lnTo>
                  <a:pt x="267414" y="192431"/>
                </a:lnTo>
                <a:lnTo>
                  <a:pt x="358551" y="192431"/>
                </a:lnTo>
                <a:lnTo>
                  <a:pt x="358551" y="135777"/>
                </a:lnTo>
                <a:lnTo>
                  <a:pt x="267414" y="135777"/>
                </a:lnTo>
                <a:cubicBezTo>
                  <a:pt x="269451" y="133741"/>
                  <a:pt x="267414" y="133741"/>
                  <a:pt x="267414" y="135777"/>
                </a:cubicBezTo>
                <a:lnTo>
                  <a:pt x="267414" y="135731"/>
                </a:lnTo>
                <a:moveTo>
                  <a:pt x="208678" y="494168"/>
                </a:moveTo>
                <a:lnTo>
                  <a:pt x="208678" y="437514"/>
                </a:lnTo>
                <a:lnTo>
                  <a:pt x="117587" y="437514"/>
                </a:lnTo>
                <a:lnTo>
                  <a:pt x="117587" y="494214"/>
                </a:lnTo>
                <a:lnTo>
                  <a:pt x="208678" y="494214"/>
                </a:lnTo>
                <a:cubicBezTo>
                  <a:pt x="208678" y="496251"/>
                  <a:pt x="208678" y="494214"/>
                  <a:pt x="208678" y="494214"/>
                </a:cubicBezTo>
                <a:lnTo>
                  <a:pt x="208678" y="494168"/>
                </a:lnTo>
                <a:moveTo>
                  <a:pt x="117587" y="344341"/>
                </a:moveTo>
                <a:lnTo>
                  <a:pt x="208678" y="344341"/>
                </a:lnTo>
                <a:lnTo>
                  <a:pt x="208678" y="287687"/>
                </a:lnTo>
                <a:lnTo>
                  <a:pt x="117587" y="287687"/>
                </a:lnTo>
                <a:lnTo>
                  <a:pt x="117587" y="344434"/>
                </a:lnTo>
                <a:lnTo>
                  <a:pt x="117587" y="344341"/>
                </a:lnTo>
                <a:moveTo>
                  <a:pt x="117587" y="192524"/>
                </a:moveTo>
                <a:lnTo>
                  <a:pt x="208678" y="192524"/>
                </a:lnTo>
                <a:lnTo>
                  <a:pt x="208678" y="135731"/>
                </a:lnTo>
                <a:lnTo>
                  <a:pt x="117587" y="135731"/>
                </a:lnTo>
                <a:lnTo>
                  <a:pt x="117587" y="192431"/>
                </a:lnTo>
                <a:lnTo>
                  <a:pt x="117587" y="192524"/>
                </a:lnTo>
                <a:moveTo>
                  <a:pt x="267414" y="285651"/>
                </a:moveTo>
                <a:lnTo>
                  <a:pt x="267414" y="344387"/>
                </a:lnTo>
                <a:lnTo>
                  <a:pt x="358551" y="344387"/>
                </a:lnTo>
                <a:lnTo>
                  <a:pt x="358551" y="285604"/>
                </a:lnTo>
                <a:lnTo>
                  <a:pt x="267414" y="285604"/>
                </a:lnTo>
                <a:cubicBezTo>
                  <a:pt x="269451" y="285604"/>
                  <a:pt x="267414" y="285604"/>
                  <a:pt x="267414" y="285604"/>
                </a:cubicBezTo>
                <a:lnTo>
                  <a:pt x="267414" y="285651"/>
                </a:lnTo>
                <a:moveTo>
                  <a:pt x="360587" y="494214"/>
                </a:moveTo>
                <a:lnTo>
                  <a:pt x="360587" y="437514"/>
                </a:lnTo>
                <a:lnTo>
                  <a:pt x="269404" y="437514"/>
                </a:lnTo>
                <a:lnTo>
                  <a:pt x="269404" y="494214"/>
                </a:lnTo>
                <a:lnTo>
                  <a:pt x="360587" y="494214"/>
                </a:lnTo>
                <a:cubicBezTo>
                  <a:pt x="360587" y="496251"/>
                  <a:pt x="360587" y="494214"/>
                  <a:pt x="360587" y="494214"/>
                </a:cubicBezTo>
                <a:moveTo>
                  <a:pt x="457787" y="561051"/>
                </a:moveTo>
                <a:lnTo>
                  <a:pt x="504351" y="561051"/>
                </a:lnTo>
                <a:lnTo>
                  <a:pt x="504351" y="467878"/>
                </a:lnTo>
                <a:lnTo>
                  <a:pt x="457787" y="467878"/>
                </a:lnTo>
                <a:lnTo>
                  <a:pt x="457787" y="561051"/>
                </a:lnTo>
                <a:moveTo>
                  <a:pt x="457787" y="425387"/>
                </a:moveTo>
                <a:lnTo>
                  <a:pt x="504351" y="425387"/>
                </a:lnTo>
                <a:lnTo>
                  <a:pt x="504351" y="332214"/>
                </a:lnTo>
                <a:lnTo>
                  <a:pt x="457787" y="332214"/>
                </a:lnTo>
                <a:lnTo>
                  <a:pt x="457787" y="425387"/>
                </a:lnTo>
              </a:path>
            </a:pathLst>
          </a:custGeom>
          <a:solidFill>
            <a:schemeClr val="accent1"/>
          </a:solidFill>
          <a:ln w="231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5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对象11"/>
          <p:cNvSpPr/>
          <p:nvPr>
            <p:custDataLst>
              <p:tags r:id="rId2"/>
            </p:custDataLst>
          </p:nvPr>
        </p:nvSpPr>
        <p:spPr>
          <a:xfrm>
            <a:off x="3833622" y="3190304"/>
            <a:ext cx="1282446" cy="1282446"/>
          </a:xfrm>
          <a:custGeom>
            <a:avLst/>
            <a:gdLst/>
            <a:ahLst/>
            <a:cxnLst/>
            <a:rect l="l" t="t" r="r" b="b"/>
            <a:pathLst>
              <a:path w="1709928" h="1709928">
                <a:moveTo>
                  <a:pt x="822960" y="0"/>
                </a:moveTo>
                <a:cubicBezTo>
                  <a:pt x="832104" y="0"/>
                  <a:pt x="841248" y="0"/>
                  <a:pt x="859536" y="0"/>
                </a:cubicBezTo>
                <a:cubicBezTo>
                  <a:pt x="868680" y="0"/>
                  <a:pt x="877824" y="0"/>
                  <a:pt x="886968" y="0"/>
                </a:cubicBezTo>
                <a:lnTo>
                  <a:pt x="886968" y="9144"/>
                </a:lnTo>
                <a:cubicBezTo>
                  <a:pt x="877824" y="9144"/>
                  <a:pt x="868680" y="9144"/>
                  <a:pt x="859536" y="9144"/>
                </a:cubicBezTo>
                <a:cubicBezTo>
                  <a:pt x="841248" y="9144"/>
                  <a:pt x="832104" y="9144"/>
                  <a:pt x="822960" y="9144"/>
                </a:cubicBezTo>
                <a:lnTo>
                  <a:pt x="822960" y="0"/>
                </a:lnTo>
                <a:moveTo>
                  <a:pt x="685800" y="18288"/>
                </a:moveTo>
                <a:cubicBezTo>
                  <a:pt x="713232" y="9144"/>
                  <a:pt x="731520" y="9144"/>
                  <a:pt x="758952" y="9144"/>
                </a:cubicBezTo>
                <a:lnTo>
                  <a:pt x="758952" y="18288"/>
                </a:lnTo>
                <a:cubicBezTo>
                  <a:pt x="731520" y="18288"/>
                  <a:pt x="713232" y="27432"/>
                  <a:pt x="694944" y="27432"/>
                </a:cubicBezTo>
                <a:lnTo>
                  <a:pt x="685800" y="18288"/>
                </a:lnTo>
                <a:moveTo>
                  <a:pt x="960120" y="9144"/>
                </a:moveTo>
                <a:cubicBezTo>
                  <a:pt x="978408" y="9144"/>
                  <a:pt x="1005840" y="9144"/>
                  <a:pt x="1024128" y="18288"/>
                </a:cubicBezTo>
                <a:lnTo>
                  <a:pt x="1024128" y="27432"/>
                </a:lnTo>
                <a:cubicBezTo>
                  <a:pt x="996696" y="27432"/>
                  <a:pt x="978408" y="18288"/>
                  <a:pt x="960120" y="18288"/>
                </a:cubicBezTo>
                <a:lnTo>
                  <a:pt x="960120" y="9144"/>
                </a:lnTo>
                <a:moveTo>
                  <a:pt x="557784" y="54864"/>
                </a:moveTo>
                <a:cubicBezTo>
                  <a:pt x="585216" y="45720"/>
                  <a:pt x="603504" y="36576"/>
                  <a:pt x="621792" y="27432"/>
                </a:cubicBezTo>
                <a:lnTo>
                  <a:pt x="630936" y="45720"/>
                </a:lnTo>
                <a:cubicBezTo>
                  <a:pt x="603504" y="45720"/>
                  <a:pt x="585216" y="54864"/>
                  <a:pt x="566928" y="64008"/>
                </a:cubicBezTo>
                <a:lnTo>
                  <a:pt x="557784" y="54864"/>
                </a:lnTo>
                <a:moveTo>
                  <a:pt x="1088136" y="27432"/>
                </a:moveTo>
                <a:cubicBezTo>
                  <a:pt x="1106424" y="36576"/>
                  <a:pt x="1133856" y="45720"/>
                  <a:pt x="1152144" y="54864"/>
                </a:cubicBezTo>
                <a:lnTo>
                  <a:pt x="1152144" y="64008"/>
                </a:lnTo>
                <a:cubicBezTo>
                  <a:pt x="1124712" y="54864"/>
                  <a:pt x="1106424" y="45720"/>
                  <a:pt x="1088136" y="45720"/>
                </a:cubicBezTo>
                <a:lnTo>
                  <a:pt x="1088136" y="27432"/>
                </a:lnTo>
                <a:moveTo>
                  <a:pt x="1216152" y="82296"/>
                </a:moveTo>
                <a:cubicBezTo>
                  <a:pt x="1234440" y="91440"/>
                  <a:pt x="1252728" y="100584"/>
                  <a:pt x="1271016" y="109728"/>
                </a:cubicBezTo>
                <a:lnTo>
                  <a:pt x="1271016" y="118872"/>
                </a:lnTo>
                <a:cubicBezTo>
                  <a:pt x="1252728" y="109728"/>
                  <a:pt x="1234440" y="100584"/>
                  <a:pt x="1207008" y="91440"/>
                </a:cubicBezTo>
                <a:lnTo>
                  <a:pt x="1216152" y="82296"/>
                </a:lnTo>
                <a:moveTo>
                  <a:pt x="438912" y="109728"/>
                </a:moveTo>
                <a:cubicBezTo>
                  <a:pt x="457200" y="100584"/>
                  <a:pt x="475488" y="91440"/>
                  <a:pt x="493776" y="82296"/>
                </a:cubicBezTo>
                <a:lnTo>
                  <a:pt x="502920" y="91440"/>
                </a:lnTo>
                <a:cubicBezTo>
                  <a:pt x="484632" y="100584"/>
                  <a:pt x="466344" y="109728"/>
                  <a:pt x="448056" y="118872"/>
                </a:cubicBezTo>
                <a:lnTo>
                  <a:pt x="438912" y="109728"/>
                </a:lnTo>
                <a:moveTo>
                  <a:pt x="1335024" y="146304"/>
                </a:moveTo>
                <a:cubicBezTo>
                  <a:pt x="1353312" y="155448"/>
                  <a:pt x="1371600" y="173736"/>
                  <a:pt x="1389888" y="182880"/>
                </a:cubicBezTo>
                <a:lnTo>
                  <a:pt x="1380744" y="192024"/>
                </a:lnTo>
                <a:cubicBezTo>
                  <a:pt x="1362456" y="182880"/>
                  <a:pt x="1344168" y="164592"/>
                  <a:pt x="1325880" y="155448"/>
                </a:cubicBezTo>
                <a:lnTo>
                  <a:pt x="1335024" y="146304"/>
                </a:lnTo>
                <a:moveTo>
                  <a:pt x="329184" y="182880"/>
                </a:moveTo>
                <a:cubicBezTo>
                  <a:pt x="347472" y="173736"/>
                  <a:pt x="365760" y="155448"/>
                  <a:pt x="384048" y="146304"/>
                </a:cubicBezTo>
                <a:lnTo>
                  <a:pt x="384048" y="155448"/>
                </a:lnTo>
                <a:cubicBezTo>
                  <a:pt x="365760" y="164592"/>
                  <a:pt x="347472" y="182880"/>
                  <a:pt x="329184" y="192024"/>
                </a:cubicBezTo>
                <a:lnTo>
                  <a:pt x="329184" y="182880"/>
                </a:lnTo>
                <a:moveTo>
                  <a:pt x="1435608" y="228600"/>
                </a:moveTo>
                <a:cubicBezTo>
                  <a:pt x="1453896" y="246888"/>
                  <a:pt x="1472184" y="256032"/>
                  <a:pt x="1481328" y="274320"/>
                </a:cubicBezTo>
                <a:lnTo>
                  <a:pt x="1481328" y="283464"/>
                </a:lnTo>
                <a:cubicBezTo>
                  <a:pt x="1463040" y="265176"/>
                  <a:pt x="1444752" y="246888"/>
                  <a:pt x="1426464" y="237744"/>
                </a:cubicBezTo>
                <a:lnTo>
                  <a:pt x="1435608" y="228600"/>
                </a:lnTo>
                <a:moveTo>
                  <a:pt x="228600" y="274320"/>
                </a:moveTo>
                <a:cubicBezTo>
                  <a:pt x="246888" y="256032"/>
                  <a:pt x="256032" y="246888"/>
                  <a:pt x="274320" y="228600"/>
                </a:cubicBezTo>
                <a:lnTo>
                  <a:pt x="283464" y="237744"/>
                </a:lnTo>
                <a:cubicBezTo>
                  <a:pt x="265176" y="246888"/>
                  <a:pt x="246888" y="265176"/>
                  <a:pt x="237744" y="283464"/>
                </a:cubicBezTo>
                <a:lnTo>
                  <a:pt x="228600" y="274320"/>
                </a:lnTo>
                <a:moveTo>
                  <a:pt x="1527048" y="329184"/>
                </a:moveTo>
                <a:cubicBezTo>
                  <a:pt x="1545336" y="347472"/>
                  <a:pt x="1554480" y="365760"/>
                  <a:pt x="1572768" y="384048"/>
                </a:cubicBezTo>
                <a:lnTo>
                  <a:pt x="1563624" y="384048"/>
                </a:lnTo>
                <a:cubicBezTo>
                  <a:pt x="1545336" y="365760"/>
                  <a:pt x="1536192" y="347472"/>
                  <a:pt x="1517904" y="329184"/>
                </a:cubicBezTo>
                <a:lnTo>
                  <a:pt x="1527048" y="329184"/>
                </a:lnTo>
                <a:moveTo>
                  <a:pt x="146304" y="384048"/>
                </a:moveTo>
                <a:cubicBezTo>
                  <a:pt x="155448" y="365760"/>
                  <a:pt x="173736" y="347472"/>
                  <a:pt x="182880" y="329184"/>
                </a:cubicBezTo>
                <a:lnTo>
                  <a:pt x="192024" y="329184"/>
                </a:lnTo>
                <a:cubicBezTo>
                  <a:pt x="182880" y="347472"/>
                  <a:pt x="164592" y="365760"/>
                  <a:pt x="155448" y="384048"/>
                </a:cubicBezTo>
                <a:lnTo>
                  <a:pt x="146304" y="384048"/>
                </a:lnTo>
                <a:moveTo>
                  <a:pt x="1600200" y="438912"/>
                </a:moveTo>
                <a:cubicBezTo>
                  <a:pt x="1618488" y="457200"/>
                  <a:pt x="1627632" y="475488"/>
                  <a:pt x="1636776" y="493776"/>
                </a:cubicBezTo>
                <a:lnTo>
                  <a:pt x="1627632" y="502920"/>
                </a:lnTo>
                <a:cubicBezTo>
                  <a:pt x="1618488" y="484632"/>
                  <a:pt x="1609344" y="466344"/>
                  <a:pt x="1591056" y="438912"/>
                </a:cubicBezTo>
                <a:lnTo>
                  <a:pt x="1600200" y="438912"/>
                </a:lnTo>
                <a:moveTo>
                  <a:pt x="82296" y="493776"/>
                </a:moveTo>
                <a:cubicBezTo>
                  <a:pt x="91440" y="475488"/>
                  <a:pt x="100584" y="457200"/>
                  <a:pt x="109728" y="438912"/>
                </a:cubicBezTo>
                <a:lnTo>
                  <a:pt x="118872" y="438912"/>
                </a:lnTo>
                <a:cubicBezTo>
                  <a:pt x="109728" y="466344"/>
                  <a:pt x="100584" y="484632"/>
                  <a:pt x="91440" y="502920"/>
                </a:cubicBezTo>
                <a:lnTo>
                  <a:pt x="82296" y="493776"/>
                </a:lnTo>
                <a:moveTo>
                  <a:pt x="1664208" y="557784"/>
                </a:moveTo>
                <a:cubicBezTo>
                  <a:pt x="1664208" y="576072"/>
                  <a:pt x="1673352" y="603504"/>
                  <a:pt x="1682496" y="621792"/>
                </a:cubicBezTo>
                <a:lnTo>
                  <a:pt x="1673352" y="621792"/>
                </a:lnTo>
                <a:cubicBezTo>
                  <a:pt x="1664208" y="603504"/>
                  <a:pt x="1655064" y="585216"/>
                  <a:pt x="1645920" y="566928"/>
                </a:cubicBezTo>
                <a:lnTo>
                  <a:pt x="1664208" y="557784"/>
                </a:lnTo>
                <a:moveTo>
                  <a:pt x="27432" y="621792"/>
                </a:moveTo>
                <a:cubicBezTo>
                  <a:pt x="36576" y="603504"/>
                  <a:pt x="45720" y="576072"/>
                  <a:pt x="54864" y="557784"/>
                </a:cubicBezTo>
                <a:lnTo>
                  <a:pt x="64008" y="566928"/>
                </a:lnTo>
                <a:cubicBezTo>
                  <a:pt x="54864" y="585216"/>
                  <a:pt x="45720" y="603504"/>
                  <a:pt x="45720" y="621792"/>
                </a:cubicBezTo>
                <a:lnTo>
                  <a:pt x="27432" y="621792"/>
                </a:lnTo>
                <a:moveTo>
                  <a:pt x="1700784" y="685800"/>
                </a:moveTo>
                <a:cubicBezTo>
                  <a:pt x="1700784" y="713232"/>
                  <a:pt x="1700784" y="731520"/>
                  <a:pt x="1709928" y="758952"/>
                </a:cubicBezTo>
                <a:lnTo>
                  <a:pt x="1691640" y="758952"/>
                </a:lnTo>
                <a:cubicBezTo>
                  <a:pt x="1691640" y="731520"/>
                  <a:pt x="1691640" y="713232"/>
                  <a:pt x="1682496" y="694944"/>
                </a:cubicBezTo>
                <a:lnTo>
                  <a:pt x="1700784" y="685800"/>
                </a:lnTo>
                <a:moveTo>
                  <a:pt x="9144" y="758952"/>
                </a:moveTo>
                <a:cubicBezTo>
                  <a:pt x="9144" y="731520"/>
                  <a:pt x="9144" y="713232"/>
                  <a:pt x="18288" y="685800"/>
                </a:cubicBezTo>
                <a:lnTo>
                  <a:pt x="27432" y="694944"/>
                </a:lnTo>
                <a:cubicBezTo>
                  <a:pt x="27432" y="713232"/>
                  <a:pt x="18288" y="731520"/>
                  <a:pt x="18288" y="758952"/>
                </a:cubicBezTo>
                <a:lnTo>
                  <a:pt x="9144" y="758952"/>
                </a:lnTo>
                <a:moveTo>
                  <a:pt x="1709928" y="822960"/>
                </a:moveTo>
                <a:cubicBezTo>
                  <a:pt x="1709928" y="832104"/>
                  <a:pt x="1709928" y="841248"/>
                  <a:pt x="1709928" y="859536"/>
                </a:cubicBezTo>
                <a:cubicBezTo>
                  <a:pt x="1709928" y="868680"/>
                  <a:pt x="1709928" y="877824"/>
                  <a:pt x="1709928" y="886968"/>
                </a:cubicBezTo>
                <a:lnTo>
                  <a:pt x="1700784" y="886968"/>
                </a:lnTo>
                <a:cubicBezTo>
                  <a:pt x="1700784" y="877824"/>
                  <a:pt x="1700784" y="868680"/>
                  <a:pt x="1700784" y="859536"/>
                </a:cubicBezTo>
                <a:cubicBezTo>
                  <a:pt x="1700784" y="841248"/>
                  <a:pt x="1700784" y="832104"/>
                  <a:pt x="1700784" y="822960"/>
                </a:cubicBezTo>
                <a:lnTo>
                  <a:pt x="1709928" y="822960"/>
                </a:lnTo>
                <a:moveTo>
                  <a:pt x="0" y="859536"/>
                </a:moveTo>
                <a:cubicBezTo>
                  <a:pt x="0" y="841248"/>
                  <a:pt x="0" y="832104"/>
                  <a:pt x="0" y="822960"/>
                </a:cubicBezTo>
                <a:lnTo>
                  <a:pt x="9144" y="822960"/>
                </a:lnTo>
                <a:cubicBezTo>
                  <a:pt x="9144" y="832104"/>
                  <a:pt x="9144" y="841248"/>
                  <a:pt x="9144" y="859536"/>
                </a:cubicBezTo>
                <a:cubicBezTo>
                  <a:pt x="9144" y="868680"/>
                  <a:pt x="9144" y="877824"/>
                  <a:pt x="9144" y="886968"/>
                </a:cubicBezTo>
                <a:lnTo>
                  <a:pt x="0" y="886968"/>
                </a:lnTo>
                <a:cubicBezTo>
                  <a:pt x="0" y="877824"/>
                  <a:pt x="0" y="868680"/>
                  <a:pt x="0" y="859536"/>
                </a:cubicBezTo>
                <a:moveTo>
                  <a:pt x="1709928" y="960120"/>
                </a:moveTo>
                <a:cubicBezTo>
                  <a:pt x="1700784" y="978408"/>
                  <a:pt x="1700784" y="996696"/>
                  <a:pt x="1700784" y="1024128"/>
                </a:cubicBezTo>
                <a:lnTo>
                  <a:pt x="1682496" y="1024128"/>
                </a:lnTo>
                <a:cubicBezTo>
                  <a:pt x="1691640" y="996696"/>
                  <a:pt x="1691640" y="978408"/>
                  <a:pt x="1691640" y="950976"/>
                </a:cubicBezTo>
                <a:lnTo>
                  <a:pt x="1709928" y="960120"/>
                </a:lnTo>
                <a:moveTo>
                  <a:pt x="18288" y="1024128"/>
                </a:moveTo>
                <a:cubicBezTo>
                  <a:pt x="9144" y="996696"/>
                  <a:pt x="9144" y="978408"/>
                  <a:pt x="9144" y="960120"/>
                </a:cubicBezTo>
                <a:lnTo>
                  <a:pt x="18288" y="950976"/>
                </a:lnTo>
                <a:cubicBezTo>
                  <a:pt x="18288" y="978408"/>
                  <a:pt x="27432" y="996696"/>
                  <a:pt x="27432" y="1024128"/>
                </a:cubicBezTo>
                <a:lnTo>
                  <a:pt x="18288" y="1024128"/>
                </a:lnTo>
                <a:moveTo>
                  <a:pt x="1682496" y="1088136"/>
                </a:moveTo>
                <a:cubicBezTo>
                  <a:pt x="1673352" y="1106424"/>
                  <a:pt x="1664208" y="1133856"/>
                  <a:pt x="1664208" y="1152144"/>
                </a:cubicBezTo>
                <a:lnTo>
                  <a:pt x="1645920" y="1152144"/>
                </a:lnTo>
                <a:cubicBezTo>
                  <a:pt x="1655064" y="1124712"/>
                  <a:pt x="1664208" y="1106424"/>
                  <a:pt x="1673352" y="1088136"/>
                </a:cubicBezTo>
                <a:lnTo>
                  <a:pt x="1682496" y="1088136"/>
                </a:lnTo>
                <a:moveTo>
                  <a:pt x="54864" y="1152144"/>
                </a:moveTo>
                <a:cubicBezTo>
                  <a:pt x="45720" y="1133856"/>
                  <a:pt x="36576" y="1106424"/>
                  <a:pt x="27432" y="1088136"/>
                </a:cubicBezTo>
                <a:lnTo>
                  <a:pt x="45720" y="1088136"/>
                </a:lnTo>
                <a:cubicBezTo>
                  <a:pt x="45720" y="1106424"/>
                  <a:pt x="54864" y="1124712"/>
                  <a:pt x="64008" y="1152144"/>
                </a:cubicBezTo>
                <a:lnTo>
                  <a:pt x="54864" y="1152144"/>
                </a:lnTo>
                <a:moveTo>
                  <a:pt x="1636776" y="1216152"/>
                </a:moveTo>
                <a:cubicBezTo>
                  <a:pt x="1627632" y="1234440"/>
                  <a:pt x="1618488" y="1252728"/>
                  <a:pt x="1600200" y="1271016"/>
                </a:cubicBezTo>
                <a:lnTo>
                  <a:pt x="1591056" y="1271016"/>
                </a:lnTo>
                <a:cubicBezTo>
                  <a:pt x="1609344" y="1252728"/>
                  <a:pt x="1618488" y="1225296"/>
                  <a:pt x="1627632" y="1207008"/>
                </a:cubicBezTo>
                <a:lnTo>
                  <a:pt x="1636776" y="1216152"/>
                </a:lnTo>
                <a:moveTo>
                  <a:pt x="109728" y="1271016"/>
                </a:moveTo>
                <a:cubicBezTo>
                  <a:pt x="100584" y="1252728"/>
                  <a:pt x="91440" y="1234440"/>
                  <a:pt x="82296" y="1216152"/>
                </a:cubicBezTo>
                <a:lnTo>
                  <a:pt x="91440" y="1207008"/>
                </a:lnTo>
                <a:cubicBezTo>
                  <a:pt x="100584" y="1225296"/>
                  <a:pt x="109728" y="1252728"/>
                  <a:pt x="118872" y="1271016"/>
                </a:cubicBezTo>
                <a:lnTo>
                  <a:pt x="109728" y="1271016"/>
                </a:lnTo>
                <a:moveTo>
                  <a:pt x="1572768" y="1335024"/>
                </a:moveTo>
                <a:cubicBezTo>
                  <a:pt x="1554480" y="1353312"/>
                  <a:pt x="1545336" y="1371600"/>
                  <a:pt x="1527048" y="1389888"/>
                </a:cubicBezTo>
                <a:lnTo>
                  <a:pt x="1517904" y="1380744"/>
                </a:lnTo>
                <a:cubicBezTo>
                  <a:pt x="1536192" y="1362456"/>
                  <a:pt x="1545336" y="1344168"/>
                  <a:pt x="1563624" y="1325880"/>
                </a:cubicBezTo>
                <a:lnTo>
                  <a:pt x="1572768" y="1335024"/>
                </a:lnTo>
                <a:moveTo>
                  <a:pt x="182880" y="1389888"/>
                </a:moveTo>
                <a:cubicBezTo>
                  <a:pt x="173736" y="1371600"/>
                  <a:pt x="155448" y="1353312"/>
                  <a:pt x="146304" y="1335024"/>
                </a:cubicBezTo>
                <a:lnTo>
                  <a:pt x="155448" y="1325880"/>
                </a:lnTo>
                <a:cubicBezTo>
                  <a:pt x="164592" y="1344168"/>
                  <a:pt x="182880" y="1362456"/>
                  <a:pt x="192024" y="1380744"/>
                </a:cubicBezTo>
                <a:lnTo>
                  <a:pt x="182880" y="1389888"/>
                </a:lnTo>
                <a:moveTo>
                  <a:pt x="1481328" y="1435608"/>
                </a:moveTo>
                <a:cubicBezTo>
                  <a:pt x="1472184" y="1453896"/>
                  <a:pt x="1453896" y="1472184"/>
                  <a:pt x="1435608" y="1481328"/>
                </a:cubicBezTo>
                <a:lnTo>
                  <a:pt x="1426464" y="1472184"/>
                </a:lnTo>
                <a:cubicBezTo>
                  <a:pt x="1444752" y="1463040"/>
                  <a:pt x="1463040" y="1444752"/>
                  <a:pt x="1481328" y="1426464"/>
                </a:cubicBezTo>
                <a:lnTo>
                  <a:pt x="1481328" y="1435608"/>
                </a:lnTo>
                <a:moveTo>
                  <a:pt x="274320" y="1481328"/>
                </a:moveTo>
                <a:cubicBezTo>
                  <a:pt x="256032" y="1472184"/>
                  <a:pt x="246888" y="1453896"/>
                  <a:pt x="228600" y="1435608"/>
                </a:cubicBezTo>
                <a:lnTo>
                  <a:pt x="237744" y="1426464"/>
                </a:lnTo>
                <a:cubicBezTo>
                  <a:pt x="246888" y="1444752"/>
                  <a:pt x="265176" y="1463040"/>
                  <a:pt x="283464" y="1472184"/>
                </a:cubicBezTo>
                <a:lnTo>
                  <a:pt x="274320" y="1481328"/>
                </a:lnTo>
                <a:moveTo>
                  <a:pt x="1389888" y="1527048"/>
                </a:moveTo>
                <a:cubicBezTo>
                  <a:pt x="1371600" y="1545336"/>
                  <a:pt x="1353312" y="1554480"/>
                  <a:pt x="1335024" y="1563624"/>
                </a:cubicBezTo>
                <a:lnTo>
                  <a:pt x="1325880" y="1554480"/>
                </a:lnTo>
                <a:cubicBezTo>
                  <a:pt x="1344168" y="1545336"/>
                  <a:pt x="1362456" y="1536192"/>
                  <a:pt x="1380744" y="1517904"/>
                </a:cubicBezTo>
                <a:lnTo>
                  <a:pt x="1389888" y="1527048"/>
                </a:lnTo>
                <a:moveTo>
                  <a:pt x="384048" y="1563624"/>
                </a:moveTo>
                <a:cubicBezTo>
                  <a:pt x="365760" y="1554480"/>
                  <a:pt x="347472" y="1545336"/>
                  <a:pt x="329184" y="1527048"/>
                </a:cubicBezTo>
                <a:lnTo>
                  <a:pt x="329184" y="1517904"/>
                </a:lnTo>
                <a:cubicBezTo>
                  <a:pt x="347472" y="1536192"/>
                  <a:pt x="365760" y="1545336"/>
                  <a:pt x="384048" y="1554480"/>
                </a:cubicBezTo>
                <a:lnTo>
                  <a:pt x="384048" y="1563624"/>
                </a:lnTo>
                <a:moveTo>
                  <a:pt x="493776" y="1636776"/>
                </a:moveTo>
                <a:cubicBezTo>
                  <a:pt x="475488" y="1627632"/>
                  <a:pt x="457200" y="1609344"/>
                  <a:pt x="438912" y="1600200"/>
                </a:cubicBezTo>
                <a:lnTo>
                  <a:pt x="448056" y="1591056"/>
                </a:lnTo>
                <a:cubicBezTo>
                  <a:pt x="466344" y="1600200"/>
                  <a:pt x="484632" y="1609344"/>
                  <a:pt x="502920" y="1618488"/>
                </a:cubicBezTo>
                <a:lnTo>
                  <a:pt x="493776" y="1636776"/>
                </a:lnTo>
                <a:moveTo>
                  <a:pt x="1271016" y="1600200"/>
                </a:moveTo>
                <a:cubicBezTo>
                  <a:pt x="1252728" y="1609344"/>
                  <a:pt x="1234440" y="1627632"/>
                  <a:pt x="1216152" y="1636776"/>
                </a:cubicBezTo>
                <a:lnTo>
                  <a:pt x="1207008" y="1618488"/>
                </a:lnTo>
                <a:cubicBezTo>
                  <a:pt x="1234440" y="1609344"/>
                  <a:pt x="1252728" y="1600200"/>
                  <a:pt x="1271016" y="1591056"/>
                </a:cubicBezTo>
                <a:lnTo>
                  <a:pt x="1271016" y="1600200"/>
                </a:lnTo>
                <a:moveTo>
                  <a:pt x="621792" y="1682496"/>
                </a:moveTo>
                <a:cubicBezTo>
                  <a:pt x="603504" y="1673352"/>
                  <a:pt x="585216" y="1664208"/>
                  <a:pt x="557784" y="1655064"/>
                </a:cubicBezTo>
                <a:lnTo>
                  <a:pt x="566928" y="1645920"/>
                </a:lnTo>
                <a:cubicBezTo>
                  <a:pt x="585216" y="1655064"/>
                  <a:pt x="603504" y="1664208"/>
                  <a:pt x="630936" y="1664208"/>
                </a:cubicBezTo>
                <a:lnTo>
                  <a:pt x="621792" y="1682496"/>
                </a:lnTo>
                <a:moveTo>
                  <a:pt x="1152144" y="1655064"/>
                </a:moveTo>
                <a:cubicBezTo>
                  <a:pt x="1133856" y="1664208"/>
                  <a:pt x="1106424" y="1673352"/>
                  <a:pt x="1088136" y="1682496"/>
                </a:cubicBezTo>
                <a:lnTo>
                  <a:pt x="1088136" y="1664208"/>
                </a:lnTo>
                <a:cubicBezTo>
                  <a:pt x="1106424" y="1664208"/>
                  <a:pt x="1124712" y="1655064"/>
                  <a:pt x="1152144" y="1645920"/>
                </a:cubicBezTo>
                <a:lnTo>
                  <a:pt x="1152144" y="1655064"/>
                </a:lnTo>
                <a:moveTo>
                  <a:pt x="758952" y="1709928"/>
                </a:moveTo>
                <a:cubicBezTo>
                  <a:pt x="731520" y="1700784"/>
                  <a:pt x="713232" y="1700784"/>
                  <a:pt x="685800" y="1691640"/>
                </a:cubicBezTo>
                <a:lnTo>
                  <a:pt x="694944" y="1682496"/>
                </a:lnTo>
                <a:cubicBezTo>
                  <a:pt x="713232" y="1691640"/>
                  <a:pt x="731520" y="1691640"/>
                  <a:pt x="758952" y="1691640"/>
                </a:cubicBezTo>
                <a:lnTo>
                  <a:pt x="758952" y="1709928"/>
                </a:lnTo>
                <a:moveTo>
                  <a:pt x="1024128" y="1691640"/>
                </a:moveTo>
                <a:cubicBezTo>
                  <a:pt x="1005840" y="1700784"/>
                  <a:pt x="978408" y="1700784"/>
                  <a:pt x="960120" y="1709928"/>
                </a:cubicBezTo>
                <a:lnTo>
                  <a:pt x="960120" y="1691640"/>
                </a:lnTo>
                <a:cubicBezTo>
                  <a:pt x="978408" y="1691640"/>
                  <a:pt x="996696" y="1691640"/>
                  <a:pt x="1024128" y="1682496"/>
                </a:cubicBezTo>
                <a:lnTo>
                  <a:pt x="1024128" y="1691640"/>
                </a:lnTo>
                <a:moveTo>
                  <a:pt x="859536" y="1709928"/>
                </a:moveTo>
                <a:cubicBezTo>
                  <a:pt x="841248" y="1709928"/>
                  <a:pt x="832104" y="1709928"/>
                  <a:pt x="822960" y="1709928"/>
                </a:cubicBezTo>
                <a:lnTo>
                  <a:pt x="822960" y="1700784"/>
                </a:lnTo>
                <a:cubicBezTo>
                  <a:pt x="832104" y="1700784"/>
                  <a:pt x="841248" y="1700784"/>
                  <a:pt x="859536" y="1700784"/>
                </a:cubicBezTo>
                <a:cubicBezTo>
                  <a:pt x="868680" y="1700784"/>
                  <a:pt x="877824" y="1700784"/>
                  <a:pt x="886968" y="1700784"/>
                </a:cubicBezTo>
                <a:lnTo>
                  <a:pt x="886968" y="1709928"/>
                </a:lnTo>
                <a:cubicBezTo>
                  <a:pt x="877824" y="1709928"/>
                  <a:pt x="868680" y="1709928"/>
                  <a:pt x="859536" y="1709928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en-US" sz="1350" b="1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Evolution of</a:t>
            </a:r>
          </a:p>
          <a:p>
            <a:pPr algn="ctr"/>
            <a:r>
              <a:rPr lang="en-US" sz="1350" b="1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Generative AI</a:t>
            </a:r>
          </a:p>
        </p:txBody>
      </p:sp>
      <p:sp>
        <p:nvSpPr>
          <p:cNvPr id="17" name="对象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sz="4000"/>
              <a:t>Evolution of AI to Generative AI</a:t>
            </a:r>
          </a:p>
        </p:txBody>
      </p:sp>
      <p:sp>
        <p:nvSpPr>
          <p:cNvPr id="61" name="对象2"/>
          <p:cNvSpPr/>
          <p:nvPr>
            <p:custDataLst>
              <p:tags r:id="rId4"/>
            </p:custDataLst>
          </p:nvPr>
        </p:nvSpPr>
        <p:spPr>
          <a:xfrm>
            <a:off x="474345" y="4486275"/>
            <a:ext cx="3770948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4005072" y="0"/>
                </a:moveTo>
                <a:lnTo>
                  <a:pt x="0" y="0"/>
                </a:lnTo>
                <a:lnTo>
                  <a:pt x="0" y="1508760"/>
                </a:lnTo>
                <a:lnTo>
                  <a:pt x="4224528" y="1508760"/>
                </a:lnTo>
                <a:cubicBezTo>
                  <a:pt x="4626864" y="1508760"/>
                  <a:pt x="4956048" y="1179576"/>
                  <a:pt x="4956048" y="768096"/>
                </a:cubicBezTo>
                <a:lnTo>
                  <a:pt x="4956048" y="630936"/>
                </a:lnTo>
                <a:cubicBezTo>
                  <a:pt x="4562856" y="548640"/>
                  <a:pt x="4224528" y="320040"/>
                  <a:pt x="4005072" y="0"/>
                </a:cubicBezTo>
              </a:path>
            </a:pathLst>
          </a:custGeom>
          <a:gradFill>
            <a:gsLst>
              <a:gs pos="0">
                <a:schemeClr val="accent5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5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7627" rIns="1161097" anchor="ctr" anchorCtr="1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Large Language Models</a:t>
            </a:r>
          </a:p>
        </p:txBody>
      </p:sp>
      <p:sp>
        <p:nvSpPr>
          <p:cNvPr id="63" name="对象3"/>
          <p:cNvSpPr/>
          <p:nvPr>
            <p:custDataLst>
              <p:tags r:id="rId5"/>
            </p:custDataLst>
          </p:nvPr>
        </p:nvSpPr>
        <p:spPr>
          <a:xfrm>
            <a:off x="473869" y="3265646"/>
            <a:ext cx="3003233" cy="1131570"/>
          </a:xfrm>
          <a:custGeom>
            <a:avLst/>
            <a:gdLst/>
            <a:ahLst/>
            <a:cxnLst/>
            <a:rect l="l" t="t" r="r" b="b"/>
            <a:pathLst>
              <a:path w="3931920" h="1508760">
                <a:moveTo>
                  <a:pt x="3931920" y="0"/>
                </a:moveTo>
                <a:lnTo>
                  <a:pt x="0" y="0"/>
                </a:lnTo>
                <a:lnTo>
                  <a:pt x="0" y="1508760"/>
                </a:lnTo>
                <a:lnTo>
                  <a:pt x="3931920" y="1508760"/>
                </a:lnTo>
                <a:cubicBezTo>
                  <a:pt x="3803904" y="1280160"/>
                  <a:pt x="3730752" y="1024128"/>
                  <a:pt x="3730752" y="749808"/>
                </a:cubicBezTo>
                <a:cubicBezTo>
                  <a:pt x="3730752" y="475488"/>
                  <a:pt x="3803904" y="219456"/>
                  <a:pt x="3931920" y="0"/>
                </a:cubicBezTo>
              </a:path>
            </a:pathLst>
          </a:custGeom>
          <a:gradFill>
            <a:gsLst>
              <a:gs pos="0">
                <a:schemeClr val="accent6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6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Ins="701992" anchor="ctr" anchorCtr="1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Modern Generative AI Tools</a:t>
            </a:r>
          </a:p>
        </p:txBody>
      </p:sp>
      <p:sp>
        <p:nvSpPr>
          <p:cNvPr id="65" name="对象4"/>
          <p:cNvSpPr/>
          <p:nvPr>
            <p:custDataLst>
              <p:tags r:id="rId6"/>
            </p:custDataLst>
          </p:nvPr>
        </p:nvSpPr>
        <p:spPr>
          <a:xfrm>
            <a:off x="473869" y="2058829"/>
            <a:ext cx="3771424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4224528" y="0"/>
                </a:moveTo>
                <a:cubicBezTo>
                  <a:pt x="4626864" y="0"/>
                  <a:pt x="4956048" y="329184"/>
                  <a:pt x="4956048" y="731520"/>
                </a:cubicBezTo>
                <a:lnTo>
                  <a:pt x="4956048" y="859536"/>
                </a:lnTo>
                <a:cubicBezTo>
                  <a:pt x="4553712" y="941832"/>
                  <a:pt x="4215384" y="1179576"/>
                  <a:pt x="3995928" y="1508760"/>
                </a:cubicBezTo>
                <a:lnTo>
                  <a:pt x="0" y="1508760"/>
                </a:lnTo>
                <a:lnTo>
                  <a:pt x="0" y="0"/>
                </a:lnTo>
                <a:lnTo>
                  <a:pt x="4224528" y="0"/>
                </a:lnTo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lt1">
                  <a:alpha val="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0" scaled="1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67627" rIns="1161097" anchor="ctr" anchorCtr="1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Tradition AI -&gt;Rule-Based Systems</a:t>
            </a:r>
          </a:p>
        </p:txBody>
      </p:sp>
      <p:sp>
        <p:nvSpPr>
          <p:cNvPr id="67" name="对象5"/>
          <p:cNvSpPr/>
          <p:nvPr>
            <p:custDataLst>
              <p:tags r:id="rId7"/>
            </p:custDataLst>
          </p:nvPr>
        </p:nvSpPr>
        <p:spPr>
          <a:xfrm>
            <a:off x="4725353" y="4486275"/>
            <a:ext cx="3957638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0" y="612648"/>
                </a:moveTo>
                <a:lnTo>
                  <a:pt x="0" y="768096"/>
                </a:lnTo>
                <a:cubicBezTo>
                  <a:pt x="0" y="1179576"/>
                  <a:pt x="329184" y="1508760"/>
                  <a:pt x="731520" y="1508760"/>
                </a:cubicBezTo>
                <a:lnTo>
                  <a:pt x="4956048" y="1508760"/>
                </a:lnTo>
                <a:lnTo>
                  <a:pt x="4956048" y="0"/>
                </a:lnTo>
                <a:lnTo>
                  <a:pt x="914400" y="0"/>
                </a:lnTo>
                <a:cubicBezTo>
                  <a:pt x="694944" y="301752"/>
                  <a:pt x="374904" y="530352"/>
                  <a:pt x="0" y="612648"/>
                </a:cubicBez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4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4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95876" numCol="1" spcCol="0" rtlCol="0" fromWordArt="0" anchor="ctr" anchorCtr="1" forceAA="0" compatLnSpc="1">
            <a:norm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Generative AI-&gt;Content creation models</a:t>
            </a:r>
          </a:p>
        </p:txBody>
      </p:sp>
      <p:sp>
        <p:nvSpPr>
          <p:cNvPr id="69" name="对象6"/>
          <p:cNvSpPr/>
          <p:nvPr>
            <p:custDataLst>
              <p:tags r:id="rId8"/>
            </p:custDataLst>
          </p:nvPr>
        </p:nvSpPr>
        <p:spPr>
          <a:xfrm>
            <a:off x="5465921" y="3265646"/>
            <a:ext cx="3214211" cy="1131570"/>
          </a:xfrm>
          <a:custGeom>
            <a:avLst/>
            <a:gdLst/>
            <a:ahLst/>
            <a:cxnLst/>
            <a:rect l="l" t="t" r="r" b="b"/>
            <a:pathLst>
              <a:path w="3941064" h="1508760">
                <a:moveTo>
                  <a:pt x="0" y="1508760"/>
                </a:moveTo>
                <a:cubicBezTo>
                  <a:pt x="128016" y="1280160"/>
                  <a:pt x="201168" y="1024128"/>
                  <a:pt x="201168" y="749808"/>
                </a:cubicBezTo>
                <a:cubicBezTo>
                  <a:pt x="201168" y="475488"/>
                  <a:pt x="128016" y="219456"/>
                  <a:pt x="18288" y="0"/>
                </a:cubicBezTo>
                <a:lnTo>
                  <a:pt x="3941064" y="0"/>
                </a:lnTo>
                <a:lnTo>
                  <a:pt x="3941064" y="1508760"/>
                </a:lnTo>
                <a:lnTo>
                  <a:pt x="0" y="150876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3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674846" numCol="1" spcCol="0" rtlCol="0" fromWordArt="0" anchor="ctr" anchorCtr="1" forceAA="0" compatLnSpc="1">
            <a:norm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learning-&gt;Neural Networks</a:t>
            </a:r>
          </a:p>
        </p:txBody>
      </p:sp>
      <p:sp>
        <p:nvSpPr>
          <p:cNvPr id="71" name="对象7"/>
          <p:cNvSpPr/>
          <p:nvPr>
            <p:custDataLst>
              <p:tags r:id="rId9"/>
            </p:custDataLst>
          </p:nvPr>
        </p:nvSpPr>
        <p:spPr>
          <a:xfrm>
            <a:off x="4704398" y="2045018"/>
            <a:ext cx="3975259" cy="1131570"/>
          </a:xfrm>
          <a:custGeom>
            <a:avLst/>
            <a:gdLst/>
            <a:ahLst/>
            <a:cxnLst/>
            <a:rect l="l" t="t" r="r" b="b"/>
            <a:pathLst>
              <a:path w="4956048" h="1508760">
                <a:moveTo>
                  <a:pt x="731520" y="0"/>
                </a:moveTo>
                <a:cubicBezTo>
                  <a:pt x="329184" y="0"/>
                  <a:pt x="0" y="329184"/>
                  <a:pt x="0" y="731520"/>
                </a:cubicBezTo>
                <a:lnTo>
                  <a:pt x="0" y="886968"/>
                </a:lnTo>
                <a:cubicBezTo>
                  <a:pt x="384048" y="969264"/>
                  <a:pt x="713232" y="1197864"/>
                  <a:pt x="932688" y="1508760"/>
                </a:cubicBezTo>
                <a:lnTo>
                  <a:pt x="4956048" y="1508760"/>
                </a:lnTo>
                <a:lnTo>
                  <a:pt x="4956048" y="0"/>
                </a:lnTo>
                <a:lnTo>
                  <a:pt x="731520" y="0"/>
                </a:lnTo>
              </a:path>
            </a:pathLst>
          </a:cu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accent2">
                  <a:alpha val="10000"/>
                </a:schemeClr>
              </a:gs>
            </a:gsLst>
            <a:lin ang="10800000" scaled="0"/>
          </a:gradFill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10800000" scaled="0"/>
            </a:gra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1295876" numCol="1" spcCol="0" rtlCol="0" fromWordArt="0" anchor="ctr" anchorCtr="1" forceAA="0" compatLnSpc="1">
            <a:normAutofit/>
          </a:bodyPr>
          <a:lstStyle/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Learning-&gt;Data-driven models</a:t>
            </a:r>
          </a:p>
        </p:txBody>
      </p:sp>
      <p:sp>
        <p:nvSpPr>
          <p:cNvPr id="79" name="对象8"/>
          <p:cNvSpPr/>
          <p:nvPr>
            <p:custDataLst>
              <p:tags r:id="rId10"/>
            </p:custDataLst>
          </p:nvPr>
        </p:nvSpPr>
        <p:spPr>
          <a:xfrm>
            <a:off x="3408426" y="2771966"/>
            <a:ext cx="2132838" cy="2125980"/>
          </a:xfrm>
          <a:custGeom>
            <a:avLst/>
            <a:gdLst/>
            <a:ahLst/>
            <a:cxnLst/>
            <a:rect l="l" t="t" r="r" b="b"/>
            <a:pathLst>
              <a:path w="2843784" h="2834640">
                <a:moveTo>
                  <a:pt x="1417320" y="2834640"/>
                </a:moveTo>
                <a:cubicBezTo>
                  <a:pt x="2203704" y="2834640"/>
                  <a:pt x="2843784" y="2203704"/>
                  <a:pt x="2843784" y="1417320"/>
                </a:cubicBezTo>
                <a:cubicBezTo>
                  <a:pt x="2843784" y="630936"/>
                  <a:pt x="2203704" y="0"/>
                  <a:pt x="1417320" y="0"/>
                </a:cubicBezTo>
                <a:cubicBezTo>
                  <a:pt x="640080" y="0"/>
                  <a:pt x="0" y="630936"/>
                  <a:pt x="0" y="1417320"/>
                </a:cubicBezTo>
                <a:cubicBezTo>
                  <a:pt x="0" y="2203704"/>
                  <a:pt x="640080" y="2834640"/>
                  <a:pt x="1417320" y="2834640"/>
                </a:cubicBezTo>
                <a:moveTo>
                  <a:pt x="1417320" y="2459736"/>
                </a:moveTo>
                <a:cubicBezTo>
                  <a:pt x="1993392" y="2459736"/>
                  <a:pt x="2459736" y="1993392"/>
                  <a:pt x="2459736" y="1417320"/>
                </a:cubicBezTo>
                <a:cubicBezTo>
                  <a:pt x="2459736" y="841248"/>
                  <a:pt x="1993392" y="384048"/>
                  <a:pt x="1417320" y="384048"/>
                </a:cubicBezTo>
                <a:cubicBezTo>
                  <a:pt x="850392" y="384048"/>
                  <a:pt x="384048" y="841248"/>
                  <a:pt x="384048" y="1417320"/>
                </a:cubicBezTo>
                <a:cubicBezTo>
                  <a:pt x="384048" y="1993392"/>
                  <a:pt x="850392" y="2459736"/>
                  <a:pt x="1417320" y="2459736"/>
                </a:cubicBezTo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 sz="135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对象9"/>
          <p:cNvSpPr/>
          <p:nvPr>
            <p:custDataLst>
              <p:tags r:id="rId11"/>
            </p:custDataLst>
          </p:nvPr>
        </p:nvSpPr>
        <p:spPr>
          <a:xfrm>
            <a:off x="3504438" y="2867978"/>
            <a:ext cx="1940814" cy="1940814"/>
          </a:xfrm>
          <a:custGeom>
            <a:avLst/>
            <a:gdLst/>
            <a:ahLst/>
            <a:cxnLst/>
            <a:rect l="l" t="t" r="r" b="b"/>
            <a:pathLst>
              <a:path w="2587752" h="2587752">
                <a:moveTo>
                  <a:pt x="1289304" y="2587752"/>
                </a:moveTo>
                <a:cubicBezTo>
                  <a:pt x="2011680" y="2587752"/>
                  <a:pt x="2587752" y="2002536"/>
                  <a:pt x="2587752" y="1289304"/>
                </a:cubicBezTo>
                <a:cubicBezTo>
                  <a:pt x="2587752" y="576072"/>
                  <a:pt x="2011680" y="0"/>
                  <a:pt x="1289304" y="0"/>
                </a:cubicBezTo>
                <a:cubicBezTo>
                  <a:pt x="576072" y="0"/>
                  <a:pt x="0" y="576072"/>
                  <a:pt x="0" y="1289304"/>
                </a:cubicBezTo>
                <a:cubicBezTo>
                  <a:pt x="0" y="2002536"/>
                  <a:pt x="576072" y="2587752"/>
                  <a:pt x="1289304" y="2587752"/>
                </a:cubicBezTo>
                <a:moveTo>
                  <a:pt x="1298448" y="2231136"/>
                </a:moveTo>
                <a:cubicBezTo>
                  <a:pt x="1819656" y="2231136"/>
                  <a:pt x="2240280" y="1810512"/>
                  <a:pt x="2240280" y="1289304"/>
                </a:cubicBezTo>
                <a:cubicBezTo>
                  <a:pt x="2240280" y="768096"/>
                  <a:pt x="1819656" y="347472"/>
                  <a:pt x="1298448" y="347472"/>
                </a:cubicBezTo>
                <a:cubicBezTo>
                  <a:pt x="777240" y="347472"/>
                  <a:pt x="347472" y="768096"/>
                  <a:pt x="347472" y="1289304"/>
                </a:cubicBezTo>
                <a:cubicBezTo>
                  <a:pt x="347472" y="1810512"/>
                  <a:pt x="777240" y="2231136"/>
                  <a:pt x="1298448" y="2231136"/>
                </a:cubicBez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368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 sz="135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>
            <p:custDataLst>
              <p:tags r:id="rId12"/>
            </p:custDataLst>
          </p:nvPr>
        </p:nvSpPr>
        <p:spPr>
          <a:xfrm>
            <a:off x="3209544" y="2411570"/>
            <a:ext cx="383400" cy="3834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01</a:t>
            </a:r>
          </a:p>
        </p:txBody>
      </p:sp>
      <p:sp>
        <p:nvSpPr>
          <p:cNvPr id="5" name="椭圆 4"/>
          <p:cNvSpPr/>
          <p:nvPr>
            <p:custDataLst>
              <p:tags r:id="rId13"/>
            </p:custDataLst>
          </p:nvPr>
        </p:nvSpPr>
        <p:spPr>
          <a:xfrm>
            <a:off x="2836107" y="3636398"/>
            <a:ext cx="383400" cy="383400"/>
          </a:xfrm>
          <a:prstGeom prst="ellipse">
            <a:avLst/>
          </a:prstGeom>
          <a:gradFill>
            <a:gsLst>
              <a:gs pos="0">
                <a:schemeClr val="accent6">
                  <a:alpha val="100000"/>
                </a:schemeClr>
              </a:gs>
              <a:gs pos="100000">
                <a:schemeClr val="accent6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6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06</a:t>
            </a:r>
          </a:p>
        </p:txBody>
      </p:sp>
      <p:sp>
        <p:nvSpPr>
          <p:cNvPr id="6" name="椭圆 5"/>
          <p:cNvSpPr/>
          <p:nvPr>
            <p:custDataLst>
              <p:tags r:id="rId14"/>
            </p:custDataLst>
          </p:nvPr>
        </p:nvSpPr>
        <p:spPr>
          <a:xfrm>
            <a:off x="3209544" y="4861226"/>
            <a:ext cx="383400" cy="383400"/>
          </a:xfrm>
          <a:prstGeom prst="ellipse">
            <a:avLst/>
          </a:prstGeom>
          <a:gradFill>
            <a:gsLst>
              <a:gs pos="0">
                <a:schemeClr val="accent5"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5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05</a:t>
            </a:r>
          </a:p>
        </p:txBody>
      </p:sp>
      <p:sp>
        <p:nvSpPr>
          <p:cNvPr id="7" name="椭圆 6"/>
          <p:cNvSpPr/>
          <p:nvPr>
            <p:custDataLst>
              <p:tags r:id="rId15"/>
            </p:custDataLst>
          </p:nvPr>
        </p:nvSpPr>
        <p:spPr>
          <a:xfrm>
            <a:off x="5538483" y="2411570"/>
            <a:ext cx="383400" cy="38340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2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02</a:t>
            </a:r>
          </a:p>
        </p:txBody>
      </p:sp>
      <p:sp>
        <p:nvSpPr>
          <p:cNvPr id="8" name="椭圆 7"/>
          <p:cNvSpPr/>
          <p:nvPr>
            <p:custDataLst>
              <p:tags r:id="rId16"/>
            </p:custDataLst>
          </p:nvPr>
        </p:nvSpPr>
        <p:spPr>
          <a:xfrm>
            <a:off x="5538483" y="4861226"/>
            <a:ext cx="383400" cy="383400"/>
          </a:xfrm>
          <a:prstGeom prst="ellipse">
            <a:avLst/>
          </a:pr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4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04</a:t>
            </a:r>
          </a:p>
        </p:txBody>
      </p:sp>
      <p:sp>
        <p:nvSpPr>
          <p:cNvPr id="10" name="椭圆 9"/>
          <p:cNvSpPr/>
          <p:nvPr>
            <p:custDataLst>
              <p:tags r:id="rId17"/>
            </p:custDataLst>
          </p:nvPr>
        </p:nvSpPr>
        <p:spPr>
          <a:xfrm>
            <a:off x="5730183" y="3636398"/>
            <a:ext cx="383400" cy="383400"/>
          </a:xfrm>
          <a:prstGeom prst="ellipse">
            <a:avLst/>
          </a:pr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lin ang="3594000" scaled="0"/>
          </a:gradFill>
          <a:effectLst>
            <a:outerShdw blurRad="254000" dist="50800" dir="5400000" sx="102000" sy="102000" algn="ctr" rotWithShape="0">
              <a:schemeClr val="accent3">
                <a:lumMod val="40000"/>
                <a:lumOff val="60000"/>
                <a:alpha val="40000"/>
              </a:scheme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500" b="1" dirty="0">
                <a:solidFill>
                  <a:schemeClr val="lt1">
                    <a:lumMod val="100000"/>
                  </a:schemeClr>
                </a:solidFill>
                <a:sym typeface="+mn-lt"/>
              </a:rPr>
              <a:t>03</a:t>
            </a:r>
          </a:p>
        </p:txBody>
      </p:sp>
      <p:pic>
        <p:nvPicPr>
          <p:cNvPr id="4" name="Picture 3"/>
          <p:cNvPicPr/>
          <p:nvPr/>
        </p:nvPicPr>
        <p:blipFill>
          <a:blip r:embed="rId20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APPLICATIONS OF GENERATIVE AI</a:t>
            </a:r>
          </a:p>
        </p:txBody>
      </p:sp>
      <p:pic>
        <p:nvPicPr>
          <p:cNvPr id="4" name="Content Placeholder 3" descr="generative-ai-mc-slide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5708" y="1935163"/>
            <a:ext cx="5852583" cy="4389437"/>
          </a:xfrm>
        </p:spPr>
      </p:pic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2000" y="1153054"/>
            <a:ext cx="8100000" cy="594000"/>
          </a:xfrm>
        </p:spPr>
        <p:txBody>
          <a:bodyPr wrap="square">
            <a:normAutofit fontScale="90000"/>
          </a:bodyPr>
          <a:lstStyle/>
          <a:p>
            <a:r>
              <a:rPr lang="en-US" sz="3800" spc="0" dirty="0">
                <a:latin typeface="+mj-lt"/>
              </a:rPr>
              <a:t>Benefits of Generative AI</a:t>
            </a:r>
          </a:p>
        </p:txBody>
      </p:sp>
      <p:sp>
        <p:nvSpPr>
          <p:cNvPr id="54" name="任意多边形: 形状 53"/>
          <p:cNvSpPr/>
          <p:nvPr>
            <p:custDataLst>
              <p:tags r:id="rId3"/>
            </p:custDataLst>
          </p:nvPr>
        </p:nvSpPr>
        <p:spPr>
          <a:xfrm>
            <a:off x="3721571" y="2436446"/>
            <a:ext cx="666103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243000" rIns="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7" name="任意多边形: 形状 56"/>
          <p:cNvSpPr/>
          <p:nvPr>
            <p:custDataLst>
              <p:tags r:id="rId4"/>
            </p:custDataLst>
          </p:nvPr>
        </p:nvSpPr>
        <p:spPr>
          <a:xfrm>
            <a:off x="521494" y="196429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41778" tIns="133018" rIns="939948" bIns="133017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</a:t>
            </a:r>
          </a:p>
        </p:txBody>
      </p:sp>
      <p:sp>
        <p:nvSpPr>
          <p:cNvPr id="62" name="任意多边形: 形状 61"/>
          <p:cNvSpPr/>
          <p:nvPr>
            <p:custDataLst>
              <p:tags r:id="rId5"/>
            </p:custDataLst>
          </p:nvPr>
        </p:nvSpPr>
        <p:spPr>
          <a:xfrm>
            <a:off x="3721571" y="3691703"/>
            <a:ext cx="666104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243000" rIns="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5" name="任意多边形: 形状 64"/>
          <p:cNvSpPr/>
          <p:nvPr>
            <p:custDataLst>
              <p:tags r:id="rId6"/>
            </p:custDataLst>
          </p:nvPr>
        </p:nvSpPr>
        <p:spPr>
          <a:xfrm>
            <a:off x="521494" y="321196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41778" tIns="133018" rIns="939948" bIns="133017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Improve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</a:p>
        </p:txBody>
      </p:sp>
      <p:sp>
        <p:nvSpPr>
          <p:cNvPr id="66" name="任意多边形: 形状 65"/>
          <p:cNvSpPr/>
          <p:nvPr>
            <p:custDataLst>
              <p:tags r:id="rId7"/>
            </p:custDataLst>
          </p:nvPr>
        </p:nvSpPr>
        <p:spPr>
          <a:xfrm>
            <a:off x="3721571" y="4939373"/>
            <a:ext cx="666104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243000" rIns="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9" name="任意多边形: 形状 68"/>
          <p:cNvSpPr/>
          <p:nvPr>
            <p:custDataLst>
              <p:tags r:id="rId8"/>
            </p:custDataLst>
          </p:nvPr>
        </p:nvSpPr>
        <p:spPr>
          <a:xfrm>
            <a:off x="521494" y="445963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41778" tIns="133018" rIns="939948" bIns="133017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 Making</a:t>
            </a:r>
          </a:p>
        </p:txBody>
      </p:sp>
      <p:sp>
        <p:nvSpPr>
          <p:cNvPr id="92" name="任意多边形: 形状 91"/>
          <p:cNvSpPr/>
          <p:nvPr>
            <p:custDataLst>
              <p:tags r:id="rId9"/>
            </p:custDataLst>
          </p:nvPr>
        </p:nvSpPr>
        <p:spPr>
          <a:xfrm flipH="1">
            <a:off x="4755848" y="2436446"/>
            <a:ext cx="666103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43000" rIns="10800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5" name="任意多边形: 形状 94"/>
          <p:cNvSpPr/>
          <p:nvPr>
            <p:custDataLst>
              <p:tags r:id="rId10"/>
            </p:custDataLst>
          </p:nvPr>
        </p:nvSpPr>
        <p:spPr>
          <a:xfrm flipH="1">
            <a:off x="4723783" y="196429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39948" tIns="133018" rIns="241777" bIns="133017" rtlCol="0" anchor="ctr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Enhances creativity</a:t>
            </a:r>
          </a:p>
        </p:txBody>
      </p:sp>
      <p:sp>
        <p:nvSpPr>
          <p:cNvPr id="96" name="任意多边形: 形状 95"/>
          <p:cNvSpPr/>
          <p:nvPr>
            <p:custDataLst>
              <p:tags r:id="rId11"/>
            </p:custDataLst>
          </p:nvPr>
        </p:nvSpPr>
        <p:spPr>
          <a:xfrm flipH="1">
            <a:off x="4755849" y="3691703"/>
            <a:ext cx="666104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43000" rIns="10800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9" name="任意多边形: 形状 98"/>
          <p:cNvSpPr/>
          <p:nvPr>
            <p:custDataLst>
              <p:tags r:id="rId12"/>
            </p:custDataLst>
          </p:nvPr>
        </p:nvSpPr>
        <p:spPr>
          <a:xfrm flipH="1">
            <a:off x="4723783" y="321196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39948" tIns="133018" rIns="241777" bIns="133017" rtlCol="0" anchor="ctr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cost effective solutions.</a:t>
            </a:r>
          </a:p>
        </p:txBody>
      </p:sp>
      <p:sp>
        <p:nvSpPr>
          <p:cNvPr id="100" name="任意多边形: 形状 99"/>
          <p:cNvSpPr/>
          <p:nvPr>
            <p:custDataLst>
              <p:tags r:id="rId13"/>
            </p:custDataLst>
          </p:nvPr>
        </p:nvSpPr>
        <p:spPr>
          <a:xfrm flipH="1">
            <a:off x="4755848" y="4939373"/>
            <a:ext cx="666103" cy="666900"/>
          </a:xfrm>
          <a:custGeom>
            <a:avLst/>
            <a:gdLst>
              <a:gd name="connsiteX0" fmla="*/ 0 w 1047166"/>
              <a:gd name="connsiteY0" fmla="*/ 1045294 h 1132236"/>
              <a:gd name="connsiteX1" fmla="*/ 0 w 1047166"/>
              <a:gd name="connsiteY1" fmla="*/ 1045295 h 1132236"/>
              <a:gd name="connsiteX2" fmla="*/ 0 w 1047166"/>
              <a:gd name="connsiteY2" fmla="*/ 1045295 h 1132236"/>
              <a:gd name="connsiteX3" fmla="*/ 1045295 w 1047166"/>
              <a:gd name="connsiteY3" fmla="*/ 0 h 1132236"/>
              <a:gd name="connsiteX4" fmla="*/ 1047166 w 1047166"/>
              <a:gd name="connsiteY4" fmla="*/ 0 h 1132236"/>
              <a:gd name="connsiteX5" fmla="*/ 1047166 w 1047166"/>
              <a:gd name="connsiteY5" fmla="*/ 1132236 h 1132236"/>
              <a:gd name="connsiteX6" fmla="*/ 4390 w 1047166"/>
              <a:gd name="connsiteY6" fmla="*/ 1132236 h 1132236"/>
              <a:gd name="connsiteX7" fmla="*/ 0 w 1047166"/>
              <a:gd name="connsiteY7" fmla="*/ 1045295 h 1132236"/>
              <a:gd name="connsiteX8" fmla="*/ 5397 w 1047166"/>
              <a:gd name="connsiteY8" fmla="*/ 938420 h 1132236"/>
              <a:gd name="connsiteX9" fmla="*/ 1045295 w 1047166"/>
              <a:gd name="connsiteY9" fmla="*/ 0 h 1132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7166" h="1132236">
                <a:moveTo>
                  <a:pt x="0" y="1045294"/>
                </a:moveTo>
                <a:lnTo>
                  <a:pt x="0" y="1045295"/>
                </a:lnTo>
                <a:lnTo>
                  <a:pt x="0" y="1045295"/>
                </a:lnTo>
                <a:close/>
                <a:moveTo>
                  <a:pt x="1045295" y="0"/>
                </a:moveTo>
                <a:lnTo>
                  <a:pt x="1047166" y="0"/>
                </a:lnTo>
                <a:lnTo>
                  <a:pt x="1047166" y="1132236"/>
                </a:lnTo>
                <a:lnTo>
                  <a:pt x="4390" y="1132236"/>
                </a:lnTo>
                <a:lnTo>
                  <a:pt x="0" y="1045295"/>
                </a:lnTo>
                <a:lnTo>
                  <a:pt x="5397" y="938420"/>
                </a:lnTo>
                <a:cubicBezTo>
                  <a:pt x="58927" y="411324"/>
                  <a:pt x="504076" y="0"/>
                  <a:pt x="104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243000" rIns="108000" bIns="35614" rtlCol="0" anchor="ctr">
            <a:normAutofit/>
          </a:bodyPr>
          <a:lstStyle/>
          <a:p>
            <a:pPr algn="ctr"/>
            <a:r>
              <a:rPr lang="en-US" sz="2100" b="1" dirty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03" name="任意多边形: 形状 102"/>
          <p:cNvSpPr/>
          <p:nvPr>
            <p:custDataLst>
              <p:tags r:id="rId14"/>
            </p:custDataLst>
          </p:nvPr>
        </p:nvSpPr>
        <p:spPr>
          <a:xfrm flipH="1">
            <a:off x="4723783" y="4459637"/>
            <a:ext cx="3898247" cy="1147106"/>
          </a:xfrm>
          <a:custGeom>
            <a:avLst/>
            <a:gdLst>
              <a:gd name="connsiteX0" fmla="*/ 133648 w 5197663"/>
              <a:gd name="connsiteY0" fmla="*/ 54697 h 1529474"/>
              <a:gd name="connsiteX1" fmla="*/ 59477 w 5197663"/>
              <a:gd name="connsiteY1" fmla="*/ 128868 h 1529474"/>
              <a:gd name="connsiteX2" fmla="*/ 59477 w 5197663"/>
              <a:gd name="connsiteY2" fmla="*/ 1400606 h 1529474"/>
              <a:gd name="connsiteX3" fmla="*/ 133648 w 5197663"/>
              <a:gd name="connsiteY3" fmla="*/ 1474777 h 1529474"/>
              <a:gd name="connsiteX4" fmla="*/ 5064014 w 5197663"/>
              <a:gd name="connsiteY4" fmla="*/ 1474777 h 1529474"/>
              <a:gd name="connsiteX5" fmla="*/ 5138185 w 5197663"/>
              <a:gd name="connsiteY5" fmla="*/ 1400606 h 1529474"/>
              <a:gd name="connsiteX6" fmla="*/ 5138185 w 5197663"/>
              <a:gd name="connsiteY6" fmla="*/ 128868 h 1529474"/>
              <a:gd name="connsiteX7" fmla="*/ 5064014 w 5197663"/>
              <a:gd name="connsiteY7" fmla="*/ 54697 h 1529474"/>
              <a:gd name="connsiteX8" fmla="*/ 81720 w 5197663"/>
              <a:gd name="connsiteY8" fmla="*/ 0 h 1529474"/>
              <a:gd name="connsiteX9" fmla="*/ 5115943 w 5197663"/>
              <a:gd name="connsiteY9" fmla="*/ 0 h 1529474"/>
              <a:gd name="connsiteX10" fmla="*/ 5197663 w 5197663"/>
              <a:gd name="connsiteY10" fmla="*/ 81720 h 1529474"/>
              <a:gd name="connsiteX11" fmla="*/ 5197663 w 5197663"/>
              <a:gd name="connsiteY11" fmla="*/ 1447754 h 1529474"/>
              <a:gd name="connsiteX12" fmla="*/ 5115943 w 5197663"/>
              <a:gd name="connsiteY12" fmla="*/ 1529474 h 1529474"/>
              <a:gd name="connsiteX13" fmla="*/ 81720 w 5197663"/>
              <a:gd name="connsiteY13" fmla="*/ 1529474 h 1529474"/>
              <a:gd name="connsiteX14" fmla="*/ 0 w 5197663"/>
              <a:gd name="connsiteY14" fmla="*/ 1447754 h 1529474"/>
              <a:gd name="connsiteX15" fmla="*/ 0 w 5197663"/>
              <a:gd name="connsiteY15" fmla="*/ 81720 h 1529474"/>
              <a:gd name="connsiteX16" fmla="*/ 81720 w 5197663"/>
              <a:gd name="connsiteY16" fmla="*/ 0 h 152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197663" h="1529474">
                <a:moveTo>
                  <a:pt x="133648" y="54697"/>
                </a:moveTo>
                <a:cubicBezTo>
                  <a:pt x="92684" y="54697"/>
                  <a:pt x="59477" y="87904"/>
                  <a:pt x="59477" y="128868"/>
                </a:cubicBezTo>
                <a:lnTo>
                  <a:pt x="59477" y="1400606"/>
                </a:lnTo>
                <a:cubicBezTo>
                  <a:pt x="59477" y="1441570"/>
                  <a:pt x="92684" y="1474777"/>
                  <a:pt x="133648" y="1474777"/>
                </a:cubicBezTo>
                <a:lnTo>
                  <a:pt x="5064014" y="1474777"/>
                </a:lnTo>
                <a:cubicBezTo>
                  <a:pt x="5104978" y="1474777"/>
                  <a:pt x="5138185" y="1441570"/>
                  <a:pt x="5138185" y="1400606"/>
                </a:cubicBezTo>
                <a:lnTo>
                  <a:pt x="5138185" y="128868"/>
                </a:lnTo>
                <a:cubicBezTo>
                  <a:pt x="5138185" y="87904"/>
                  <a:pt x="5104978" y="54697"/>
                  <a:pt x="5064014" y="54697"/>
                </a:cubicBezTo>
                <a:close/>
                <a:moveTo>
                  <a:pt x="81720" y="0"/>
                </a:moveTo>
                <a:lnTo>
                  <a:pt x="5115943" y="0"/>
                </a:lnTo>
                <a:cubicBezTo>
                  <a:pt x="5161076" y="0"/>
                  <a:pt x="5197663" y="36587"/>
                  <a:pt x="5197663" y="81720"/>
                </a:cubicBezTo>
                <a:lnTo>
                  <a:pt x="5197663" y="1447754"/>
                </a:lnTo>
                <a:cubicBezTo>
                  <a:pt x="5197663" y="1492887"/>
                  <a:pt x="5161076" y="1529474"/>
                  <a:pt x="5115943" y="1529474"/>
                </a:cubicBezTo>
                <a:lnTo>
                  <a:pt x="81720" y="1529474"/>
                </a:lnTo>
                <a:cubicBezTo>
                  <a:pt x="36587" y="1529474"/>
                  <a:pt x="0" y="1492887"/>
                  <a:pt x="0" y="1447754"/>
                </a:cubicBezTo>
                <a:lnTo>
                  <a:pt x="0" y="81720"/>
                </a:lnTo>
                <a:cubicBezTo>
                  <a:pt x="0" y="36587"/>
                  <a:pt x="36587" y="0"/>
                  <a:pt x="8172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39948" tIns="133018" rIns="241777" bIns="133017" rtlCol="0" anchor="ctr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of Tasks</a:t>
            </a:r>
          </a:p>
        </p:txBody>
      </p:sp>
      <p:pic>
        <p:nvPicPr>
          <p:cNvPr id="4" name="Picture 3"/>
          <p:cNvPicPr/>
          <p:nvPr/>
        </p:nvPicPr>
        <p:blipFill>
          <a:blip r:embed="rId17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of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Advanced and accurate models</a:t>
            </a:r>
          </a:p>
          <a:p>
            <a:r>
              <a:rPr lang="en-US" dirty="0"/>
              <a:t>Integration into  everyday </a:t>
            </a:r>
            <a:r>
              <a:rPr lang="en-US" dirty="0" err="1"/>
              <a:t>tools</a:t>
            </a:r>
            <a:endParaRPr lang="en-US" dirty="0"/>
          </a:p>
          <a:p>
            <a:r>
              <a:rPr lang="en-US" dirty="0"/>
              <a:t>Personalized AI assistants</a:t>
            </a:r>
          </a:p>
          <a:p>
            <a:r>
              <a:rPr lang="en-US" dirty="0"/>
              <a:t>Growing  impact across industries.</a:t>
            </a:r>
          </a:p>
          <a:p>
            <a:r>
              <a:rPr lang="en-US" dirty="0"/>
              <a:t>Generative AI is transforming industries</a:t>
            </a:r>
          </a:p>
          <a:p>
            <a:r>
              <a:rPr lang="en-US" dirty="0"/>
              <a:t>LLMs are key drivers for this revolution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对象2"/>
          <p:cNvSpPr/>
          <p:nvPr>
            <p:custDataLst>
              <p:tags r:id="rId2"/>
            </p:custDataLst>
          </p:nvPr>
        </p:nvSpPr>
        <p:spPr>
          <a:xfrm>
            <a:off x="3374204" y="2584791"/>
            <a:ext cx="2400300" cy="2400300"/>
          </a:xfrm>
          <a:custGeom>
            <a:avLst/>
            <a:gdLst/>
            <a:ahLst/>
            <a:cxnLst/>
            <a:rect l="l" t="t" r="r" b="b"/>
            <a:pathLst>
              <a:path w="3200400" h="3200400">
                <a:moveTo>
                  <a:pt x="1563624" y="0"/>
                </a:moveTo>
                <a:cubicBezTo>
                  <a:pt x="1572768" y="0"/>
                  <a:pt x="1591056" y="0"/>
                  <a:pt x="1600200" y="0"/>
                </a:cubicBezTo>
                <a:cubicBezTo>
                  <a:pt x="1609344" y="0"/>
                  <a:pt x="1627632" y="0"/>
                  <a:pt x="1636776" y="0"/>
                </a:cubicBezTo>
                <a:cubicBezTo>
                  <a:pt x="1645920" y="0"/>
                  <a:pt x="1645920" y="0"/>
                  <a:pt x="1645920" y="9144"/>
                </a:cubicBezTo>
                <a:cubicBezTo>
                  <a:pt x="1645920" y="9144"/>
                  <a:pt x="1645920" y="9144"/>
                  <a:pt x="1636776" y="9144"/>
                </a:cubicBezTo>
                <a:cubicBezTo>
                  <a:pt x="1627632" y="9144"/>
                  <a:pt x="1609344" y="9144"/>
                  <a:pt x="1600200" y="9144"/>
                </a:cubicBezTo>
                <a:cubicBezTo>
                  <a:pt x="1591056" y="9144"/>
                  <a:pt x="1572768" y="9144"/>
                  <a:pt x="1563624" y="9144"/>
                </a:cubicBezTo>
                <a:cubicBezTo>
                  <a:pt x="1554480" y="9144"/>
                  <a:pt x="1554480" y="9144"/>
                  <a:pt x="1554480" y="9144"/>
                </a:cubicBezTo>
                <a:cubicBezTo>
                  <a:pt x="1554480" y="0"/>
                  <a:pt x="1554480" y="0"/>
                  <a:pt x="1563624" y="0"/>
                </a:cubicBezTo>
                <a:moveTo>
                  <a:pt x="1490472" y="9144"/>
                </a:moveTo>
                <a:cubicBezTo>
                  <a:pt x="1490472" y="9144"/>
                  <a:pt x="1490472" y="18288"/>
                  <a:pt x="1481328" y="18288"/>
                </a:cubicBezTo>
                <a:cubicBezTo>
                  <a:pt x="1453896" y="18288"/>
                  <a:pt x="1435608" y="18288"/>
                  <a:pt x="1408176" y="27432"/>
                </a:cubicBezTo>
                <a:cubicBezTo>
                  <a:pt x="1399032" y="27432"/>
                  <a:pt x="1399032" y="18288"/>
                  <a:pt x="1399032" y="18288"/>
                </a:cubicBezTo>
                <a:cubicBezTo>
                  <a:pt x="1399032" y="18288"/>
                  <a:pt x="1399032" y="9144"/>
                  <a:pt x="1408176" y="9144"/>
                </a:cubicBezTo>
                <a:cubicBezTo>
                  <a:pt x="1426464" y="9144"/>
                  <a:pt x="1453896" y="9144"/>
                  <a:pt x="1481328" y="0"/>
                </a:cubicBezTo>
                <a:cubicBezTo>
                  <a:pt x="1481328" y="0"/>
                  <a:pt x="1490472" y="9144"/>
                  <a:pt x="1490472" y="9144"/>
                </a:cubicBezTo>
                <a:moveTo>
                  <a:pt x="1709928" y="9144"/>
                </a:moveTo>
                <a:cubicBezTo>
                  <a:pt x="1709928" y="9144"/>
                  <a:pt x="1719072" y="0"/>
                  <a:pt x="1719072" y="0"/>
                </a:cubicBezTo>
                <a:cubicBezTo>
                  <a:pt x="1746504" y="9144"/>
                  <a:pt x="1773936" y="9144"/>
                  <a:pt x="1792224" y="9144"/>
                </a:cubicBezTo>
                <a:cubicBezTo>
                  <a:pt x="1801368" y="9144"/>
                  <a:pt x="1801368" y="18288"/>
                  <a:pt x="1801368" y="18288"/>
                </a:cubicBezTo>
                <a:cubicBezTo>
                  <a:pt x="1801368" y="18288"/>
                  <a:pt x="1801368" y="27432"/>
                  <a:pt x="1792224" y="27432"/>
                </a:cubicBezTo>
                <a:cubicBezTo>
                  <a:pt x="1764792" y="18288"/>
                  <a:pt x="1746504" y="18288"/>
                  <a:pt x="1719072" y="18288"/>
                </a:cubicBezTo>
                <a:cubicBezTo>
                  <a:pt x="1709928" y="18288"/>
                  <a:pt x="1709928" y="9144"/>
                  <a:pt x="1709928" y="9144"/>
                </a:cubicBezTo>
                <a:moveTo>
                  <a:pt x="1335024" y="27432"/>
                </a:moveTo>
                <a:cubicBezTo>
                  <a:pt x="1335024" y="27432"/>
                  <a:pt x="1335024" y="36576"/>
                  <a:pt x="1325880" y="36576"/>
                </a:cubicBezTo>
                <a:cubicBezTo>
                  <a:pt x="1298448" y="36576"/>
                  <a:pt x="1280160" y="45720"/>
                  <a:pt x="1252728" y="54864"/>
                </a:cubicBezTo>
                <a:cubicBezTo>
                  <a:pt x="1252728" y="54864"/>
                  <a:pt x="1243584" y="45720"/>
                  <a:pt x="1243584" y="45720"/>
                </a:cubicBezTo>
                <a:cubicBezTo>
                  <a:pt x="1243584" y="45720"/>
                  <a:pt x="1243584" y="36576"/>
                  <a:pt x="1252728" y="36576"/>
                </a:cubicBezTo>
                <a:cubicBezTo>
                  <a:pt x="1271016" y="36576"/>
                  <a:pt x="1298448" y="27432"/>
                  <a:pt x="1325880" y="27432"/>
                </a:cubicBezTo>
                <a:cubicBezTo>
                  <a:pt x="1325880" y="18288"/>
                  <a:pt x="1335024" y="27432"/>
                  <a:pt x="1335024" y="27432"/>
                </a:cubicBezTo>
                <a:moveTo>
                  <a:pt x="1865376" y="27432"/>
                </a:moveTo>
                <a:cubicBezTo>
                  <a:pt x="1865376" y="27432"/>
                  <a:pt x="1874520" y="18288"/>
                  <a:pt x="1874520" y="27432"/>
                </a:cubicBezTo>
                <a:cubicBezTo>
                  <a:pt x="1901952" y="27432"/>
                  <a:pt x="1929384" y="36576"/>
                  <a:pt x="1947672" y="36576"/>
                </a:cubicBezTo>
                <a:cubicBezTo>
                  <a:pt x="1956816" y="36576"/>
                  <a:pt x="1956816" y="45720"/>
                  <a:pt x="1956816" y="45720"/>
                </a:cubicBezTo>
                <a:cubicBezTo>
                  <a:pt x="1956816" y="45720"/>
                  <a:pt x="1947672" y="54864"/>
                  <a:pt x="1947672" y="54864"/>
                </a:cubicBezTo>
                <a:cubicBezTo>
                  <a:pt x="1920240" y="45720"/>
                  <a:pt x="1901952" y="36576"/>
                  <a:pt x="1874520" y="36576"/>
                </a:cubicBezTo>
                <a:cubicBezTo>
                  <a:pt x="1865376" y="36576"/>
                  <a:pt x="1865376" y="27432"/>
                  <a:pt x="1865376" y="27432"/>
                </a:cubicBezTo>
                <a:moveTo>
                  <a:pt x="1179576" y="64008"/>
                </a:moveTo>
                <a:cubicBezTo>
                  <a:pt x="1179576" y="64008"/>
                  <a:pt x="1179576" y="73152"/>
                  <a:pt x="1179576" y="73152"/>
                </a:cubicBezTo>
                <a:cubicBezTo>
                  <a:pt x="1152144" y="73152"/>
                  <a:pt x="1124712" y="82296"/>
                  <a:pt x="1106424" y="91440"/>
                </a:cubicBezTo>
                <a:cubicBezTo>
                  <a:pt x="1097280" y="91440"/>
                  <a:pt x="1097280" y="91440"/>
                  <a:pt x="1097280" y="91440"/>
                </a:cubicBezTo>
                <a:cubicBezTo>
                  <a:pt x="1097280" y="82296"/>
                  <a:pt x="1097280" y="82296"/>
                  <a:pt x="1097280" y="82296"/>
                </a:cubicBezTo>
                <a:cubicBezTo>
                  <a:pt x="1124712" y="73152"/>
                  <a:pt x="1152144" y="64008"/>
                  <a:pt x="1170432" y="54864"/>
                </a:cubicBezTo>
                <a:cubicBezTo>
                  <a:pt x="1179576" y="54864"/>
                  <a:pt x="1179576" y="54864"/>
                  <a:pt x="1179576" y="64008"/>
                </a:cubicBezTo>
                <a:moveTo>
                  <a:pt x="2020824" y="64008"/>
                </a:moveTo>
                <a:cubicBezTo>
                  <a:pt x="2020824" y="54864"/>
                  <a:pt x="2020824" y="54864"/>
                  <a:pt x="2029968" y="54864"/>
                </a:cubicBezTo>
                <a:cubicBezTo>
                  <a:pt x="2048256" y="64008"/>
                  <a:pt x="2075688" y="73152"/>
                  <a:pt x="2103120" y="82296"/>
                </a:cubicBezTo>
                <a:cubicBezTo>
                  <a:pt x="2103120" y="82296"/>
                  <a:pt x="2103120" y="82296"/>
                  <a:pt x="2103120" y="91440"/>
                </a:cubicBezTo>
                <a:cubicBezTo>
                  <a:pt x="2103120" y="91440"/>
                  <a:pt x="2103120" y="91440"/>
                  <a:pt x="2093976" y="91440"/>
                </a:cubicBezTo>
                <a:cubicBezTo>
                  <a:pt x="2075688" y="82296"/>
                  <a:pt x="2048256" y="73152"/>
                  <a:pt x="2020824" y="73152"/>
                </a:cubicBezTo>
                <a:cubicBezTo>
                  <a:pt x="2020824" y="73152"/>
                  <a:pt x="2020824" y="64008"/>
                  <a:pt x="2020824" y="64008"/>
                </a:cubicBezTo>
                <a:moveTo>
                  <a:pt x="2167128" y="109728"/>
                </a:moveTo>
                <a:cubicBezTo>
                  <a:pt x="2167128" y="109728"/>
                  <a:pt x="2176272" y="109728"/>
                  <a:pt x="2176272" y="109728"/>
                </a:cubicBezTo>
                <a:cubicBezTo>
                  <a:pt x="2203704" y="118872"/>
                  <a:pt x="2221992" y="128016"/>
                  <a:pt x="2249424" y="137160"/>
                </a:cubicBezTo>
                <a:cubicBezTo>
                  <a:pt x="2249424" y="137160"/>
                  <a:pt x="2249424" y="146304"/>
                  <a:pt x="2249424" y="146304"/>
                </a:cubicBezTo>
                <a:cubicBezTo>
                  <a:pt x="2249424" y="146304"/>
                  <a:pt x="2249424" y="146304"/>
                  <a:pt x="2240280" y="146304"/>
                </a:cubicBezTo>
                <a:cubicBezTo>
                  <a:pt x="2221992" y="137160"/>
                  <a:pt x="2194560" y="128016"/>
                  <a:pt x="2176272" y="118872"/>
                </a:cubicBezTo>
                <a:cubicBezTo>
                  <a:pt x="2167128" y="118872"/>
                  <a:pt x="2167128" y="109728"/>
                  <a:pt x="2167128" y="109728"/>
                </a:cubicBezTo>
                <a:moveTo>
                  <a:pt x="1033272" y="109728"/>
                </a:moveTo>
                <a:cubicBezTo>
                  <a:pt x="1033272" y="109728"/>
                  <a:pt x="1033272" y="118872"/>
                  <a:pt x="1024128" y="118872"/>
                </a:cubicBezTo>
                <a:cubicBezTo>
                  <a:pt x="1005840" y="128016"/>
                  <a:pt x="978408" y="137160"/>
                  <a:pt x="960120" y="146304"/>
                </a:cubicBezTo>
                <a:cubicBezTo>
                  <a:pt x="950976" y="146304"/>
                  <a:pt x="950976" y="146304"/>
                  <a:pt x="950976" y="146304"/>
                </a:cubicBezTo>
                <a:cubicBezTo>
                  <a:pt x="950976" y="146304"/>
                  <a:pt x="950976" y="137160"/>
                  <a:pt x="950976" y="137160"/>
                </a:cubicBezTo>
                <a:cubicBezTo>
                  <a:pt x="978408" y="128016"/>
                  <a:pt x="996696" y="118872"/>
                  <a:pt x="1024128" y="109728"/>
                </a:cubicBezTo>
                <a:cubicBezTo>
                  <a:pt x="1024128" y="109728"/>
                  <a:pt x="1033272" y="109728"/>
                  <a:pt x="1033272" y="109728"/>
                </a:cubicBezTo>
                <a:moveTo>
                  <a:pt x="2313432" y="173736"/>
                </a:moveTo>
                <a:cubicBezTo>
                  <a:pt x="2313432" y="173736"/>
                  <a:pt x="2313432" y="164592"/>
                  <a:pt x="2322576" y="173736"/>
                </a:cubicBezTo>
                <a:cubicBezTo>
                  <a:pt x="2340864" y="182880"/>
                  <a:pt x="2368296" y="192024"/>
                  <a:pt x="2386584" y="210312"/>
                </a:cubicBezTo>
                <a:cubicBezTo>
                  <a:pt x="2395728" y="210312"/>
                  <a:pt x="2395728" y="210312"/>
                  <a:pt x="2395728" y="219456"/>
                </a:cubicBezTo>
                <a:cubicBezTo>
                  <a:pt x="2386584" y="219456"/>
                  <a:pt x="2386584" y="219456"/>
                  <a:pt x="2386584" y="219456"/>
                </a:cubicBezTo>
                <a:cubicBezTo>
                  <a:pt x="2359152" y="210312"/>
                  <a:pt x="2340864" y="192024"/>
                  <a:pt x="2313432" y="182880"/>
                </a:cubicBezTo>
                <a:cubicBezTo>
                  <a:pt x="2313432" y="182880"/>
                  <a:pt x="2313432" y="173736"/>
                  <a:pt x="2313432" y="173736"/>
                </a:cubicBezTo>
                <a:moveTo>
                  <a:pt x="886968" y="173736"/>
                </a:moveTo>
                <a:cubicBezTo>
                  <a:pt x="886968" y="173736"/>
                  <a:pt x="886968" y="182880"/>
                  <a:pt x="886968" y="182880"/>
                </a:cubicBezTo>
                <a:cubicBezTo>
                  <a:pt x="859536" y="192024"/>
                  <a:pt x="841248" y="210312"/>
                  <a:pt x="813816" y="219456"/>
                </a:cubicBezTo>
                <a:cubicBezTo>
                  <a:pt x="813816" y="219456"/>
                  <a:pt x="813816" y="219456"/>
                  <a:pt x="804672" y="219456"/>
                </a:cubicBezTo>
                <a:cubicBezTo>
                  <a:pt x="804672" y="210312"/>
                  <a:pt x="804672" y="210312"/>
                  <a:pt x="813816" y="210312"/>
                </a:cubicBezTo>
                <a:cubicBezTo>
                  <a:pt x="832104" y="192024"/>
                  <a:pt x="859536" y="182880"/>
                  <a:pt x="877824" y="173736"/>
                </a:cubicBezTo>
                <a:cubicBezTo>
                  <a:pt x="886968" y="164592"/>
                  <a:pt x="886968" y="173736"/>
                  <a:pt x="886968" y="173736"/>
                </a:cubicBezTo>
                <a:moveTo>
                  <a:pt x="2450592" y="246888"/>
                </a:moveTo>
                <a:cubicBezTo>
                  <a:pt x="2450592" y="246888"/>
                  <a:pt x="2450592" y="246888"/>
                  <a:pt x="2459736" y="246888"/>
                </a:cubicBezTo>
                <a:cubicBezTo>
                  <a:pt x="2478024" y="265176"/>
                  <a:pt x="2496312" y="274320"/>
                  <a:pt x="2523744" y="292608"/>
                </a:cubicBezTo>
                <a:cubicBezTo>
                  <a:pt x="2523744" y="292608"/>
                  <a:pt x="2523744" y="301752"/>
                  <a:pt x="2523744" y="301752"/>
                </a:cubicBezTo>
                <a:cubicBezTo>
                  <a:pt x="2523744" y="301752"/>
                  <a:pt x="2514600" y="301752"/>
                  <a:pt x="2514600" y="301752"/>
                </a:cubicBezTo>
                <a:cubicBezTo>
                  <a:pt x="2496312" y="283464"/>
                  <a:pt x="2468880" y="274320"/>
                  <a:pt x="2450592" y="256032"/>
                </a:cubicBezTo>
                <a:cubicBezTo>
                  <a:pt x="2450592" y="256032"/>
                  <a:pt x="2441448" y="256032"/>
                  <a:pt x="2450592" y="246888"/>
                </a:cubicBezTo>
                <a:moveTo>
                  <a:pt x="749808" y="246888"/>
                </a:moveTo>
                <a:cubicBezTo>
                  <a:pt x="758952" y="256032"/>
                  <a:pt x="749808" y="256032"/>
                  <a:pt x="749808" y="256032"/>
                </a:cubicBezTo>
                <a:cubicBezTo>
                  <a:pt x="731520" y="274320"/>
                  <a:pt x="704088" y="283464"/>
                  <a:pt x="685800" y="301752"/>
                </a:cubicBezTo>
                <a:cubicBezTo>
                  <a:pt x="685800" y="301752"/>
                  <a:pt x="676656" y="301752"/>
                  <a:pt x="676656" y="301752"/>
                </a:cubicBezTo>
                <a:cubicBezTo>
                  <a:pt x="676656" y="301752"/>
                  <a:pt x="676656" y="292608"/>
                  <a:pt x="676656" y="292608"/>
                </a:cubicBezTo>
                <a:cubicBezTo>
                  <a:pt x="704088" y="274320"/>
                  <a:pt x="722376" y="265176"/>
                  <a:pt x="740664" y="246888"/>
                </a:cubicBezTo>
                <a:cubicBezTo>
                  <a:pt x="749808" y="246888"/>
                  <a:pt x="749808" y="246888"/>
                  <a:pt x="749808" y="246888"/>
                </a:cubicBezTo>
                <a:moveTo>
                  <a:pt x="2578608" y="338328"/>
                </a:moveTo>
                <a:cubicBezTo>
                  <a:pt x="2578608" y="338328"/>
                  <a:pt x="2578608" y="338328"/>
                  <a:pt x="2587752" y="338328"/>
                </a:cubicBezTo>
                <a:cubicBezTo>
                  <a:pt x="2606040" y="356616"/>
                  <a:pt x="2624328" y="374904"/>
                  <a:pt x="2642616" y="384048"/>
                </a:cubicBezTo>
                <a:cubicBezTo>
                  <a:pt x="2651760" y="393192"/>
                  <a:pt x="2651760" y="393192"/>
                  <a:pt x="2642616" y="393192"/>
                </a:cubicBezTo>
                <a:cubicBezTo>
                  <a:pt x="2642616" y="402336"/>
                  <a:pt x="2642616" y="402336"/>
                  <a:pt x="2633472" y="402336"/>
                </a:cubicBezTo>
                <a:cubicBezTo>
                  <a:pt x="2615184" y="384048"/>
                  <a:pt x="2596896" y="365760"/>
                  <a:pt x="2578608" y="347472"/>
                </a:cubicBezTo>
                <a:cubicBezTo>
                  <a:pt x="2578608" y="347472"/>
                  <a:pt x="2569464" y="338328"/>
                  <a:pt x="2578608" y="338328"/>
                </a:cubicBezTo>
                <a:moveTo>
                  <a:pt x="621792" y="338328"/>
                </a:moveTo>
                <a:cubicBezTo>
                  <a:pt x="630936" y="338328"/>
                  <a:pt x="621792" y="347472"/>
                  <a:pt x="621792" y="347472"/>
                </a:cubicBezTo>
                <a:cubicBezTo>
                  <a:pt x="603504" y="365760"/>
                  <a:pt x="585216" y="384048"/>
                  <a:pt x="566928" y="402336"/>
                </a:cubicBezTo>
                <a:cubicBezTo>
                  <a:pt x="557784" y="402336"/>
                  <a:pt x="557784" y="402336"/>
                  <a:pt x="557784" y="393192"/>
                </a:cubicBezTo>
                <a:cubicBezTo>
                  <a:pt x="548640" y="393192"/>
                  <a:pt x="548640" y="393192"/>
                  <a:pt x="557784" y="384048"/>
                </a:cubicBezTo>
                <a:cubicBezTo>
                  <a:pt x="576072" y="374904"/>
                  <a:pt x="594360" y="356616"/>
                  <a:pt x="612648" y="338328"/>
                </a:cubicBezTo>
                <a:cubicBezTo>
                  <a:pt x="621792" y="338328"/>
                  <a:pt x="621792" y="338328"/>
                  <a:pt x="621792" y="338328"/>
                </a:cubicBezTo>
                <a:moveTo>
                  <a:pt x="2697480" y="438912"/>
                </a:moveTo>
                <a:cubicBezTo>
                  <a:pt x="2697480" y="438912"/>
                  <a:pt x="2697480" y="438912"/>
                  <a:pt x="2706624" y="438912"/>
                </a:cubicBezTo>
                <a:cubicBezTo>
                  <a:pt x="2724912" y="457200"/>
                  <a:pt x="2743200" y="475488"/>
                  <a:pt x="2761488" y="493776"/>
                </a:cubicBezTo>
                <a:cubicBezTo>
                  <a:pt x="2761488" y="502920"/>
                  <a:pt x="2761488" y="502920"/>
                  <a:pt x="2761488" y="502920"/>
                </a:cubicBezTo>
                <a:cubicBezTo>
                  <a:pt x="2752344" y="512064"/>
                  <a:pt x="2752344" y="512064"/>
                  <a:pt x="2752344" y="502920"/>
                </a:cubicBezTo>
                <a:cubicBezTo>
                  <a:pt x="2734056" y="484632"/>
                  <a:pt x="2715768" y="466344"/>
                  <a:pt x="2697480" y="448056"/>
                </a:cubicBezTo>
                <a:cubicBezTo>
                  <a:pt x="2688336" y="448056"/>
                  <a:pt x="2688336" y="448056"/>
                  <a:pt x="2697480" y="438912"/>
                </a:cubicBezTo>
                <a:moveTo>
                  <a:pt x="502920" y="438912"/>
                </a:moveTo>
                <a:cubicBezTo>
                  <a:pt x="512064" y="448056"/>
                  <a:pt x="512064" y="448056"/>
                  <a:pt x="502920" y="448056"/>
                </a:cubicBezTo>
                <a:cubicBezTo>
                  <a:pt x="484632" y="466344"/>
                  <a:pt x="466344" y="484632"/>
                  <a:pt x="448056" y="502920"/>
                </a:cubicBezTo>
                <a:cubicBezTo>
                  <a:pt x="448056" y="512064"/>
                  <a:pt x="448056" y="512064"/>
                  <a:pt x="438912" y="502920"/>
                </a:cubicBezTo>
                <a:cubicBezTo>
                  <a:pt x="438912" y="502920"/>
                  <a:pt x="438912" y="502920"/>
                  <a:pt x="438912" y="493776"/>
                </a:cubicBezTo>
                <a:cubicBezTo>
                  <a:pt x="457200" y="475488"/>
                  <a:pt x="475488" y="457200"/>
                  <a:pt x="493776" y="438912"/>
                </a:cubicBezTo>
                <a:cubicBezTo>
                  <a:pt x="502920" y="438912"/>
                  <a:pt x="502920" y="438912"/>
                  <a:pt x="502920" y="438912"/>
                </a:cubicBezTo>
                <a:moveTo>
                  <a:pt x="2807208" y="557784"/>
                </a:moveTo>
                <a:cubicBezTo>
                  <a:pt x="2807208" y="548640"/>
                  <a:pt x="2807208" y="548640"/>
                  <a:pt x="2816352" y="557784"/>
                </a:cubicBezTo>
                <a:cubicBezTo>
                  <a:pt x="2825496" y="576072"/>
                  <a:pt x="2843784" y="594360"/>
                  <a:pt x="2862072" y="612648"/>
                </a:cubicBezTo>
                <a:cubicBezTo>
                  <a:pt x="2862072" y="621792"/>
                  <a:pt x="2862072" y="621792"/>
                  <a:pt x="2862072" y="621792"/>
                </a:cubicBezTo>
                <a:cubicBezTo>
                  <a:pt x="2862072" y="630936"/>
                  <a:pt x="2852928" y="621792"/>
                  <a:pt x="2852928" y="621792"/>
                </a:cubicBezTo>
                <a:cubicBezTo>
                  <a:pt x="2834640" y="603504"/>
                  <a:pt x="2816352" y="585216"/>
                  <a:pt x="2798064" y="566928"/>
                </a:cubicBezTo>
                <a:cubicBezTo>
                  <a:pt x="2798064" y="557784"/>
                  <a:pt x="2798064" y="557784"/>
                  <a:pt x="2807208" y="557784"/>
                </a:cubicBezTo>
                <a:moveTo>
                  <a:pt x="393192" y="557784"/>
                </a:moveTo>
                <a:cubicBezTo>
                  <a:pt x="402336" y="557784"/>
                  <a:pt x="402336" y="557784"/>
                  <a:pt x="402336" y="566928"/>
                </a:cubicBezTo>
                <a:cubicBezTo>
                  <a:pt x="384048" y="585216"/>
                  <a:pt x="365760" y="603504"/>
                  <a:pt x="347472" y="621792"/>
                </a:cubicBezTo>
                <a:cubicBezTo>
                  <a:pt x="347472" y="621792"/>
                  <a:pt x="338328" y="630936"/>
                  <a:pt x="338328" y="621792"/>
                </a:cubicBezTo>
                <a:cubicBezTo>
                  <a:pt x="338328" y="621792"/>
                  <a:pt x="338328" y="621792"/>
                  <a:pt x="338328" y="612648"/>
                </a:cubicBezTo>
                <a:cubicBezTo>
                  <a:pt x="356616" y="594360"/>
                  <a:pt x="374904" y="576072"/>
                  <a:pt x="384048" y="557784"/>
                </a:cubicBezTo>
                <a:cubicBezTo>
                  <a:pt x="393192" y="548640"/>
                  <a:pt x="393192" y="548640"/>
                  <a:pt x="393192" y="557784"/>
                </a:cubicBezTo>
                <a:moveTo>
                  <a:pt x="2898648" y="676656"/>
                </a:moveTo>
                <a:cubicBezTo>
                  <a:pt x="2898648" y="676656"/>
                  <a:pt x="2907792" y="676656"/>
                  <a:pt x="2907792" y="676656"/>
                </a:cubicBezTo>
                <a:cubicBezTo>
                  <a:pt x="2926080" y="704088"/>
                  <a:pt x="2935224" y="722376"/>
                  <a:pt x="2953512" y="740664"/>
                </a:cubicBezTo>
                <a:cubicBezTo>
                  <a:pt x="2953512" y="749808"/>
                  <a:pt x="2953512" y="749808"/>
                  <a:pt x="2953512" y="749808"/>
                </a:cubicBezTo>
                <a:cubicBezTo>
                  <a:pt x="2944368" y="758952"/>
                  <a:pt x="2944368" y="749808"/>
                  <a:pt x="2944368" y="749808"/>
                </a:cubicBezTo>
                <a:cubicBezTo>
                  <a:pt x="2926080" y="731520"/>
                  <a:pt x="2916936" y="704088"/>
                  <a:pt x="2898648" y="685800"/>
                </a:cubicBezTo>
                <a:cubicBezTo>
                  <a:pt x="2898648" y="685800"/>
                  <a:pt x="2898648" y="676656"/>
                  <a:pt x="2898648" y="676656"/>
                </a:cubicBezTo>
                <a:moveTo>
                  <a:pt x="301752" y="676656"/>
                </a:moveTo>
                <a:cubicBezTo>
                  <a:pt x="301752" y="676656"/>
                  <a:pt x="301752" y="685800"/>
                  <a:pt x="301752" y="685800"/>
                </a:cubicBezTo>
                <a:cubicBezTo>
                  <a:pt x="283464" y="704088"/>
                  <a:pt x="274320" y="731520"/>
                  <a:pt x="256032" y="749808"/>
                </a:cubicBezTo>
                <a:cubicBezTo>
                  <a:pt x="256032" y="749808"/>
                  <a:pt x="256032" y="758952"/>
                  <a:pt x="246888" y="749808"/>
                </a:cubicBezTo>
                <a:cubicBezTo>
                  <a:pt x="246888" y="749808"/>
                  <a:pt x="246888" y="749808"/>
                  <a:pt x="246888" y="740664"/>
                </a:cubicBezTo>
                <a:cubicBezTo>
                  <a:pt x="265176" y="722376"/>
                  <a:pt x="274320" y="704088"/>
                  <a:pt x="292608" y="676656"/>
                </a:cubicBezTo>
                <a:cubicBezTo>
                  <a:pt x="292608" y="676656"/>
                  <a:pt x="301752" y="676656"/>
                  <a:pt x="301752" y="676656"/>
                </a:cubicBezTo>
                <a:moveTo>
                  <a:pt x="2980944" y="804672"/>
                </a:moveTo>
                <a:cubicBezTo>
                  <a:pt x="2990088" y="804672"/>
                  <a:pt x="2990088" y="804672"/>
                  <a:pt x="2990088" y="813816"/>
                </a:cubicBezTo>
                <a:cubicBezTo>
                  <a:pt x="3008376" y="832104"/>
                  <a:pt x="3017520" y="859536"/>
                  <a:pt x="3026664" y="877824"/>
                </a:cubicBezTo>
                <a:cubicBezTo>
                  <a:pt x="3035808" y="886968"/>
                  <a:pt x="3026664" y="886968"/>
                  <a:pt x="3026664" y="886968"/>
                </a:cubicBezTo>
                <a:cubicBezTo>
                  <a:pt x="3026664" y="886968"/>
                  <a:pt x="3017520" y="886968"/>
                  <a:pt x="3017520" y="886968"/>
                </a:cubicBezTo>
                <a:cubicBezTo>
                  <a:pt x="3008376" y="859536"/>
                  <a:pt x="2990088" y="841248"/>
                  <a:pt x="2980944" y="813816"/>
                </a:cubicBezTo>
                <a:cubicBezTo>
                  <a:pt x="2980944" y="813816"/>
                  <a:pt x="2980944" y="813816"/>
                  <a:pt x="2980944" y="804672"/>
                </a:cubicBezTo>
                <a:moveTo>
                  <a:pt x="219456" y="804672"/>
                </a:moveTo>
                <a:cubicBezTo>
                  <a:pt x="219456" y="813816"/>
                  <a:pt x="219456" y="813816"/>
                  <a:pt x="219456" y="813816"/>
                </a:cubicBezTo>
                <a:cubicBezTo>
                  <a:pt x="210312" y="841248"/>
                  <a:pt x="192024" y="859536"/>
                  <a:pt x="182880" y="886968"/>
                </a:cubicBezTo>
                <a:cubicBezTo>
                  <a:pt x="182880" y="886968"/>
                  <a:pt x="173736" y="886968"/>
                  <a:pt x="173736" y="886968"/>
                </a:cubicBezTo>
                <a:cubicBezTo>
                  <a:pt x="173736" y="886968"/>
                  <a:pt x="164592" y="886968"/>
                  <a:pt x="173736" y="877824"/>
                </a:cubicBezTo>
                <a:cubicBezTo>
                  <a:pt x="182880" y="859536"/>
                  <a:pt x="192024" y="832104"/>
                  <a:pt x="210312" y="813816"/>
                </a:cubicBezTo>
                <a:cubicBezTo>
                  <a:pt x="210312" y="804672"/>
                  <a:pt x="210312" y="804672"/>
                  <a:pt x="219456" y="804672"/>
                </a:cubicBezTo>
                <a:moveTo>
                  <a:pt x="146304" y="950976"/>
                </a:moveTo>
                <a:cubicBezTo>
                  <a:pt x="146304" y="950976"/>
                  <a:pt x="146304" y="950976"/>
                  <a:pt x="146304" y="960120"/>
                </a:cubicBezTo>
                <a:cubicBezTo>
                  <a:pt x="137160" y="978408"/>
                  <a:pt x="128016" y="1005840"/>
                  <a:pt x="118872" y="1024128"/>
                </a:cubicBezTo>
                <a:cubicBezTo>
                  <a:pt x="118872" y="1033272"/>
                  <a:pt x="109728" y="1033272"/>
                  <a:pt x="109728" y="1033272"/>
                </a:cubicBezTo>
                <a:cubicBezTo>
                  <a:pt x="109728" y="1033272"/>
                  <a:pt x="109728" y="1024128"/>
                  <a:pt x="109728" y="1024128"/>
                </a:cubicBezTo>
                <a:cubicBezTo>
                  <a:pt x="118872" y="996696"/>
                  <a:pt x="128016" y="978408"/>
                  <a:pt x="137160" y="950976"/>
                </a:cubicBezTo>
                <a:cubicBezTo>
                  <a:pt x="137160" y="950976"/>
                  <a:pt x="146304" y="950976"/>
                  <a:pt x="146304" y="950976"/>
                </a:cubicBezTo>
                <a:moveTo>
                  <a:pt x="3054096" y="950976"/>
                </a:moveTo>
                <a:cubicBezTo>
                  <a:pt x="3054096" y="950976"/>
                  <a:pt x="3063240" y="950976"/>
                  <a:pt x="3063240" y="950976"/>
                </a:cubicBezTo>
                <a:cubicBezTo>
                  <a:pt x="3072384" y="978408"/>
                  <a:pt x="3081528" y="996696"/>
                  <a:pt x="3090672" y="1024128"/>
                </a:cubicBezTo>
                <a:cubicBezTo>
                  <a:pt x="3090672" y="1024128"/>
                  <a:pt x="3090672" y="1033272"/>
                  <a:pt x="3090672" y="1033272"/>
                </a:cubicBezTo>
                <a:cubicBezTo>
                  <a:pt x="3090672" y="1033272"/>
                  <a:pt x="3081528" y="1033272"/>
                  <a:pt x="3081528" y="1024128"/>
                </a:cubicBezTo>
                <a:cubicBezTo>
                  <a:pt x="3072384" y="1005840"/>
                  <a:pt x="3063240" y="978408"/>
                  <a:pt x="3054096" y="960120"/>
                </a:cubicBezTo>
                <a:cubicBezTo>
                  <a:pt x="3054096" y="950976"/>
                  <a:pt x="3054096" y="950976"/>
                  <a:pt x="3054096" y="950976"/>
                </a:cubicBezTo>
                <a:moveTo>
                  <a:pt x="91440" y="1097280"/>
                </a:moveTo>
                <a:cubicBezTo>
                  <a:pt x="91440" y="1097280"/>
                  <a:pt x="91440" y="1097280"/>
                  <a:pt x="91440" y="1106424"/>
                </a:cubicBezTo>
                <a:cubicBezTo>
                  <a:pt x="82296" y="1124712"/>
                  <a:pt x="73152" y="1152144"/>
                  <a:pt x="73152" y="1179576"/>
                </a:cubicBezTo>
                <a:cubicBezTo>
                  <a:pt x="73152" y="1179576"/>
                  <a:pt x="64008" y="1179576"/>
                  <a:pt x="64008" y="1179576"/>
                </a:cubicBezTo>
                <a:cubicBezTo>
                  <a:pt x="54864" y="1179576"/>
                  <a:pt x="54864" y="1179576"/>
                  <a:pt x="54864" y="1170432"/>
                </a:cubicBezTo>
                <a:cubicBezTo>
                  <a:pt x="64008" y="1152144"/>
                  <a:pt x="73152" y="1124712"/>
                  <a:pt x="82296" y="1097280"/>
                </a:cubicBezTo>
                <a:cubicBezTo>
                  <a:pt x="82296" y="1097280"/>
                  <a:pt x="82296" y="1097280"/>
                  <a:pt x="91440" y="1097280"/>
                </a:cubicBezTo>
                <a:moveTo>
                  <a:pt x="3108960" y="1097280"/>
                </a:moveTo>
                <a:cubicBezTo>
                  <a:pt x="3118104" y="1097280"/>
                  <a:pt x="3118104" y="1097280"/>
                  <a:pt x="3118104" y="1097280"/>
                </a:cubicBezTo>
                <a:cubicBezTo>
                  <a:pt x="3127248" y="1124712"/>
                  <a:pt x="3136392" y="1152144"/>
                  <a:pt x="3145536" y="1170432"/>
                </a:cubicBezTo>
                <a:cubicBezTo>
                  <a:pt x="3145536" y="1179576"/>
                  <a:pt x="3145536" y="1179576"/>
                  <a:pt x="3136392" y="1179576"/>
                </a:cubicBezTo>
                <a:cubicBezTo>
                  <a:pt x="3136392" y="1179576"/>
                  <a:pt x="3127248" y="1179576"/>
                  <a:pt x="3127248" y="1179576"/>
                </a:cubicBezTo>
                <a:cubicBezTo>
                  <a:pt x="3127248" y="1152144"/>
                  <a:pt x="3118104" y="1124712"/>
                  <a:pt x="3108960" y="1106424"/>
                </a:cubicBezTo>
                <a:cubicBezTo>
                  <a:pt x="3108960" y="1097280"/>
                  <a:pt x="3108960" y="1097280"/>
                  <a:pt x="3108960" y="1097280"/>
                </a:cubicBezTo>
                <a:moveTo>
                  <a:pt x="45720" y="1243584"/>
                </a:moveTo>
                <a:cubicBezTo>
                  <a:pt x="45720" y="1243584"/>
                  <a:pt x="54864" y="1252728"/>
                  <a:pt x="54864" y="1252728"/>
                </a:cubicBezTo>
                <a:cubicBezTo>
                  <a:pt x="45720" y="1280160"/>
                  <a:pt x="36576" y="1298448"/>
                  <a:pt x="36576" y="1325880"/>
                </a:cubicBezTo>
                <a:cubicBezTo>
                  <a:pt x="36576" y="1335024"/>
                  <a:pt x="27432" y="1335024"/>
                  <a:pt x="27432" y="1335024"/>
                </a:cubicBezTo>
                <a:cubicBezTo>
                  <a:pt x="27432" y="1335024"/>
                  <a:pt x="18288" y="1325880"/>
                  <a:pt x="27432" y="1325880"/>
                </a:cubicBezTo>
                <a:cubicBezTo>
                  <a:pt x="27432" y="1298448"/>
                  <a:pt x="36576" y="1271016"/>
                  <a:pt x="36576" y="1252728"/>
                </a:cubicBezTo>
                <a:cubicBezTo>
                  <a:pt x="36576" y="1243584"/>
                  <a:pt x="45720" y="1243584"/>
                  <a:pt x="45720" y="1243584"/>
                </a:cubicBezTo>
                <a:moveTo>
                  <a:pt x="3154680" y="1243584"/>
                </a:moveTo>
                <a:cubicBezTo>
                  <a:pt x="3154680" y="1243584"/>
                  <a:pt x="3163824" y="1243584"/>
                  <a:pt x="3163824" y="1252728"/>
                </a:cubicBezTo>
                <a:cubicBezTo>
                  <a:pt x="3163824" y="1271016"/>
                  <a:pt x="3172968" y="1298448"/>
                  <a:pt x="3172968" y="1325880"/>
                </a:cubicBezTo>
                <a:cubicBezTo>
                  <a:pt x="3182112" y="1325880"/>
                  <a:pt x="3172968" y="1335024"/>
                  <a:pt x="3172968" y="1335024"/>
                </a:cubicBezTo>
                <a:cubicBezTo>
                  <a:pt x="3172968" y="1335024"/>
                  <a:pt x="3163824" y="1335024"/>
                  <a:pt x="3163824" y="1325880"/>
                </a:cubicBezTo>
                <a:cubicBezTo>
                  <a:pt x="3163824" y="1298448"/>
                  <a:pt x="3154680" y="1280160"/>
                  <a:pt x="3145536" y="1252728"/>
                </a:cubicBezTo>
                <a:cubicBezTo>
                  <a:pt x="3145536" y="1252728"/>
                  <a:pt x="3154680" y="1243584"/>
                  <a:pt x="3154680" y="1243584"/>
                </a:cubicBezTo>
                <a:moveTo>
                  <a:pt x="18288" y="1399032"/>
                </a:moveTo>
                <a:cubicBezTo>
                  <a:pt x="18288" y="1399032"/>
                  <a:pt x="27432" y="1399032"/>
                  <a:pt x="27432" y="1408176"/>
                </a:cubicBezTo>
                <a:cubicBezTo>
                  <a:pt x="18288" y="1435608"/>
                  <a:pt x="18288" y="1453896"/>
                  <a:pt x="18288" y="1481328"/>
                </a:cubicBezTo>
                <a:cubicBezTo>
                  <a:pt x="18288" y="1490472"/>
                  <a:pt x="9144" y="1490472"/>
                  <a:pt x="9144" y="1490472"/>
                </a:cubicBezTo>
                <a:cubicBezTo>
                  <a:pt x="9144" y="1490472"/>
                  <a:pt x="0" y="1481328"/>
                  <a:pt x="0" y="1481328"/>
                </a:cubicBezTo>
                <a:cubicBezTo>
                  <a:pt x="9144" y="1453896"/>
                  <a:pt x="9144" y="1426464"/>
                  <a:pt x="9144" y="1408176"/>
                </a:cubicBezTo>
                <a:cubicBezTo>
                  <a:pt x="9144" y="1399032"/>
                  <a:pt x="18288" y="1399032"/>
                  <a:pt x="18288" y="1399032"/>
                </a:cubicBezTo>
                <a:moveTo>
                  <a:pt x="3182112" y="1399032"/>
                </a:moveTo>
                <a:cubicBezTo>
                  <a:pt x="3182112" y="1399032"/>
                  <a:pt x="3191256" y="1399032"/>
                  <a:pt x="3191256" y="1408176"/>
                </a:cubicBezTo>
                <a:cubicBezTo>
                  <a:pt x="3191256" y="1426464"/>
                  <a:pt x="3191256" y="1453896"/>
                  <a:pt x="3200400" y="1481328"/>
                </a:cubicBezTo>
                <a:cubicBezTo>
                  <a:pt x="3200400" y="1481328"/>
                  <a:pt x="3191256" y="1490472"/>
                  <a:pt x="3191256" y="1490472"/>
                </a:cubicBezTo>
                <a:cubicBezTo>
                  <a:pt x="3191256" y="1490472"/>
                  <a:pt x="3182112" y="1490472"/>
                  <a:pt x="3182112" y="1481328"/>
                </a:cubicBezTo>
                <a:cubicBezTo>
                  <a:pt x="3182112" y="1453896"/>
                  <a:pt x="3182112" y="1435608"/>
                  <a:pt x="3172968" y="1408176"/>
                </a:cubicBezTo>
                <a:cubicBezTo>
                  <a:pt x="3172968" y="1399032"/>
                  <a:pt x="3182112" y="1399032"/>
                  <a:pt x="3182112" y="1399032"/>
                </a:cubicBezTo>
                <a:moveTo>
                  <a:pt x="9144" y="1554480"/>
                </a:moveTo>
                <a:cubicBezTo>
                  <a:pt x="9144" y="1554480"/>
                  <a:pt x="9144" y="1554480"/>
                  <a:pt x="9144" y="1563624"/>
                </a:cubicBezTo>
                <a:cubicBezTo>
                  <a:pt x="9144" y="1572768"/>
                  <a:pt x="9144" y="1591056"/>
                  <a:pt x="9144" y="1600200"/>
                </a:cubicBezTo>
                <a:cubicBezTo>
                  <a:pt x="9144" y="1609344"/>
                  <a:pt x="9144" y="1627632"/>
                  <a:pt x="9144" y="1636776"/>
                </a:cubicBezTo>
                <a:cubicBezTo>
                  <a:pt x="9144" y="1645920"/>
                  <a:pt x="9144" y="1645920"/>
                  <a:pt x="9144" y="1645920"/>
                </a:cubicBezTo>
                <a:cubicBezTo>
                  <a:pt x="0" y="1645920"/>
                  <a:pt x="0" y="1645920"/>
                  <a:pt x="0" y="1636776"/>
                </a:cubicBezTo>
                <a:cubicBezTo>
                  <a:pt x="0" y="1627632"/>
                  <a:pt x="0" y="1609344"/>
                  <a:pt x="0" y="1600200"/>
                </a:cubicBezTo>
                <a:cubicBezTo>
                  <a:pt x="0" y="1591056"/>
                  <a:pt x="0" y="1572768"/>
                  <a:pt x="0" y="1563624"/>
                </a:cubicBezTo>
                <a:cubicBezTo>
                  <a:pt x="0" y="1554480"/>
                  <a:pt x="0" y="1554480"/>
                  <a:pt x="9144" y="1554480"/>
                </a:cubicBezTo>
                <a:moveTo>
                  <a:pt x="3191256" y="1554480"/>
                </a:moveTo>
                <a:cubicBezTo>
                  <a:pt x="3200400" y="1554480"/>
                  <a:pt x="3200400" y="1554480"/>
                  <a:pt x="3200400" y="1563624"/>
                </a:cubicBezTo>
                <a:cubicBezTo>
                  <a:pt x="3200400" y="1572768"/>
                  <a:pt x="3200400" y="1591056"/>
                  <a:pt x="3200400" y="1600200"/>
                </a:cubicBezTo>
                <a:cubicBezTo>
                  <a:pt x="3200400" y="1609344"/>
                  <a:pt x="3200400" y="1627632"/>
                  <a:pt x="3200400" y="1636776"/>
                </a:cubicBezTo>
                <a:cubicBezTo>
                  <a:pt x="3200400" y="1645920"/>
                  <a:pt x="3200400" y="1645920"/>
                  <a:pt x="3191256" y="1645920"/>
                </a:cubicBezTo>
                <a:cubicBezTo>
                  <a:pt x="3191256" y="1645920"/>
                  <a:pt x="3191256" y="1645920"/>
                  <a:pt x="3191256" y="1636776"/>
                </a:cubicBezTo>
                <a:cubicBezTo>
                  <a:pt x="3191256" y="1627632"/>
                  <a:pt x="3191256" y="1609344"/>
                  <a:pt x="3191256" y="1600200"/>
                </a:cubicBezTo>
                <a:cubicBezTo>
                  <a:pt x="3191256" y="1591056"/>
                  <a:pt x="3191256" y="1572768"/>
                  <a:pt x="3191256" y="1563624"/>
                </a:cubicBezTo>
                <a:cubicBezTo>
                  <a:pt x="3191256" y="1554480"/>
                  <a:pt x="3191256" y="1554480"/>
                  <a:pt x="3191256" y="1554480"/>
                </a:cubicBezTo>
                <a:moveTo>
                  <a:pt x="9144" y="1709928"/>
                </a:moveTo>
                <a:cubicBezTo>
                  <a:pt x="9144" y="1709928"/>
                  <a:pt x="18288" y="1709928"/>
                  <a:pt x="18288" y="1719072"/>
                </a:cubicBezTo>
                <a:cubicBezTo>
                  <a:pt x="18288" y="1746504"/>
                  <a:pt x="18288" y="1764792"/>
                  <a:pt x="27432" y="1792224"/>
                </a:cubicBezTo>
                <a:cubicBezTo>
                  <a:pt x="27432" y="1801368"/>
                  <a:pt x="18288" y="1801368"/>
                  <a:pt x="18288" y="1801368"/>
                </a:cubicBezTo>
                <a:cubicBezTo>
                  <a:pt x="18288" y="1801368"/>
                  <a:pt x="9144" y="1801368"/>
                  <a:pt x="9144" y="1792224"/>
                </a:cubicBezTo>
                <a:cubicBezTo>
                  <a:pt x="9144" y="1773936"/>
                  <a:pt x="9144" y="1746504"/>
                  <a:pt x="0" y="1719072"/>
                </a:cubicBezTo>
                <a:cubicBezTo>
                  <a:pt x="0" y="1719072"/>
                  <a:pt x="9144" y="1709928"/>
                  <a:pt x="9144" y="1709928"/>
                </a:cubicBezTo>
                <a:moveTo>
                  <a:pt x="3191256" y="1709928"/>
                </a:moveTo>
                <a:cubicBezTo>
                  <a:pt x="3191256" y="1709928"/>
                  <a:pt x="3200400" y="1719072"/>
                  <a:pt x="3200400" y="1719072"/>
                </a:cubicBezTo>
                <a:cubicBezTo>
                  <a:pt x="3191256" y="1746504"/>
                  <a:pt x="3191256" y="1773936"/>
                  <a:pt x="3191256" y="1792224"/>
                </a:cubicBezTo>
                <a:cubicBezTo>
                  <a:pt x="3191256" y="1801368"/>
                  <a:pt x="3182112" y="1801368"/>
                  <a:pt x="3182112" y="1801368"/>
                </a:cubicBezTo>
                <a:cubicBezTo>
                  <a:pt x="3182112" y="1801368"/>
                  <a:pt x="3172968" y="1801368"/>
                  <a:pt x="3172968" y="1792224"/>
                </a:cubicBezTo>
                <a:cubicBezTo>
                  <a:pt x="3182112" y="1764792"/>
                  <a:pt x="3182112" y="1746504"/>
                  <a:pt x="3182112" y="1719072"/>
                </a:cubicBezTo>
                <a:cubicBezTo>
                  <a:pt x="3182112" y="1709928"/>
                  <a:pt x="3191256" y="1709928"/>
                  <a:pt x="3191256" y="1709928"/>
                </a:cubicBezTo>
                <a:moveTo>
                  <a:pt x="27432" y="1865376"/>
                </a:moveTo>
                <a:cubicBezTo>
                  <a:pt x="27432" y="1865376"/>
                  <a:pt x="36576" y="1865376"/>
                  <a:pt x="36576" y="1874520"/>
                </a:cubicBezTo>
                <a:cubicBezTo>
                  <a:pt x="36576" y="1901952"/>
                  <a:pt x="45720" y="1920240"/>
                  <a:pt x="54864" y="1947672"/>
                </a:cubicBezTo>
                <a:cubicBezTo>
                  <a:pt x="54864" y="1947672"/>
                  <a:pt x="45720" y="1956816"/>
                  <a:pt x="45720" y="1956816"/>
                </a:cubicBezTo>
                <a:cubicBezTo>
                  <a:pt x="45720" y="1956816"/>
                  <a:pt x="36576" y="1956816"/>
                  <a:pt x="36576" y="1947672"/>
                </a:cubicBezTo>
                <a:cubicBezTo>
                  <a:pt x="36576" y="1929384"/>
                  <a:pt x="27432" y="1901952"/>
                  <a:pt x="27432" y="1874520"/>
                </a:cubicBezTo>
                <a:cubicBezTo>
                  <a:pt x="18288" y="1874520"/>
                  <a:pt x="27432" y="1865376"/>
                  <a:pt x="27432" y="1865376"/>
                </a:cubicBezTo>
                <a:moveTo>
                  <a:pt x="3172968" y="1865376"/>
                </a:moveTo>
                <a:cubicBezTo>
                  <a:pt x="3172968" y="1865376"/>
                  <a:pt x="3182112" y="1874520"/>
                  <a:pt x="3172968" y="1874520"/>
                </a:cubicBezTo>
                <a:cubicBezTo>
                  <a:pt x="3172968" y="1901952"/>
                  <a:pt x="3163824" y="1929384"/>
                  <a:pt x="3163824" y="1947672"/>
                </a:cubicBezTo>
                <a:cubicBezTo>
                  <a:pt x="3163824" y="1956816"/>
                  <a:pt x="3154680" y="1956816"/>
                  <a:pt x="3154680" y="1956816"/>
                </a:cubicBezTo>
                <a:cubicBezTo>
                  <a:pt x="3154680" y="1956816"/>
                  <a:pt x="3145536" y="1947672"/>
                  <a:pt x="3145536" y="1947672"/>
                </a:cubicBezTo>
                <a:cubicBezTo>
                  <a:pt x="3154680" y="1920240"/>
                  <a:pt x="3163824" y="1901952"/>
                  <a:pt x="3163824" y="1874520"/>
                </a:cubicBezTo>
                <a:cubicBezTo>
                  <a:pt x="3163824" y="1865376"/>
                  <a:pt x="3172968" y="1865376"/>
                  <a:pt x="3172968" y="1865376"/>
                </a:cubicBezTo>
                <a:moveTo>
                  <a:pt x="64008" y="2020824"/>
                </a:moveTo>
                <a:cubicBezTo>
                  <a:pt x="64008" y="2020824"/>
                  <a:pt x="73152" y="2020824"/>
                  <a:pt x="73152" y="2020824"/>
                </a:cubicBezTo>
                <a:cubicBezTo>
                  <a:pt x="73152" y="2048256"/>
                  <a:pt x="82296" y="2075688"/>
                  <a:pt x="91440" y="2093976"/>
                </a:cubicBezTo>
                <a:cubicBezTo>
                  <a:pt x="91440" y="2103120"/>
                  <a:pt x="91440" y="2103120"/>
                  <a:pt x="91440" y="2103120"/>
                </a:cubicBezTo>
                <a:cubicBezTo>
                  <a:pt x="82296" y="2103120"/>
                  <a:pt x="82296" y="2103120"/>
                  <a:pt x="82296" y="2103120"/>
                </a:cubicBezTo>
                <a:cubicBezTo>
                  <a:pt x="73152" y="2075688"/>
                  <a:pt x="64008" y="2048256"/>
                  <a:pt x="54864" y="2029968"/>
                </a:cubicBezTo>
                <a:cubicBezTo>
                  <a:pt x="54864" y="2020824"/>
                  <a:pt x="54864" y="2020824"/>
                  <a:pt x="64008" y="2020824"/>
                </a:cubicBezTo>
                <a:moveTo>
                  <a:pt x="3136392" y="2020824"/>
                </a:moveTo>
                <a:cubicBezTo>
                  <a:pt x="3145536" y="2020824"/>
                  <a:pt x="3145536" y="2020824"/>
                  <a:pt x="3145536" y="2029968"/>
                </a:cubicBezTo>
                <a:cubicBezTo>
                  <a:pt x="3136392" y="2048256"/>
                  <a:pt x="3127248" y="2075688"/>
                  <a:pt x="3118104" y="2103120"/>
                </a:cubicBezTo>
                <a:cubicBezTo>
                  <a:pt x="3118104" y="2103120"/>
                  <a:pt x="3118104" y="2103120"/>
                  <a:pt x="3108960" y="2103120"/>
                </a:cubicBezTo>
                <a:cubicBezTo>
                  <a:pt x="3108960" y="2103120"/>
                  <a:pt x="3108960" y="2103120"/>
                  <a:pt x="3108960" y="2093976"/>
                </a:cubicBezTo>
                <a:cubicBezTo>
                  <a:pt x="3118104" y="2075688"/>
                  <a:pt x="3127248" y="2048256"/>
                  <a:pt x="3127248" y="2020824"/>
                </a:cubicBezTo>
                <a:cubicBezTo>
                  <a:pt x="3127248" y="2020824"/>
                  <a:pt x="3136392" y="2020824"/>
                  <a:pt x="3136392" y="2020824"/>
                </a:cubicBezTo>
                <a:moveTo>
                  <a:pt x="3090672" y="2167128"/>
                </a:moveTo>
                <a:cubicBezTo>
                  <a:pt x="3090672" y="2167128"/>
                  <a:pt x="3090672" y="2176272"/>
                  <a:pt x="3090672" y="2176272"/>
                </a:cubicBezTo>
                <a:cubicBezTo>
                  <a:pt x="3081528" y="2203704"/>
                  <a:pt x="3072384" y="2221992"/>
                  <a:pt x="3063240" y="2249424"/>
                </a:cubicBezTo>
                <a:cubicBezTo>
                  <a:pt x="3063240" y="2249424"/>
                  <a:pt x="3054096" y="2249424"/>
                  <a:pt x="3054096" y="2249424"/>
                </a:cubicBezTo>
                <a:cubicBezTo>
                  <a:pt x="3054096" y="2249424"/>
                  <a:pt x="3054096" y="2249424"/>
                  <a:pt x="3054096" y="2240280"/>
                </a:cubicBezTo>
                <a:cubicBezTo>
                  <a:pt x="3063240" y="2221992"/>
                  <a:pt x="3072384" y="2194560"/>
                  <a:pt x="3081528" y="2176272"/>
                </a:cubicBezTo>
                <a:cubicBezTo>
                  <a:pt x="3081528" y="2167128"/>
                  <a:pt x="3090672" y="2167128"/>
                  <a:pt x="3090672" y="2167128"/>
                </a:cubicBezTo>
                <a:moveTo>
                  <a:pt x="109728" y="2167128"/>
                </a:moveTo>
                <a:cubicBezTo>
                  <a:pt x="109728" y="2167128"/>
                  <a:pt x="118872" y="2167128"/>
                  <a:pt x="118872" y="2176272"/>
                </a:cubicBezTo>
                <a:cubicBezTo>
                  <a:pt x="128016" y="2194560"/>
                  <a:pt x="137160" y="2221992"/>
                  <a:pt x="146304" y="2240280"/>
                </a:cubicBezTo>
                <a:cubicBezTo>
                  <a:pt x="146304" y="2249424"/>
                  <a:pt x="146304" y="2249424"/>
                  <a:pt x="146304" y="2249424"/>
                </a:cubicBezTo>
                <a:cubicBezTo>
                  <a:pt x="146304" y="2249424"/>
                  <a:pt x="137160" y="2249424"/>
                  <a:pt x="137160" y="2249424"/>
                </a:cubicBezTo>
                <a:cubicBezTo>
                  <a:pt x="128016" y="2221992"/>
                  <a:pt x="118872" y="2203704"/>
                  <a:pt x="109728" y="2176272"/>
                </a:cubicBezTo>
                <a:cubicBezTo>
                  <a:pt x="109728" y="2176272"/>
                  <a:pt x="109728" y="2167128"/>
                  <a:pt x="109728" y="2167128"/>
                </a:cubicBezTo>
                <a:moveTo>
                  <a:pt x="3026664" y="2313432"/>
                </a:moveTo>
                <a:cubicBezTo>
                  <a:pt x="3026664" y="2313432"/>
                  <a:pt x="3035808" y="2313432"/>
                  <a:pt x="3026664" y="2322576"/>
                </a:cubicBezTo>
                <a:cubicBezTo>
                  <a:pt x="3017520" y="2340864"/>
                  <a:pt x="3008376" y="2368296"/>
                  <a:pt x="2990088" y="2386584"/>
                </a:cubicBezTo>
                <a:cubicBezTo>
                  <a:pt x="2990088" y="2395728"/>
                  <a:pt x="2990088" y="2395728"/>
                  <a:pt x="2980944" y="2395728"/>
                </a:cubicBezTo>
                <a:cubicBezTo>
                  <a:pt x="2980944" y="2386584"/>
                  <a:pt x="2980944" y="2386584"/>
                  <a:pt x="2980944" y="2386584"/>
                </a:cubicBezTo>
                <a:cubicBezTo>
                  <a:pt x="2990088" y="2359152"/>
                  <a:pt x="3008376" y="2340864"/>
                  <a:pt x="3017520" y="2313432"/>
                </a:cubicBezTo>
                <a:cubicBezTo>
                  <a:pt x="3017520" y="2313432"/>
                  <a:pt x="3026664" y="2313432"/>
                  <a:pt x="3026664" y="2313432"/>
                </a:cubicBezTo>
                <a:moveTo>
                  <a:pt x="173736" y="2313432"/>
                </a:moveTo>
                <a:cubicBezTo>
                  <a:pt x="173736" y="2313432"/>
                  <a:pt x="182880" y="2313432"/>
                  <a:pt x="182880" y="2313432"/>
                </a:cubicBezTo>
                <a:cubicBezTo>
                  <a:pt x="192024" y="2340864"/>
                  <a:pt x="210312" y="2359152"/>
                  <a:pt x="219456" y="2386584"/>
                </a:cubicBezTo>
                <a:cubicBezTo>
                  <a:pt x="219456" y="2386584"/>
                  <a:pt x="219456" y="2386584"/>
                  <a:pt x="219456" y="2395728"/>
                </a:cubicBezTo>
                <a:cubicBezTo>
                  <a:pt x="210312" y="2395728"/>
                  <a:pt x="210312" y="2395728"/>
                  <a:pt x="210312" y="2386584"/>
                </a:cubicBezTo>
                <a:cubicBezTo>
                  <a:pt x="192024" y="2368296"/>
                  <a:pt x="182880" y="2340864"/>
                  <a:pt x="173736" y="2322576"/>
                </a:cubicBezTo>
                <a:cubicBezTo>
                  <a:pt x="164592" y="2313432"/>
                  <a:pt x="173736" y="2313432"/>
                  <a:pt x="173736" y="2313432"/>
                </a:cubicBezTo>
                <a:moveTo>
                  <a:pt x="2953512" y="2450592"/>
                </a:moveTo>
                <a:cubicBezTo>
                  <a:pt x="2953512" y="2450592"/>
                  <a:pt x="2953512" y="2450592"/>
                  <a:pt x="2953512" y="2459736"/>
                </a:cubicBezTo>
                <a:cubicBezTo>
                  <a:pt x="2935224" y="2478024"/>
                  <a:pt x="2926080" y="2496312"/>
                  <a:pt x="2907792" y="2523744"/>
                </a:cubicBezTo>
                <a:cubicBezTo>
                  <a:pt x="2907792" y="2523744"/>
                  <a:pt x="2898648" y="2523744"/>
                  <a:pt x="2898648" y="2523744"/>
                </a:cubicBezTo>
                <a:cubicBezTo>
                  <a:pt x="2898648" y="2523744"/>
                  <a:pt x="2898648" y="2514600"/>
                  <a:pt x="2898648" y="2514600"/>
                </a:cubicBezTo>
                <a:cubicBezTo>
                  <a:pt x="2916936" y="2496312"/>
                  <a:pt x="2926080" y="2468880"/>
                  <a:pt x="2944368" y="2450592"/>
                </a:cubicBezTo>
                <a:cubicBezTo>
                  <a:pt x="2944368" y="2450592"/>
                  <a:pt x="2944368" y="2441448"/>
                  <a:pt x="2953512" y="2450592"/>
                </a:cubicBezTo>
                <a:moveTo>
                  <a:pt x="246888" y="2450592"/>
                </a:moveTo>
                <a:cubicBezTo>
                  <a:pt x="256032" y="2441448"/>
                  <a:pt x="256032" y="2450592"/>
                  <a:pt x="256032" y="2450592"/>
                </a:cubicBezTo>
                <a:cubicBezTo>
                  <a:pt x="274320" y="2468880"/>
                  <a:pt x="283464" y="2496312"/>
                  <a:pt x="301752" y="2514600"/>
                </a:cubicBezTo>
                <a:cubicBezTo>
                  <a:pt x="301752" y="2514600"/>
                  <a:pt x="301752" y="2523744"/>
                  <a:pt x="301752" y="2523744"/>
                </a:cubicBezTo>
                <a:cubicBezTo>
                  <a:pt x="301752" y="2523744"/>
                  <a:pt x="292608" y="2523744"/>
                  <a:pt x="292608" y="2523744"/>
                </a:cubicBezTo>
                <a:cubicBezTo>
                  <a:pt x="274320" y="2496312"/>
                  <a:pt x="265176" y="2478024"/>
                  <a:pt x="246888" y="2459736"/>
                </a:cubicBezTo>
                <a:cubicBezTo>
                  <a:pt x="246888" y="2450592"/>
                  <a:pt x="246888" y="2450592"/>
                  <a:pt x="246888" y="2450592"/>
                </a:cubicBezTo>
                <a:moveTo>
                  <a:pt x="2862072" y="2578608"/>
                </a:moveTo>
                <a:cubicBezTo>
                  <a:pt x="2862072" y="2578608"/>
                  <a:pt x="2862072" y="2578608"/>
                  <a:pt x="2862072" y="2587752"/>
                </a:cubicBezTo>
                <a:cubicBezTo>
                  <a:pt x="2843784" y="2606040"/>
                  <a:pt x="2825496" y="2624328"/>
                  <a:pt x="2816352" y="2642616"/>
                </a:cubicBezTo>
                <a:cubicBezTo>
                  <a:pt x="2807208" y="2651760"/>
                  <a:pt x="2807208" y="2651760"/>
                  <a:pt x="2807208" y="2642616"/>
                </a:cubicBezTo>
                <a:cubicBezTo>
                  <a:pt x="2798064" y="2642616"/>
                  <a:pt x="2798064" y="2642616"/>
                  <a:pt x="2798064" y="2633472"/>
                </a:cubicBezTo>
                <a:cubicBezTo>
                  <a:pt x="2816352" y="2615184"/>
                  <a:pt x="2834640" y="2596896"/>
                  <a:pt x="2852928" y="2578608"/>
                </a:cubicBezTo>
                <a:cubicBezTo>
                  <a:pt x="2852928" y="2578608"/>
                  <a:pt x="2862072" y="2569464"/>
                  <a:pt x="2862072" y="2578608"/>
                </a:cubicBezTo>
                <a:moveTo>
                  <a:pt x="338328" y="2578608"/>
                </a:moveTo>
                <a:cubicBezTo>
                  <a:pt x="338328" y="2569464"/>
                  <a:pt x="347472" y="2578608"/>
                  <a:pt x="347472" y="2578608"/>
                </a:cubicBezTo>
                <a:cubicBezTo>
                  <a:pt x="365760" y="2596896"/>
                  <a:pt x="384048" y="2615184"/>
                  <a:pt x="402336" y="2633472"/>
                </a:cubicBezTo>
                <a:cubicBezTo>
                  <a:pt x="402336" y="2642616"/>
                  <a:pt x="402336" y="2642616"/>
                  <a:pt x="393192" y="2642616"/>
                </a:cubicBezTo>
                <a:cubicBezTo>
                  <a:pt x="393192" y="2651760"/>
                  <a:pt x="393192" y="2651760"/>
                  <a:pt x="384048" y="2642616"/>
                </a:cubicBezTo>
                <a:cubicBezTo>
                  <a:pt x="374904" y="2624328"/>
                  <a:pt x="356616" y="2606040"/>
                  <a:pt x="338328" y="2587752"/>
                </a:cubicBezTo>
                <a:cubicBezTo>
                  <a:pt x="338328" y="2578608"/>
                  <a:pt x="338328" y="2578608"/>
                  <a:pt x="338328" y="2578608"/>
                </a:cubicBezTo>
                <a:moveTo>
                  <a:pt x="2761488" y="2697480"/>
                </a:moveTo>
                <a:cubicBezTo>
                  <a:pt x="2761488" y="2697480"/>
                  <a:pt x="2761488" y="2697480"/>
                  <a:pt x="2761488" y="2706624"/>
                </a:cubicBezTo>
                <a:cubicBezTo>
                  <a:pt x="2743200" y="2724912"/>
                  <a:pt x="2724912" y="2743200"/>
                  <a:pt x="2706624" y="2761488"/>
                </a:cubicBezTo>
                <a:cubicBezTo>
                  <a:pt x="2697480" y="2761488"/>
                  <a:pt x="2697480" y="2761488"/>
                  <a:pt x="2697480" y="2761488"/>
                </a:cubicBezTo>
                <a:cubicBezTo>
                  <a:pt x="2688336" y="2752344"/>
                  <a:pt x="2688336" y="2752344"/>
                  <a:pt x="2697480" y="2752344"/>
                </a:cubicBezTo>
                <a:cubicBezTo>
                  <a:pt x="2715768" y="2734056"/>
                  <a:pt x="2734056" y="2715768"/>
                  <a:pt x="2752344" y="2697480"/>
                </a:cubicBezTo>
                <a:cubicBezTo>
                  <a:pt x="2752344" y="2688336"/>
                  <a:pt x="2752344" y="2688336"/>
                  <a:pt x="2761488" y="2697480"/>
                </a:cubicBezTo>
                <a:moveTo>
                  <a:pt x="438912" y="2697480"/>
                </a:moveTo>
                <a:cubicBezTo>
                  <a:pt x="448056" y="2688336"/>
                  <a:pt x="448056" y="2688336"/>
                  <a:pt x="448056" y="2697480"/>
                </a:cubicBezTo>
                <a:cubicBezTo>
                  <a:pt x="466344" y="2715768"/>
                  <a:pt x="484632" y="2734056"/>
                  <a:pt x="502920" y="2752344"/>
                </a:cubicBezTo>
                <a:cubicBezTo>
                  <a:pt x="512064" y="2752344"/>
                  <a:pt x="512064" y="2752344"/>
                  <a:pt x="502920" y="2761488"/>
                </a:cubicBezTo>
                <a:cubicBezTo>
                  <a:pt x="502920" y="2761488"/>
                  <a:pt x="502920" y="2761488"/>
                  <a:pt x="493776" y="2761488"/>
                </a:cubicBezTo>
                <a:cubicBezTo>
                  <a:pt x="475488" y="2743200"/>
                  <a:pt x="457200" y="2724912"/>
                  <a:pt x="438912" y="2706624"/>
                </a:cubicBezTo>
                <a:cubicBezTo>
                  <a:pt x="438912" y="2697480"/>
                  <a:pt x="438912" y="2697480"/>
                  <a:pt x="438912" y="2697480"/>
                </a:cubicBezTo>
                <a:moveTo>
                  <a:pt x="2642616" y="2807208"/>
                </a:moveTo>
                <a:cubicBezTo>
                  <a:pt x="2651760" y="2807208"/>
                  <a:pt x="2651760" y="2807208"/>
                  <a:pt x="2642616" y="2816352"/>
                </a:cubicBezTo>
                <a:cubicBezTo>
                  <a:pt x="2624328" y="2825496"/>
                  <a:pt x="2606040" y="2843784"/>
                  <a:pt x="2587752" y="2862072"/>
                </a:cubicBezTo>
                <a:cubicBezTo>
                  <a:pt x="2578608" y="2862072"/>
                  <a:pt x="2578608" y="2862072"/>
                  <a:pt x="2578608" y="2862072"/>
                </a:cubicBezTo>
                <a:cubicBezTo>
                  <a:pt x="2569464" y="2862072"/>
                  <a:pt x="2578608" y="2852928"/>
                  <a:pt x="2578608" y="2852928"/>
                </a:cubicBezTo>
                <a:cubicBezTo>
                  <a:pt x="2596896" y="2834640"/>
                  <a:pt x="2615184" y="2816352"/>
                  <a:pt x="2633472" y="2798064"/>
                </a:cubicBezTo>
                <a:cubicBezTo>
                  <a:pt x="2642616" y="2798064"/>
                  <a:pt x="2642616" y="2798064"/>
                  <a:pt x="2642616" y="2807208"/>
                </a:cubicBezTo>
                <a:moveTo>
                  <a:pt x="557784" y="2807208"/>
                </a:moveTo>
                <a:cubicBezTo>
                  <a:pt x="557784" y="2798064"/>
                  <a:pt x="557784" y="2798064"/>
                  <a:pt x="566928" y="2798064"/>
                </a:cubicBezTo>
                <a:cubicBezTo>
                  <a:pt x="585216" y="2816352"/>
                  <a:pt x="603504" y="2834640"/>
                  <a:pt x="621792" y="2852928"/>
                </a:cubicBezTo>
                <a:cubicBezTo>
                  <a:pt x="621792" y="2852928"/>
                  <a:pt x="630936" y="2862072"/>
                  <a:pt x="621792" y="2862072"/>
                </a:cubicBezTo>
                <a:cubicBezTo>
                  <a:pt x="621792" y="2862072"/>
                  <a:pt x="621792" y="2862072"/>
                  <a:pt x="612648" y="2862072"/>
                </a:cubicBezTo>
                <a:cubicBezTo>
                  <a:pt x="594360" y="2843784"/>
                  <a:pt x="576072" y="2825496"/>
                  <a:pt x="557784" y="2816352"/>
                </a:cubicBezTo>
                <a:cubicBezTo>
                  <a:pt x="548640" y="2807208"/>
                  <a:pt x="548640" y="2807208"/>
                  <a:pt x="557784" y="2807208"/>
                </a:cubicBezTo>
                <a:moveTo>
                  <a:pt x="2523744" y="2898648"/>
                </a:moveTo>
                <a:cubicBezTo>
                  <a:pt x="2523744" y="2898648"/>
                  <a:pt x="2523744" y="2907792"/>
                  <a:pt x="2523744" y="2907792"/>
                </a:cubicBezTo>
                <a:cubicBezTo>
                  <a:pt x="2496312" y="2926080"/>
                  <a:pt x="2478024" y="2935224"/>
                  <a:pt x="2459736" y="2953512"/>
                </a:cubicBezTo>
                <a:cubicBezTo>
                  <a:pt x="2450592" y="2953512"/>
                  <a:pt x="2450592" y="2953512"/>
                  <a:pt x="2450592" y="2953512"/>
                </a:cubicBezTo>
                <a:cubicBezTo>
                  <a:pt x="2441448" y="2944368"/>
                  <a:pt x="2450592" y="2944368"/>
                  <a:pt x="2450592" y="2944368"/>
                </a:cubicBezTo>
                <a:cubicBezTo>
                  <a:pt x="2468880" y="2926080"/>
                  <a:pt x="2496312" y="2916936"/>
                  <a:pt x="2514600" y="2898648"/>
                </a:cubicBezTo>
                <a:cubicBezTo>
                  <a:pt x="2514600" y="2898648"/>
                  <a:pt x="2523744" y="2898648"/>
                  <a:pt x="2523744" y="2898648"/>
                </a:cubicBezTo>
                <a:moveTo>
                  <a:pt x="676656" y="2898648"/>
                </a:moveTo>
                <a:cubicBezTo>
                  <a:pt x="676656" y="2898648"/>
                  <a:pt x="685800" y="2898648"/>
                  <a:pt x="685800" y="2898648"/>
                </a:cubicBezTo>
                <a:cubicBezTo>
                  <a:pt x="704088" y="2916936"/>
                  <a:pt x="731520" y="2926080"/>
                  <a:pt x="749808" y="2944368"/>
                </a:cubicBezTo>
                <a:cubicBezTo>
                  <a:pt x="749808" y="2944368"/>
                  <a:pt x="758952" y="2944368"/>
                  <a:pt x="749808" y="2953512"/>
                </a:cubicBezTo>
                <a:cubicBezTo>
                  <a:pt x="749808" y="2953512"/>
                  <a:pt x="749808" y="2953512"/>
                  <a:pt x="740664" y="2953512"/>
                </a:cubicBezTo>
                <a:cubicBezTo>
                  <a:pt x="722376" y="2935224"/>
                  <a:pt x="704088" y="2926080"/>
                  <a:pt x="676656" y="2907792"/>
                </a:cubicBezTo>
                <a:cubicBezTo>
                  <a:pt x="676656" y="2907792"/>
                  <a:pt x="676656" y="2898648"/>
                  <a:pt x="676656" y="2898648"/>
                </a:cubicBezTo>
                <a:moveTo>
                  <a:pt x="2395728" y="2980944"/>
                </a:moveTo>
                <a:cubicBezTo>
                  <a:pt x="2395728" y="2990088"/>
                  <a:pt x="2395728" y="2990088"/>
                  <a:pt x="2386584" y="2990088"/>
                </a:cubicBezTo>
                <a:cubicBezTo>
                  <a:pt x="2368296" y="3008376"/>
                  <a:pt x="2340864" y="3017520"/>
                  <a:pt x="2322576" y="3026664"/>
                </a:cubicBezTo>
                <a:cubicBezTo>
                  <a:pt x="2313432" y="3035808"/>
                  <a:pt x="2313432" y="3026664"/>
                  <a:pt x="2313432" y="3026664"/>
                </a:cubicBezTo>
                <a:cubicBezTo>
                  <a:pt x="2313432" y="3026664"/>
                  <a:pt x="2313432" y="3017520"/>
                  <a:pt x="2313432" y="3017520"/>
                </a:cubicBezTo>
                <a:cubicBezTo>
                  <a:pt x="2340864" y="3008376"/>
                  <a:pt x="2359152" y="2990088"/>
                  <a:pt x="2386584" y="2980944"/>
                </a:cubicBezTo>
                <a:cubicBezTo>
                  <a:pt x="2386584" y="2980944"/>
                  <a:pt x="2386584" y="2980944"/>
                  <a:pt x="2395728" y="2980944"/>
                </a:cubicBezTo>
                <a:moveTo>
                  <a:pt x="804672" y="2980944"/>
                </a:moveTo>
                <a:cubicBezTo>
                  <a:pt x="813816" y="2980944"/>
                  <a:pt x="813816" y="2980944"/>
                  <a:pt x="813816" y="2980944"/>
                </a:cubicBezTo>
                <a:cubicBezTo>
                  <a:pt x="841248" y="2990088"/>
                  <a:pt x="859536" y="3008376"/>
                  <a:pt x="886968" y="3017520"/>
                </a:cubicBezTo>
                <a:cubicBezTo>
                  <a:pt x="886968" y="3017520"/>
                  <a:pt x="886968" y="3026664"/>
                  <a:pt x="886968" y="3026664"/>
                </a:cubicBezTo>
                <a:cubicBezTo>
                  <a:pt x="886968" y="3026664"/>
                  <a:pt x="886968" y="3035808"/>
                  <a:pt x="877824" y="3026664"/>
                </a:cubicBezTo>
                <a:cubicBezTo>
                  <a:pt x="859536" y="3017520"/>
                  <a:pt x="832104" y="3008376"/>
                  <a:pt x="813816" y="2990088"/>
                </a:cubicBezTo>
                <a:cubicBezTo>
                  <a:pt x="804672" y="2990088"/>
                  <a:pt x="804672" y="2990088"/>
                  <a:pt x="804672" y="2980944"/>
                </a:cubicBezTo>
                <a:moveTo>
                  <a:pt x="950976" y="3054096"/>
                </a:moveTo>
                <a:cubicBezTo>
                  <a:pt x="950976" y="3054096"/>
                  <a:pt x="950976" y="3054096"/>
                  <a:pt x="960120" y="3054096"/>
                </a:cubicBezTo>
                <a:cubicBezTo>
                  <a:pt x="978408" y="3063240"/>
                  <a:pt x="1005840" y="3072384"/>
                  <a:pt x="1024128" y="3081528"/>
                </a:cubicBezTo>
                <a:cubicBezTo>
                  <a:pt x="1033272" y="3081528"/>
                  <a:pt x="1033272" y="3090672"/>
                  <a:pt x="1033272" y="3090672"/>
                </a:cubicBezTo>
                <a:cubicBezTo>
                  <a:pt x="1033272" y="3090672"/>
                  <a:pt x="1024128" y="3090672"/>
                  <a:pt x="1024128" y="3090672"/>
                </a:cubicBezTo>
                <a:cubicBezTo>
                  <a:pt x="996696" y="3081528"/>
                  <a:pt x="978408" y="3072384"/>
                  <a:pt x="950976" y="3063240"/>
                </a:cubicBezTo>
                <a:cubicBezTo>
                  <a:pt x="950976" y="3063240"/>
                  <a:pt x="950976" y="3054096"/>
                  <a:pt x="950976" y="3054096"/>
                </a:cubicBezTo>
                <a:moveTo>
                  <a:pt x="2249424" y="3054096"/>
                </a:moveTo>
                <a:cubicBezTo>
                  <a:pt x="2249424" y="3054096"/>
                  <a:pt x="2249424" y="3063240"/>
                  <a:pt x="2249424" y="3063240"/>
                </a:cubicBezTo>
                <a:cubicBezTo>
                  <a:pt x="2221992" y="3072384"/>
                  <a:pt x="2203704" y="3081528"/>
                  <a:pt x="2176272" y="3090672"/>
                </a:cubicBezTo>
                <a:cubicBezTo>
                  <a:pt x="2176272" y="3090672"/>
                  <a:pt x="2167128" y="3090672"/>
                  <a:pt x="2167128" y="3090672"/>
                </a:cubicBezTo>
                <a:cubicBezTo>
                  <a:pt x="2167128" y="3090672"/>
                  <a:pt x="2167128" y="3081528"/>
                  <a:pt x="2176272" y="3081528"/>
                </a:cubicBezTo>
                <a:cubicBezTo>
                  <a:pt x="2194560" y="3072384"/>
                  <a:pt x="2221992" y="3063240"/>
                  <a:pt x="2240280" y="3054096"/>
                </a:cubicBezTo>
                <a:cubicBezTo>
                  <a:pt x="2249424" y="3054096"/>
                  <a:pt x="2249424" y="3054096"/>
                  <a:pt x="2249424" y="3054096"/>
                </a:cubicBezTo>
                <a:moveTo>
                  <a:pt x="1097280" y="3108960"/>
                </a:moveTo>
                <a:cubicBezTo>
                  <a:pt x="1097280" y="3108960"/>
                  <a:pt x="1097280" y="3108960"/>
                  <a:pt x="1106424" y="3108960"/>
                </a:cubicBezTo>
                <a:cubicBezTo>
                  <a:pt x="1124712" y="3118104"/>
                  <a:pt x="1152144" y="3127248"/>
                  <a:pt x="1179576" y="3127248"/>
                </a:cubicBezTo>
                <a:cubicBezTo>
                  <a:pt x="1179576" y="3127248"/>
                  <a:pt x="1179576" y="3136392"/>
                  <a:pt x="1179576" y="3136392"/>
                </a:cubicBezTo>
                <a:cubicBezTo>
                  <a:pt x="1179576" y="3145536"/>
                  <a:pt x="1179576" y="3145536"/>
                  <a:pt x="1170432" y="3145536"/>
                </a:cubicBezTo>
                <a:cubicBezTo>
                  <a:pt x="1152144" y="3136392"/>
                  <a:pt x="1124712" y="3127248"/>
                  <a:pt x="1097280" y="3118104"/>
                </a:cubicBezTo>
                <a:cubicBezTo>
                  <a:pt x="1097280" y="3118104"/>
                  <a:pt x="1097280" y="3118104"/>
                  <a:pt x="1097280" y="3108960"/>
                </a:cubicBezTo>
                <a:moveTo>
                  <a:pt x="2103120" y="3108960"/>
                </a:moveTo>
                <a:cubicBezTo>
                  <a:pt x="2103120" y="3118104"/>
                  <a:pt x="2103120" y="3118104"/>
                  <a:pt x="2103120" y="3118104"/>
                </a:cubicBezTo>
                <a:cubicBezTo>
                  <a:pt x="2075688" y="3127248"/>
                  <a:pt x="2048256" y="3136392"/>
                  <a:pt x="2029968" y="3145536"/>
                </a:cubicBezTo>
                <a:cubicBezTo>
                  <a:pt x="2020824" y="3145536"/>
                  <a:pt x="2020824" y="3145536"/>
                  <a:pt x="2020824" y="3136392"/>
                </a:cubicBezTo>
                <a:cubicBezTo>
                  <a:pt x="2020824" y="3136392"/>
                  <a:pt x="2020824" y="3127248"/>
                  <a:pt x="2020824" y="3127248"/>
                </a:cubicBezTo>
                <a:cubicBezTo>
                  <a:pt x="2048256" y="3127248"/>
                  <a:pt x="2075688" y="3118104"/>
                  <a:pt x="2093976" y="3108960"/>
                </a:cubicBezTo>
                <a:cubicBezTo>
                  <a:pt x="2103120" y="3108960"/>
                  <a:pt x="2103120" y="3108960"/>
                  <a:pt x="2103120" y="3108960"/>
                </a:cubicBezTo>
                <a:moveTo>
                  <a:pt x="1243584" y="3154680"/>
                </a:moveTo>
                <a:cubicBezTo>
                  <a:pt x="1243584" y="3154680"/>
                  <a:pt x="1252728" y="3145536"/>
                  <a:pt x="1252728" y="3145536"/>
                </a:cubicBezTo>
                <a:cubicBezTo>
                  <a:pt x="1280160" y="3154680"/>
                  <a:pt x="1298448" y="3163824"/>
                  <a:pt x="1325880" y="3163824"/>
                </a:cubicBezTo>
                <a:cubicBezTo>
                  <a:pt x="1335024" y="3163824"/>
                  <a:pt x="1335024" y="3172968"/>
                  <a:pt x="1335024" y="3172968"/>
                </a:cubicBezTo>
                <a:cubicBezTo>
                  <a:pt x="1335024" y="3172968"/>
                  <a:pt x="1325880" y="3182112"/>
                  <a:pt x="1325880" y="3172968"/>
                </a:cubicBezTo>
                <a:cubicBezTo>
                  <a:pt x="1298448" y="3172968"/>
                  <a:pt x="1271016" y="3163824"/>
                  <a:pt x="1252728" y="3163824"/>
                </a:cubicBezTo>
                <a:cubicBezTo>
                  <a:pt x="1243584" y="3163824"/>
                  <a:pt x="1243584" y="3154680"/>
                  <a:pt x="1243584" y="3154680"/>
                </a:cubicBezTo>
                <a:moveTo>
                  <a:pt x="1956816" y="3154680"/>
                </a:moveTo>
                <a:cubicBezTo>
                  <a:pt x="1956816" y="3154680"/>
                  <a:pt x="1956816" y="3163824"/>
                  <a:pt x="1947672" y="3163824"/>
                </a:cubicBezTo>
                <a:cubicBezTo>
                  <a:pt x="1929384" y="3163824"/>
                  <a:pt x="1901952" y="3172968"/>
                  <a:pt x="1874520" y="3172968"/>
                </a:cubicBezTo>
                <a:cubicBezTo>
                  <a:pt x="1874520" y="3182112"/>
                  <a:pt x="1865376" y="3172968"/>
                  <a:pt x="1865376" y="3172968"/>
                </a:cubicBezTo>
                <a:cubicBezTo>
                  <a:pt x="1865376" y="3172968"/>
                  <a:pt x="1865376" y="3163824"/>
                  <a:pt x="1874520" y="3163824"/>
                </a:cubicBezTo>
                <a:cubicBezTo>
                  <a:pt x="1901952" y="3163824"/>
                  <a:pt x="1920240" y="3154680"/>
                  <a:pt x="1947672" y="3145536"/>
                </a:cubicBezTo>
                <a:cubicBezTo>
                  <a:pt x="1947672" y="3145536"/>
                  <a:pt x="1956816" y="3154680"/>
                  <a:pt x="1956816" y="3154680"/>
                </a:cubicBezTo>
                <a:moveTo>
                  <a:pt x="1399032" y="3182112"/>
                </a:moveTo>
                <a:cubicBezTo>
                  <a:pt x="1399032" y="3182112"/>
                  <a:pt x="1399032" y="3172968"/>
                  <a:pt x="1408176" y="3172968"/>
                </a:cubicBezTo>
                <a:cubicBezTo>
                  <a:pt x="1435608" y="3182112"/>
                  <a:pt x="1453896" y="3182112"/>
                  <a:pt x="1481328" y="3182112"/>
                </a:cubicBezTo>
                <a:cubicBezTo>
                  <a:pt x="1490472" y="3182112"/>
                  <a:pt x="1490472" y="3191256"/>
                  <a:pt x="1490472" y="3191256"/>
                </a:cubicBezTo>
                <a:cubicBezTo>
                  <a:pt x="1490472" y="3191256"/>
                  <a:pt x="1481328" y="3200400"/>
                  <a:pt x="1481328" y="3200400"/>
                </a:cubicBezTo>
                <a:cubicBezTo>
                  <a:pt x="1453896" y="3191256"/>
                  <a:pt x="1426464" y="3191256"/>
                  <a:pt x="1408176" y="3191256"/>
                </a:cubicBezTo>
                <a:cubicBezTo>
                  <a:pt x="1399032" y="3191256"/>
                  <a:pt x="1399032" y="3182112"/>
                  <a:pt x="1399032" y="3182112"/>
                </a:cubicBezTo>
                <a:moveTo>
                  <a:pt x="1801368" y="3182112"/>
                </a:moveTo>
                <a:cubicBezTo>
                  <a:pt x="1801368" y="3182112"/>
                  <a:pt x="1801368" y="3191256"/>
                  <a:pt x="1792224" y="3191256"/>
                </a:cubicBezTo>
                <a:cubicBezTo>
                  <a:pt x="1773936" y="3191256"/>
                  <a:pt x="1746504" y="3191256"/>
                  <a:pt x="1719072" y="3200400"/>
                </a:cubicBezTo>
                <a:cubicBezTo>
                  <a:pt x="1719072" y="3200400"/>
                  <a:pt x="1709928" y="3191256"/>
                  <a:pt x="1709928" y="3191256"/>
                </a:cubicBezTo>
                <a:cubicBezTo>
                  <a:pt x="1709928" y="3191256"/>
                  <a:pt x="1709928" y="3182112"/>
                  <a:pt x="1719072" y="3182112"/>
                </a:cubicBezTo>
                <a:cubicBezTo>
                  <a:pt x="1746504" y="3182112"/>
                  <a:pt x="1764792" y="3182112"/>
                  <a:pt x="1792224" y="3172968"/>
                </a:cubicBezTo>
                <a:cubicBezTo>
                  <a:pt x="1801368" y="3172968"/>
                  <a:pt x="1801368" y="3182112"/>
                  <a:pt x="1801368" y="3182112"/>
                </a:cubicBezTo>
                <a:moveTo>
                  <a:pt x="1554480" y="3191256"/>
                </a:moveTo>
                <a:cubicBezTo>
                  <a:pt x="1554480" y="3191256"/>
                  <a:pt x="1554480" y="3191256"/>
                  <a:pt x="1563624" y="3191256"/>
                </a:cubicBezTo>
                <a:cubicBezTo>
                  <a:pt x="1572768" y="3191256"/>
                  <a:pt x="1591056" y="3191256"/>
                  <a:pt x="1600200" y="3191256"/>
                </a:cubicBezTo>
                <a:cubicBezTo>
                  <a:pt x="1609344" y="3191256"/>
                  <a:pt x="1627632" y="3191256"/>
                  <a:pt x="1636776" y="3191256"/>
                </a:cubicBezTo>
                <a:cubicBezTo>
                  <a:pt x="1645920" y="3191256"/>
                  <a:pt x="1645920" y="3191256"/>
                  <a:pt x="1645920" y="3191256"/>
                </a:cubicBezTo>
                <a:cubicBezTo>
                  <a:pt x="1645920" y="3200400"/>
                  <a:pt x="1645920" y="3200400"/>
                  <a:pt x="1636776" y="3200400"/>
                </a:cubicBezTo>
                <a:cubicBezTo>
                  <a:pt x="1627632" y="3200400"/>
                  <a:pt x="1609344" y="3200400"/>
                  <a:pt x="1600200" y="3200400"/>
                </a:cubicBezTo>
                <a:cubicBezTo>
                  <a:pt x="1591056" y="3200400"/>
                  <a:pt x="1572768" y="3200400"/>
                  <a:pt x="1563624" y="3200400"/>
                </a:cubicBezTo>
                <a:cubicBezTo>
                  <a:pt x="1554480" y="3200400"/>
                  <a:pt x="1554480" y="3200400"/>
                  <a:pt x="1554480" y="3191256"/>
                </a:cubicBezTo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350826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en-US" sz="135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对象6"/>
          <p:cNvSpPr/>
          <p:nvPr>
            <p:custDataLst>
              <p:tags r:id="rId3"/>
            </p:custDataLst>
          </p:nvPr>
        </p:nvSpPr>
        <p:spPr>
          <a:xfrm>
            <a:off x="3683354" y="2893941"/>
            <a:ext cx="1782000" cy="1782000"/>
          </a:xfrm>
          <a:prstGeom prst="ellipse">
            <a:avLst/>
          </a:prstGeom>
          <a:solidFill>
            <a:srgbClr val="FFFFFF"/>
          </a:solidFill>
          <a:ln w="114300">
            <a:noFill/>
          </a:ln>
          <a:effectLst>
            <a:outerShdw blurRad="2540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en-US" sz="2100" dirty="0">
              <a:solidFill>
                <a:srgbClr val="FFFFFF"/>
              </a:solidFill>
              <a:latin typeface="+mn-lt"/>
              <a:sym typeface="+mn-lt"/>
            </a:endParaRPr>
          </a:p>
        </p:txBody>
      </p:sp>
      <p:sp>
        <p:nvSpPr>
          <p:cNvPr id="28" name="对象6"/>
          <p:cNvSpPr/>
          <p:nvPr>
            <p:custDataLst>
              <p:tags r:id="rId4"/>
            </p:custDataLst>
          </p:nvPr>
        </p:nvSpPr>
        <p:spPr>
          <a:xfrm>
            <a:off x="3764354" y="2974941"/>
            <a:ext cx="1620000" cy="16200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14348968" scaled="0"/>
          </a:gradFill>
          <a:ln w="1143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FFFF"/>
                </a:solidFill>
                <a:latin typeface="+mj-lt"/>
                <a:sym typeface="+mn-ea"/>
              </a:rPr>
              <a:t>challenges and limitations</a:t>
            </a:r>
          </a:p>
        </p:txBody>
      </p:sp>
      <p:sp>
        <p:nvSpPr>
          <p:cNvPr id="17" name="对象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 sz="4800"/>
              <a:t>Challenges and Limitation</a:t>
            </a:r>
          </a:p>
        </p:txBody>
      </p:sp>
      <p:sp>
        <p:nvSpPr>
          <p:cNvPr id="45" name="对象3"/>
          <p:cNvSpPr/>
          <p:nvPr>
            <p:custDataLst>
              <p:tags r:id="rId6"/>
            </p:custDataLst>
          </p:nvPr>
        </p:nvSpPr>
        <p:spPr>
          <a:xfrm>
            <a:off x="3799332" y="2510708"/>
            <a:ext cx="384048" cy="384048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50" b="1" dirty="0">
                <a:solidFill>
                  <a:srgbClr val="FFFFFF"/>
                </a:solidFill>
                <a:sym typeface="+mn-lt"/>
              </a:rPr>
              <a:t>1</a:t>
            </a:r>
          </a:p>
        </p:txBody>
      </p:sp>
      <p:sp>
        <p:nvSpPr>
          <p:cNvPr id="46" name="对象4"/>
          <p:cNvSpPr/>
          <p:nvPr>
            <p:custDataLst>
              <p:tags r:id="rId7"/>
            </p:custDataLst>
          </p:nvPr>
        </p:nvSpPr>
        <p:spPr>
          <a:xfrm>
            <a:off x="4978908" y="2510708"/>
            <a:ext cx="384048" cy="384048"/>
          </a:xfrm>
          <a:prstGeom prst="ellipse">
            <a:avLst/>
          </a:prstGeom>
          <a:solidFill>
            <a:schemeClr val="accent2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1350" b="1" dirty="0">
                <a:solidFill>
                  <a:srgbClr val="FFFFFF"/>
                </a:solidFill>
                <a:sym typeface="+mn-lt"/>
              </a:rPr>
              <a:t>2</a:t>
            </a:r>
          </a:p>
        </p:txBody>
      </p:sp>
      <p:sp>
        <p:nvSpPr>
          <p:cNvPr id="47" name="对象5"/>
          <p:cNvSpPr/>
          <p:nvPr>
            <p:custDataLst>
              <p:tags r:id="rId8"/>
            </p:custDataLst>
          </p:nvPr>
        </p:nvSpPr>
        <p:spPr>
          <a:xfrm>
            <a:off x="5589270" y="3601130"/>
            <a:ext cx="384048" cy="384048"/>
          </a:xfrm>
          <a:prstGeom prst="ellipse">
            <a:avLst/>
          </a:prstGeom>
          <a:solidFill>
            <a:schemeClr val="accent3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50" b="1" dirty="0">
                <a:solidFill>
                  <a:srgbClr val="FFFFFF"/>
                </a:solidFill>
                <a:sym typeface="+mn-lt"/>
              </a:rPr>
              <a:t>3</a:t>
            </a:r>
          </a:p>
        </p:txBody>
      </p:sp>
      <p:sp>
        <p:nvSpPr>
          <p:cNvPr id="48" name="对象6"/>
          <p:cNvSpPr/>
          <p:nvPr>
            <p:custDataLst>
              <p:tags r:id="rId9"/>
            </p:custDataLst>
          </p:nvPr>
        </p:nvSpPr>
        <p:spPr>
          <a:xfrm>
            <a:off x="3188970" y="3601130"/>
            <a:ext cx="384048" cy="384048"/>
          </a:xfrm>
          <a:prstGeom prst="ellipse">
            <a:avLst/>
          </a:prstGeom>
          <a:solidFill>
            <a:schemeClr val="accent6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50" b="1" dirty="0">
                <a:solidFill>
                  <a:srgbClr val="FFFFFF"/>
                </a:solidFill>
                <a:sym typeface="+mn-lt"/>
              </a:rPr>
              <a:t>6</a:t>
            </a:r>
          </a:p>
        </p:txBody>
      </p:sp>
      <p:sp>
        <p:nvSpPr>
          <p:cNvPr id="49" name="对象7"/>
          <p:cNvSpPr/>
          <p:nvPr>
            <p:custDataLst>
              <p:tags r:id="rId10"/>
            </p:custDataLst>
          </p:nvPr>
        </p:nvSpPr>
        <p:spPr>
          <a:xfrm>
            <a:off x="3799332" y="4677836"/>
            <a:ext cx="384048" cy="384048"/>
          </a:xfrm>
          <a:prstGeom prst="ellipse">
            <a:avLst/>
          </a:prstGeom>
          <a:solidFill>
            <a:schemeClr val="accent5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50" b="1">
                <a:solidFill>
                  <a:srgbClr val="FFFFFF"/>
                </a:solidFill>
                <a:sym typeface="+mn-lt"/>
              </a:rPr>
              <a:t>5</a:t>
            </a:r>
          </a:p>
        </p:txBody>
      </p:sp>
      <p:sp>
        <p:nvSpPr>
          <p:cNvPr id="50" name="对象8"/>
          <p:cNvSpPr/>
          <p:nvPr>
            <p:custDataLst>
              <p:tags r:id="rId11"/>
            </p:custDataLst>
          </p:nvPr>
        </p:nvSpPr>
        <p:spPr>
          <a:xfrm>
            <a:off x="4978908" y="4677836"/>
            <a:ext cx="384048" cy="384048"/>
          </a:xfrm>
          <a:prstGeom prst="ellipse">
            <a:avLst/>
          </a:prstGeom>
          <a:solidFill>
            <a:schemeClr val="accent4"/>
          </a:solidFill>
        </p:spPr>
        <p:txBody>
          <a:bodyPr wrap="none" lIns="0" tIns="0" rIns="0" bIns="0" rtlCol="0" anchor="ctr" anchorCtr="1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1350" b="1">
                <a:solidFill>
                  <a:srgbClr val="FFFFFF"/>
                </a:solidFill>
                <a:sym typeface="+mn-lt"/>
              </a:rPr>
              <a:t>4</a:t>
            </a:r>
          </a:p>
        </p:txBody>
      </p:sp>
      <p:sp>
        <p:nvSpPr>
          <p:cNvPr id="2" name="对象10"/>
          <p:cNvSpPr/>
          <p:nvPr>
            <p:custDataLst>
              <p:tags r:id="rId12"/>
            </p:custDataLst>
          </p:nvPr>
        </p:nvSpPr>
        <p:spPr>
          <a:xfrm>
            <a:off x="1075182" y="5474317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5">
              <a:alpha val="20000"/>
            </a:schemeClr>
          </a:solidFill>
        </p:spPr>
        <p:txBody>
          <a:bodyPr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对象11"/>
          <p:cNvSpPr/>
          <p:nvPr>
            <p:custDataLst>
              <p:tags r:id="rId13"/>
            </p:custDataLst>
          </p:nvPr>
        </p:nvSpPr>
        <p:spPr>
          <a:xfrm>
            <a:off x="5773818" y="5474317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4">
              <a:alpha val="20000"/>
            </a:schemeClr>
          </a:solidFill>
        </p:spPr>
        <p:txBody>
          <a:bodyPr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对象12"/>
          <p:cNvSpPr/>
          <p:nvPr>
            <p:custDataLst>
              <p:tags r:id="rId14"/>
            </p:custDataLst>
          </p:nvPr>
        </p:nvSpPr>
        <p:spPr>
          <a:xfrm>
            <a:off x="1025502" y="2887354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1">
              <a:alpha val="20000"/>
            </a:schemeClr>
          </a:solidFill>
        </p:spPr>
        <p:txBody>
          <a:bodyPr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对象13"/>
          <p:cNvSpPr/>
          <p:nvPr>
            <p:custDataLst>
              <p:tags r:id="rId15"/>
            </p:custDataLst>
          </p:nvPr>
        </p:nvSpPr>
        <p:spPr>
          <a:xfrm>
            <a:off x="5841786" y="2887354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2">
              <a:alpha val="20000"/>
            </a:schemeClr>
          </a:solidFill>
        </p:spPr>
        <p:txBody>
          <a:bodyPr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对象14"/>
          <p:cNvSpPr/>
          <p:nvPr>
            <p:custDataLst>
              <p:tags r:id="rId16"/>
            </p:custDataLst>
          </p:nvPr>
        </p:nvSpPr>
        <p:spPr>
          <a:xfrm>
            <a:off x="507932" y="4171297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6">
              <a:alpha val="20000"/>
            </a:schemeClr>
          </a:solidFill>
        </p:spPr>
        <p:txBody>
          <a:bodyPr/>
          <a:lstStyle/>
          <a:p>
            <a:endParaRPr 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对象15"/>
          <p:cNvSpPr/>
          <p:nvPr>
            <p:custDataLst>
              <p:tags r:id="rId17"/>
            </p:custDataLst>
          </p:nvPr>
        </p:nvSpPr>
        <p:spPr>
          <a:xfrm>
            <a:off x="6302923" y="4171297"/>
            <a:ext cx="2295000" cy="21600"/>
          </a:xfrm>
          <a:prstGeom prst="roundRect">
            <a:avLst>
              <a:gd name="adj" fmla="val 1050000"/>
            </a:avLst>
          </a:prstGeom>
          <a:solidFill>
            <a:schemeClr val="accent3">
              <a:alpha val="20000"/>
            </a:schemeClr>
          </a:solidFill>
        </p:spPr>
        <p:txBody>
          <a:bodyPr/>
          <a:lstStyle/>
          <a:p>
            <a:endParaRPr lang="en-US" sz="1350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18"/>
            </p:custDataLst>
          </p:nvPr>
        </p:nvSpPr>
        <p:spPr>
          <a:xfrm>
            <a:off x="6302923" y="3269660"/>
            <a:ext cx="2295000" cy="8343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 and fairness issues</a:t>
            </a:r>
          </a:p>
        </p:txBody>
      </p:sp>
      <p:sp>
        <p:nvSpPr>
          <p:cNvPr id="10" name="矩形 9"/>
          <p:cNvSpPr/>
          <p:nvPr>
            <p:custDataLst>
              <p:tags r:id="rId19"/>
            </p:custDataLst>
          </p:nvPr>
        </p:nvSpPr>
        <p:spPr>
          <a:xfrm>
            <a:off x="507932" y="3269660"/>
            <a:ext cx="2295000" cy="8343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Training Data</a:t>
            </a:r>
          </a:p>
        </p:txBody>
      </p:sp>
      <p:sp>
        <p:nvSpPr>
          <p:cNvPr id="11" name="矩形 10"/>
          <p:cNvSpPr/>
          <p:nvPr>
            <p:custDataLst>
              <p:tags r:id="rId20"/>
            </p:custDataLst>
          </p:nvPr>
        </p:nvSpPr>
        <p:spPr>
          <a:xfrm>
            <a:off x="5879886" y="2015780"/>
            <a:ext cx="2295000" cy="831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Lack of Accuracy</a:t>
            </a:r>
          </a:p>
        </p:txBody>
      </p:sp>
      <p:sp>
        <p:nvSpPr>
          <p:cNvPr id="13" name="矩形 12"/>
          <p:cNvSpPr/>
          <p:nvPr>
            <p:custDataLst>
              <p:tags r:id="rId21"/>
            </p:custDataLst>
          </p:nvPr>
        </p:nvSpPr>
        <p:spPr>
          <a:xfrm>
            <a:off x="1025502" y="2003080"/>
            <a:ext cx="2295000" cy="83058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concerns</a:t>
            </a:r>
          </a:p>
        </p:txBody>
      </p:sp>
      <p:sp>
        <p:nvSpPr>
          <p:cNvPr id="19" name="矩形 18"/>
          <p:cNvSpPr/>
          <p:nvPr>
            <p:custDataLst>
              <p:tags r:id="rId22"/>
            </p:custDataLst>
          </p:nvPr>
        </p:nvSpPr>
        <p:spPr>
          <a:xfrm>
            <a:off x="5773818" y="4572680"/>
            <a:ext cx="2295000" cy="8343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real-world understanding</a:t>
            </a:r>
          </a:p>
        </p:txBody>
      </p:sp>
      <p:sp>
        <p:nvSpPr>
          <p:cNvPr id="20" name="矩形 19"/>
          <p:cNvSpPr/>
          <p:nvPr>
            <p:custDataLst>
              <p:tags r:id="rId23"/>
            </p:custDataLst>
          </p:nvPr>
        </p:nvSpPr>
        <p:spPr>
          <a:xfrm>
            <a:off x="1075182" y="4572680"/>
            <a:ext cx="2295000" cy="8343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Tasks</a:t>
            </a:r>
          </a:p>
        </p:txBody>
      </p:sp>
      <p:pic>
        <p:nvPicPr>
          <p:cNvPr id="9" name="Picture 8"/>
          <p:cNvPicPr/>
          <p:nvPr/>
        </p:nvPicPr>
        <p:blipFill>
          <a:blip r:embed="rId25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5560" y="1124585"/>
            <a:ext cx="8895715" cy="1445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</a:t>
            </a:r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AI =  Think &amp; Decide</a:t>
            </a:r>
            <a:endParaRPr lang="en-US" sz="4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Generative AI = Create &amp; Produce</a:t>
            </a:r>
            <a:r>
              <a:rPr lang="en-US" sz="4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5560" y="3572510"/>
            <a:ext cx="90595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AI  Model  Understand prompts ?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700020" y="4365625"/>
            <a:ext cx="2794635" cy="2239010"/>
          </a:xfrm>
          <a:prstGeom prst="rect">
            <a:avLst/>
          </a:prstGeom>
        </p:spPr>
      </p:pic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15290" y="1124585"/>
            <a:ext cx="83134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What  is    a Prompt ?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51460" y="1772285"/>
            <a:ext cx="877951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A prompt is the input given to an AI model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It can be :</a:t>
            </a: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 question</a:t>
            </a: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 command</a:t>
            </a: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A sentence or paragraph</a:t>
            </a:r>
          </a:p>
          <a:p>
            <a:pPr indent="0">
              <a:buFont typeface="Wingdings" panose="05000000000000000000" charset="0"/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“Explain  Artificial Intelligence in simple terms”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19885" y="764540"/>
            <a:ext cx="63436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Why   Prompts    Matter?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560" y="1412240"/>
            <a:ext cx="85775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Prompt  work as the communication channel between your thoughts and the AI’s   processing.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Think of a prompt as the steering wheel of an AI system.When you steer precisely,the AI moves exactly in the direction you want.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27405" y="3140710"/>
            <a:ext cx="65525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  Reasons Why  Prompts  Matter</a:t>
            </a: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51460" y="3860800"/>
            <a:ext cx="87579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They  control the model’s focus and understanding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They decide accuracy,clarity, and relevance.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They trigger deeper reasoning  and structured thinking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They influence creativity,tone,and style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Good prompts reduce retries,saving time and effort.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396865" y="0"/>
            <a:ext cx="3745230" cy="765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29870" y="1029335"/>
            <a:ext cx="885888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History   of  Prompt   Engineering</a:t>
            </a:r>
          </a:p>
          <a:p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Early Rule Based AI (1950s-1980s)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Era (1990s-2010s)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Processing(2010-2016)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Pre-Trained Language Models(2018-2020)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Emergence of Prompt Engineering(2020-22)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Chat-Based AI systems(2022-present)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Modern Prompt Engineering Techniques(2023-present)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5396865" y="0"/>
            <a:ext cx="3745230" cy="765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3260" y="970915"/>
            <a:ext cx="742124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AI Tools For Prompt Engineering</a:t>
            </a:r>
          </a:p>
          <a:p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ChatGPT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Copilot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MidJourney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48580" y="0"/>
            <a:ext cx="4032885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dirty="0"/>
              <a:t>Types  of  Prompts</a:t>
            </a:r>
          </a:p>
        </p:txBody>
      </p:sp>
      <p:sp>
        <p:nvSpPr>
          <p:cNvPr id="11" name="矩形: 圆角 4"/>
          <p:cNvSpPr/>
          <p:nvPr>
            <p:custDataLst>
              <p:tags r:id="rId3"/>
            </p:custDataLst>
          </p:nvPr>
        </p:nvSpPr>
        <p:spPr>
          <a:xfrm>
            <a:off x="521970" y="2220278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Instruction Prompts</a:t>
            </a:r>
          </a:p>
        </p:txBody>
      </p:sp>
      <p:sp>
        <p:nvSpPr>
          <p:cNvPr id="29" name="任意多边形: 形状 11"/>
          <p:cNvSpPr/>
          <p:nvPr>
            <p:custDataLst>
              <p:tags r:id="rId4"/>
            </p:custDataLst>
          </p:nvPr>
        </p:nvSpPr>
        <p:spPr>
          <a:xfrm>
            <a:off x="522446" y="5538311"/>
            <a:ext cx="1238726" cy="6477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1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30" name="矩形: 圆角 49"/>
          <p:cNvSpPr/>
          <p:nvPr>
            <p:custDataLst>
              <p:tags r:id="rId5"/>
            </p:custDataLst>
          </p:nvPr>
        </p:nvSpPr>
        <p:spPr>
          <a:xfrm>
            <a:off x="859155" y="1905953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1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1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01</a:t>
            </a:r>
          </a:p>
        </p:txBody>
      </p:sp>
      <p:sp>
        <p:nvSpPr>
          <p:cNvPr id="16" name="矩形: 圆角 4"/>
          <p:cNvSpPr/>
          <p:nvPr>
            <p:custDataLst>
              <p:tags r:id="rId6"/>
            </p:custDataLst>
          </p:nvPr>
        </p:nvSpPr>
        <p:spPr>
          <a:xfrm>
            <a:off x="1892618" y="2220754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Question Prompts</a:t>
            </a:r>
          </a:p>
        </p:txBody>
      </p:sp>
      <p:sp>
        <p:nvSpPr>
          <p:cNvPr id="18" name="任意多边形: 形状 11"/>
          <p:cNvSpPr/>
          <p:nvPr>
            <p:custDataLst>
              <p:tags r:id="rId7"/>
            </p:custDataLst>
          </p:nvPr>
        </p:nvSpPr>
        <p:spPr>
          <a:xfrm>
            <a:off x="1893094" y="5538311"/>
            <a:ext cx="1238726" cy="6477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2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19" name="矩形: 圆角 49"/>
          <p:cNvSpPr/>
          <p:nvPr>
            <p:custDataLst>
              <p:tags r:id="rId8"/>
            </p:custDataLst>
          </p:nvPr>
        </p:nvSpPr>
        <p:spPr>
          <a:xfrm>
            <a:off x="2229803" y="1906429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2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2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02</a:t>
            </a:r>
          </a:p>
        </p:txBody>
      </p:sp>
      <p:sp>
        <p:nvSpPr>
          <p:cNvPr id="21" name="矩形: 圆角 4"/>
          <p:cNvSpPr/>
          <p:nvPr>
            <p:custDataLst>
              <p:tags r:id="rId9"/>
            </p:custDataLst>
          </p:nvPr>
        </p:nvSpPr>
        <p:spPr>
          <a:xfrm>
            <a:off x="3263265" y="2221230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Context Based Prompts</a:t>
            </a:r>
          </a:p>
        </p:txBody>
      </p:sp>
      <p:sp>
        <p:nvSpPr>
          <p:cNvPr id="23" name="任意多边形: 形状 11"/>
          <p:cNvSpPr/>
          <p:nvPr>
            <p:custDataLst>
              <p:tags r:id="rId10"/>
            </p:custDataLst>
          </p:nvPr>
        </p:nvSpPr>
        <p:spPr>
          <a:xfrm>
            <a:off x="3263265" y="5537835"/>
            <a:ext cx="1238726" cy="65723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3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24" name="矩形: 圆角 49"/>
          <p:cNvSpPr/>
          <p:nvPr>
            <p:custDataLst>
              <p:tags r:id="rId11"/>
            </p:custDataLst>
          </p:nvPr>
        </p:nvSpPr>
        <p:spPr>
          <a:xfrm>
            <a:off x="3599974" y="1906905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3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3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03</a:t>
            </a:r>
          </a:p>
        </p:txBody>
      </p:sp>
      <p:sp>
        <p:nvSpPr>
          <p:cNvPr id="49" name="矩形: 圆角 4"/>
          <p:cNvSpPr/>
          <p:nvPr>
            <p:custDataLst>
              <p:tags r:id="rId12"/>
            </p:custDataLst>
          </p:nvPr>
        </p:nvSpPr>
        <p:spPr>
          <a:xfrm>
            <a:off x="4643438" y="2204561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Few-Shot Prompts</a:t>
            </a:r>
          </a:p>
        </p:txBody>
      </p:sp>
      <p:sp>
        <p:nvSpPr>
          <p:cNvPr id="51" name="任意多边形: 形状 11"/>
          <p:cNvSpPr/>
          <p:nvPr>
            <p:custDataLst>
              <p:tags r:id="rId13"/>
            </p:custDataLst>
          </p:nvPr>
        </p:nvSpPr>
        <p:spPr>
          <a:xfrm>
            <a:off x="4633913" y="5539264"/>
            <a:ext cx="1238726" cy="6477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4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2" name="矩形: 圆角 49"/>
          <p:cNvSpPr/>
          <p:nvPr>
            <p:custDataLst>
              <p:tags r:id="rId14"/>
            </p:custDataLst>
          </p:nvPr>
        </p:nvSpPr>
        <p:spPr>
          <a:xfrm>
            <a:off x="4970621" y="1907381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4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4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04</a:t>
            </a:r>
          </a:p>
        </p:txBody>
      </p:sp>
      <p:sp>
        <p:nvSpPr>
          <p:cNvPr id="54" name="矩形: 圆角 4"/>
          <p:cNvSpPr/>
          <p:nvPr>
            <p:custDataLst>
              <p:tags r:id="rId15"/>
            </p:custDataLst>
          </p:nvPr>
        </p:nvSpPr>
        <p:spPr>
          <a:xfrm>
            <a:off x="6004560" y="2222183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5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Role-Based Prompts</a:t>
            </a:r>
          </a:p>
        </p:txBody>
      </p:sp>
      <p:sp>
        <p:nvSpPr>
          <p:cNvPr id="56" name="任意多边形: 形状 11"/>
          <p:cNvSpPr/>
          <p:nvPr>
            <p:custDataLst>
              <p:tags r:id="rId16"/>
            </p:custDataLst>
          </p:nvPr>
        </p:nvSpPr>
        <p:spPr>
          <a:xfrm>
            <a:off x="6005036" y="5539740"/>
            <a:ext cx="1238726" cy="6477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5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57" name="矩形: 圆角 49"/>
          <p:cNvSpPr/>
          <p:nvPr>
            <p:custDataLst>
              <p:tags r:id="rId17"/>
            </p:custDataLst>
          </p:nvPr>
        </p:nvSpPr>
        <p:spPr>
          <a:xfrm>
            <a:off x="6341745" y="1907858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5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5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05</a:t>
            </a:r>
          </a:p>
        </p:txBody>
      </p:sp>
      <p:sp>
        <p:nvSpPr>
          <p:cNvPr id="59" name="矩形: 圆角 4"/>
          <p:cNvSpPr/>
          <p:nvPr>
            <p:custDataLst>
              <p:tags r:id="rId18"/>
            </p:custDataLst>
          </p:nvPr>
        </p:nvSpPr>
        <p:spPr>
          <a:xfrm>
            <a:off x="7375208" y="2222659"/>
            <a:ext cx="1242060" cy="3384709"/>
          </a:xfrm>
          <a:prstGeom prst="roundRect">
            <a:avLst>
              <a:gd name="adj" fmla="val 5926"/>
            </a:avLst>
          </a:prstGeom>
          <a:solidFill>
            <a:sysClr val="window" lastClr="FFFFFF">
              <a:alpha val="15000"/>
            </a:sysClr>
          </a:solidFill>
          <a:ln w="12700" cap="flat" cmpd="sng" algn="ctr">
            <a:solidFill>
              <a:schemeClr val="accent6"/>
            </a:solidFill>
            <a:prstDash val="solid"/>
            <a:miter lim="800000"/>
          </a:ln>
          <a:effectLst/>
        </p:spPr>
        <p:txBody>
          <a:bodyPr wrap="square" lIns="135000" tIns="477405" rIns="73342" bIns="241527" rtlCol="0" anchor="t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Multi-Turn Conversational Prompts</a:t>
            </a:r>
          </a:p>
        </p:txBody>
      </p:sp>
      <p:sp>
        <p:nvSpPr>
          <p:cNvPr id="61" name="任意多边形: 形状 11"/>
          <p:cNvSpPr/>
          <p:nvPr>
            <p:custDataLst>
              <p:tags r:id="rId19"/>
            </p:custDataLst>
          </p:nvPr>
        </p:nvSpPr>
        <p:spPr>
          <a:xfrm>
            <a:off x="7377113" y="5540216"/>
            <a:ext cx="1238726" cy="64770"/>
          </a:xfrm>
          <a:custGeom>
            <a:avLst/>
            <a:gdLst>
              <a:gd name="connsiteX0" fmla="*/ 0 w 2299702"/>
              <a:gd name="connsiteY0" fmla="*/ 0 h 105988"/>
              <a:gd name="connsiteX1" fmla="*/ 2299702 w 2299702"/>
              <a:gd name="connsiteY1" fmla="*/ 0 h 105988"/>
              <a:gd name="connsiteX2" fmla="*/ 2295200 w 2299702"/>
              <a:gd name="connsiteY2" fmla="*/ 22301 h 105988"/>
              <a:gd name="connsiteX3" fmla="*/ 2168945 w 2299702"/>
              <a:gd name="connsiteY3" fmla="*/ 105988 h 105988"/>
              <a:gd name="connsiteX4" fmla="*/ 130757 w 2299702"/>
              <a:gd name="connsiteY4" fmla="*/ 105988 h 105988"/>
              <a:gd name="connsiteX5" fmla="*/ 4502 w 2299702"/>
              <a:gd name="connsiteY5" fmla="*/ 22301 h 105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9702" h="105988">
                <a:moveTo>
                  <a:pt x="0" y="0"/>
                </a:moveTo>
                <a:lnTo>
                  <a:pt x="2299702" y="0"/>
                </a:lnTo>
                <a:lnTo>
                  <a:pt x="2295200" y="22301"/>
                </a:lnTo>
                <a:cubicBezTo>
                  <a:pt x="2274399" y="71481"/>
                  <a:pt x="2225702" y="105988"/>
                  <a:pt x="2168945" y="105988"/>
                </a:cubicBezTo>
                <a:lnTo>
                  <a:pt x="130757" y="105988"/>
                </a:lnTo>
                <a:cubicBezTo>
                  <a:pt x="74000" y="105988"/>
                  <a:pt x="25303" y="71481"/>
                  <a:pt x="4502" y="22301"/>
                </a:cubicBezTo>
                <a:close/>
              </a:path>
            </a:pathLst>
          </a:cu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>
            <a:outerShdw blurRad="203200" dist="76200" dir="5400000" sx="96000" sy="96000" algn="t" rotWithShape="0">
              <a:schemeClr val="accent6">
                <a:alpha val="30000"/>
              </a:schemeClr>
            </a:outerShdw>
          </a:effectLst>
        </p:spPr>
        <p:txBody>
          <a:bodyPr lIns="0" tIns="0" rIns="0" bIns="0" rtlCol="0" anchor="ctr">
            <a:normAutofit fontScale="3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gradFill>
                <a:gsLst>
                  <a:gs pos="5000">
                    <a:srgbClr val="BC1E1E"/>
                  </a:gs>
                  <a:gs pos="100000">
                    <a:srgbClr val="771313"/>
                  </a:gs>
                </a:gsLst>
                <a:lin ang="4800000" scaled="0"/>
              </a:gradFill>
              <a:effectLst/>
              <a:uLnTx/>
              <a:uFillTx/>
              <a:latin typeface="+mn-lt"/>
              <a:sym typeface="Arial" panose="020B0604020202020204" pitchFamily="34" charset="0"/>
            </a:endParaRPr>
          </a:p>
        </p:txBody>
      </p:sp>
      <p:sp>
        <p:nvSpPr>
          <p:cNvPr id="62" name="矩形: 圆角 49"/>
          <p:cNvSpPr/>
          <p:nvPr>
            <p:custDataLst>
              <p:tags r:id="rId20"/>
            </p:custDataLst>
          </p:nvPr>
        </p:nvSpPr>
        <p:spPr>
          <a:xfrm>
            <a:off x="7711916" y="1908334"/>
            <a:ext cx="567000" cy="621000"/>
          </a:xfrm>
          <a:prstGeom prst="roundRect">
            <a:avLst>
              <a:gd name="adj" fmla="val 13544"/>
            </a:avLst>
          </a:prstGeom>
          <a:solidFill>
            <a:schemeClr val="accent6"/>
          </a:solidFill>
          <a:ln w="38100" cap="flat" cmpd="sng" algn="ctr">
            <a:noFill/>
            <a:prstDash val="solid"/>
            <a:miter lim="800000"/>
          </a:ln>
          <a:effectLst>
            <a:outerShdw blurRad="152400" dist="76200" dir="2700000" algn="tl" rotWithShape="0">
              <a:schemeClr val="accent6">
                <a:alpha val="30000"/>
              </a:schemeClr>
            </a:outerShdw>
          </a:effectLst>
        </p:spPr>
        <p:txBody>
          <a:bodyPr wrap="non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b="1" i="0" u="none" strike="noStrike" kern="0" cap="none" normalizeH="0" baseline="0" noProof="0" dirty="0">
                <a:ln>
                  <a:noFill/>
                </a:ln>
                <a:solidFill>
                  <a:schemeClr val="lt1">
                    <a:lumMod val="100000"/>
                  </a:schemeClr>
                </a:solidFill>
                <a:effectLst/>
                <a:uLnTx/>
                <a:uFillTx/>
                <a:sym typeface="+mn-lt"/>
              </a:rPr>
              <a:t>06</a:t>
            </a:r>
          </a:p>
        </p:txBody>
      </p:sp>
      <p:pic>
        <p:nvPicPr>
          <p:cNvPr id="4" name="Picture 3"/>
          <p:cNvPicPr/>
          <p:nvPr/>
        </p:nvPicPr>
        <p:blipFill>
          <a:blip r:embed="rId2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17930" y="932815"/>
            <a:ext cx="44913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Prompts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83895" y="1772285"/>
            <a:ext cx="72948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These prompts  give a clear instruction or command to the AI.They tell the AI exactly what task to perform.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Example:”Exlain gravity in simple words.”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Summaries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Rewriting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Direct task execution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75740" y="764540"/>
            <a:ext cx="5066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 prompts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54330" y="1883410"/>
            <a:ext cx="77044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These prompts ask a Question directly The AI responds ith the best possible answer.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Example</a:t>
            </a:r>
            <a:r>
              <a:rPr lang="en-US" sz="2400"/>
              <a:t>: “What is the capital of Japan?”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Factual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Genneral Knowledge queries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267960" y="0"/>
            <a:ext cx="3874135" cy="9690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331595" y="620395"/>
            <a:ext cx="39090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Few-Shot Prompts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28040" y="1556385"/>
            <a:ext cx="807847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These prompts include examples to show the AI how you want it to respond.The AI learns from the pattern.</a:t>
            </a:r>
          </a:p>
          <a:p>
            <a:r>
              <a:rPr lang="en-US" sz="2800" b="1"/>
              <a:t>Example</a:t>
            </a:r>
            <a:r>
              <a:rPr lang="en-US"/>
              <a:t>:</a:t>
            </a:r>
          </a:p>
          <a:p>
            <a:r>
              <a:rPr lang="en-US" sz="2800" b="1"/>
              <a:t>              User</a:t>
            </a:r>
            <a:r>
              <a:rPr lang="en-US" sz="2800"/>
              <a:t>:”Write a positive review”</a:t>
            </a:r>
          </a:p>
          <a:p>
            <a:r>
              <a:rPr lang="en-US" sz="2800" b="1"/>
              <a:t>               AI</a:t>
            </a:r>
            <a:r>
              <a:rPr lang="en-US" sz="2800"/>
              <a:t>:”Amazing experience!”</a:t>
            </a:r>
          </a:p>
          <a:p>
            <a:r>
              <a:rPr lang="en-US" sz="2800" b="1"/>
              <a:t>              User</a:t>
            </a:r>
            <a:r>
              <a:rPr lang="en-US" sz="2800"/>
              <a:t>:”Write another one.”</a:t>
            </a:r>
          </a:p>
          <a:p>
            <a:r>
              <a:rPr lang="en-US" sz="2800" b="1"/>
              <a:t>Best For</a:t>
            </a: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Copying a style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Providing a 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Pattern continuation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39055" y="0"/>
            <a:ext cx="4003040" cy="10401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87450" y="764540"/>
            <a:ext cx="46843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Based Prompts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95630" y="1667510"/>
            <a:ext cx="715835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You assign a specific role to the AI so that its responses match a professional ,creative or expert tone.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You are a doctor.Explain what fever is.”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Expert-style answers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Coaching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Teaching explanations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657215" y="0"/>
            <a:ext cx="3484880" cy="8959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67995" y="908685"/>
            <a:ext cx="79241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Conversational Prompts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55930" y="1960880"/>
            <a:ext cx="842200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These prompts develop over many messages.Each message adds more context,allowing the AI to respond more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“Help me learn programming”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AI: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”Sure! What do you want to learn first?”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Long learning sessions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guidance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Building detailed understanding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84165" y="0"/>
            <a:ext cx="3757930" cy="895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068705" y="620395"/>
            <a:ext cx="62395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Completion Prompt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5605" y="1340485"/>
            <a:ext cx="7531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 AI  completes   or continuous a given piece of text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866140" y="1819275"/>
            <a:ext cx="37058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 Features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01955" y="2312670"/>
            <a:ext cx="774636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Input  is partial 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Output continues in the same style or pattern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Useful  for  prediction-based tasks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“Artificial Intelligence is transforming the world by....”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“The benefits of renewable energy include....”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“Once upon a time in a small village....”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Cases: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Story writing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Code computation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Sentence prediction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39055" y="0"/>
            <a:ext cx="400304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03985" y="764540"/>
            <a:ext cx="3756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Chat  Prompt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39115" y="1340485"/>
            <a:ext cx="787781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Prompts   Designed for conversational interaction with AI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Back and forth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conversation flow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“Can you help me prepare for an interview?”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“What are the best programming languages to learn?”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the concept step by step”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Virtual assistants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5297170" y="0"/>
            <a:ext cx="3844925" cy="10699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5605" y="692150"/>
            <a:ext cx="7862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What are Tokens?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683260" y="1412240"/>
            <a:ext cx="808037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AI  models do not read full sentences directly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They break the text into TOKENS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Tokens can be: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Words -&gt; “AI”</a:t>
            </a:r>
            <a:br>
              <a:rPr lang="en-US" sz="2400"/>
            </a:br>
            <a:r>
              <a:rPr lang="en-US" sz="2400"/>
              <a:t>Parts of Words-&gt;”under” + “stand”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Character or symbols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400"/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/>
              <a:t>EXAMPLE : “AI is awesome!”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/>
              <a:t>becomes:[“AI”, “is”, “awesome”, “!”]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85460" y="0"/>
            <a:ext cx="3556635" cy="809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24075" y="908685"/>
            <a:ext cx="58705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Tokens Matter?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82930" y="1756410"/>
            <a:ext cx="650938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Model process input token by token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token is converted into a number (encoding)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AI: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structure</a:t>
            </a:r>
          </a:p>
          <a:p>
            <a:pPr marL="342900" indent="-342900">
              <a:buFont typeface="Wingdings" panose="05000000000000000000" charset="0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Predict next word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Token limit = maximum input size(e.g., 4k,8k,32k         tokens)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297170" y="0"/>
            <a:ext cx="3844925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8040" y="908685"/>
            <a:ext cx="7560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 are Token Limits?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-36195" y="1628775"/>
            <a:ext cx="854837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Every AI model has a maximum number of Tokens it can process at once. This limit includes both your input and the AI’s output.when the model must stop generating.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99795" y="2683510"/>
            <a:ext cx="4385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Are Token Limits?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2070" y="3408680"/>
            <a:ext cx="80029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Every AI model has a maximum number of tokens it can process at once. This limit includes both your input and the AI’s output.When the limit is reached,the model must stop generating.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259840" y="4626610"/>
            <a:ext cx="3943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Limits Exist?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1460" y="5372735"/>
            <a:ext cx="83858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Tokens limits help the model maintain memory, prevent overloading,and ensure stable output for every request.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203825" y="0"/>
            <a:ext cx="393827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79930" y="764540"/>
            <a:ext cx="5891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Context?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15695" y="1386840"/>
            <a:ext cx="5873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Context = surrounding information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187450" y="1885315"/>
            <a:ext cx="5391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691640" y="2346325"/>
            <a:ext cx="3519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Previous words in sentence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Earlier conversation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87450" y="2996565"/>
            <a:ext cx="55359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Helps AI understand: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475740" y="3488690"/>
            <a:ext cx="30238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23850" y="4552315"/>
            <a:ext cx="45986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Bank”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River bank(nature context)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bank(money context)  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5498465" y="0"/>
            <a:ext cx="3643630" cy="9690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41830" y="894715"/>
            <a:ext cx="45745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Context Window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3215" y="1556385"/>
            <a:ext cx="804291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AI models have a context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the memory limit for tokens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Includes: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Includes 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Previous conversation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Generated output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More Context = Better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Too much input = older info may be forgotten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13070" y="0"/>
            <a:ext cx="3629025" cy="9544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39750" y="1130300"/>
            <a:ext cx="7880985" cy="9798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    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How   Developers   Use   Context Windows?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5605" y="2132965"/>
            <a:ext cx="792543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   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 structure prompts efficiently.</a:t>
            </a: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To chunk large documents before sending.</a:t>
            </a: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   To avoid overflowing the limit and losing important  info.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29640" y="4565650"/>
            <a:ext cx="70986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Note: The bigger the context window the more the model can remember  in a single  conversation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354955" y="0"/>
            <a:ext cx="3787140" cy="9982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187450" y="908685"/>
            <a:ext cx="5791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     Vs     Bad    Prompts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95605" y="1430655"/>
            <a:ext cx="77552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quality of  AI depends  on the quality of the 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Clear  and specific prompts produce better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Vague prompts lead to unclear or irrelevant responses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15695" y="2780665"/>
            <a:ext cx="5040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  is a Good Prompt?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11505" y="3225800"/>
            <a:ext cx="72097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prompt that is clear,specific,and well-structured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states the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Provides enough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Uses simple,and precise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May include format or constraints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machine learning in 5 bullet points with simple examples.”</a:t>
            </a: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514340" y="0"/>
            <a:ext cx="3627755" cy="96901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75740" y="692150"/>
            <a:ext cx="5945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a Good prompt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12725" y="1268730"/>
            <a:ext cx="878141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   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Roles in AI Prompting</a:t>
            </a:r>
          </a:p>
          <a:p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AI  interaction’s, ‘roles’  define the  perspective or function assigned to the model.Roles guide how the model responds,ensuring that answers match the intended tone,expertise,or behaviour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49555" y="2938780"/>
            <a:ext cx="8226425" cy="273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Common Roles Used  in AI</a:t>
            </a: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Expert/Analyst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6058535" y="0"/>
            <a:ext cx="3083560" cy="91376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55650" y="1124585"/>
            <a:ext cx="79190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Teacher</a:t>
            </a:r>
          </a:p>
        </p:txBody>
      </p:sp>
      <p:pic>
        <p:nvPicPr>
          <p:cNvPr id="3" name="Picture 2" descr="ChatGPT Image Apr 20, 2026, 10_20_36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1708150"/>
            <a:ext cx="3960495" cy="328485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7360" y="4993005"/>
            <a:ext cx="84442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Explains concepts clearly and educates the user</a:t>
            </a:r>
            <a:endParaRPr lang="en-US" sz="320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15060" y="1174115"/>
            <a:ext cx="8263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Programmer</a:t>
            </a:r>
          </a:p>
        </p:txBody>
      </p:sp>
      <p:pic>
        <p:nvPicPr>
          <p:cNvPr id="3" name="Picture 2" descr="ChatGPT Image Apr 20, 2026, 10_25_30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880235"/>
            <a:ext cx="3097530" cy="30975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7995" y="4928235"/>
            <a:ext cx="814641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 coding solutions or explains technical topics</a:t>
            </a: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08575" y="0"/>
            <a:ext cx="4033520" cy="10255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90675" y="942340"/>
            <a:ext cx="3989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Editor</a:t>
            </a:r>
          </a:p>
        </p:txBody>
      </p:sp>
      <p:pic>
        <p:nvPicPr>
          <p:cNvPr id="3" name="Picture 2" descr="ChatGPT Image Apr 20, 2026, 10_34_16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1525905"/>
            <a:ext cx="3181985" cy="31819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45135" y="4704715"/>
            <a:ext cx="839025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Suggests improvements,corrects grammar,and enhances clarity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094605" y="0"/>
            <a:ext cx="4047490" cy="105537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30450" y="1029335"/>
            <a:ext cx="36099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</a:t>
            </a: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</a:p>
        </p:txBody>
      </p:sp>
      <p:pic>
        <p:nvPicPr>
          <p:cNvPr id="3" name="Picture 2" descr="ChatGPT Image Apr 20, 2026, 10_39_40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845310"/>
            <a:ext cx="3246120" cy="277368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447800" y="4521835"/>
            <a:ext cx="68205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Gives practical Advice, reminders,or procedural help.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80965" y="0"/>
            <a:ext cx="3961130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910080" y="1087120"/>
            <a:ext cx="4750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Expert/Analyst</a:t>
            </a:r>
          </a:p>
        </p:txBody>
      </p:sp>
      <p:pic>
        <p:nvPicPr>
          <p:cNvPr id="3" name="Picture 2" descr="ChatGPT Image Apr 20, 2026, 10_44_44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1701165"/>
            <a:ext cx="3397250" cy="339725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74370" y="4885690"/>
            <a:ext cx="74910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Provides deep reasoning, insights,and professional-level answers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166360" y="0"/>
            <a:ext cx="3975735" cy="10553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76070" y="1029335"/>
            <a:ext cx="5012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of Role Assignment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14960" y="1790700"/>
            <a:ext cx="7713345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Prompt</a:t>
            </a:r>
            <a:r>
              <a:rPr lang="en-US" sz="2400"/>
              <a:t>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‘Act as a math teacher and explain Pythagoras theorem with an example’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will respond in a teaching role,simplifying the explanantion and providing an illustrative example.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 Assigning roles helps the model align with the intended style, depth,and expertise level for the task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97475" y="0"/>
            <a:ext cx="3944620" cy="10699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51460" y="908685"/>
            <a:ext cx="8319770" cy="2078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Objectives of Prompting</a:t>
            </a: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define the purpose or goal you want the AI to achieve.clearly stating objectives helps the model to provide precise,relevant and effective responses.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55650" y="3140710"/>
            <a:ext cx="71469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Common objectives in prompts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Clarity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441315" y="0"/>
            <a:ext cx="370078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7405" y="980440"/>
            <a:ext cx="786066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Objectives in Action</a:t>
            </a:r>
          </a:p>
          <a:p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Prompt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:’Summarize the article  about climate change in 3 key points.’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:Provide a concise,accurate ,and clear summary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18795" y="4868545"/>
            <a:ext cx="83178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/>
              <a:t>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Always define your objective before crafting prompt to get focused and relevant responses.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55590" y="0"/>
            <a:ext cx="3786505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59385" y="980440"/>
            <a:ext cx="8526780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Constraints in  Prompting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are rules or limits applied to a prompt to guide the AI in producing outputs that fit specific reuirements They ensure responses stay within desired boundaries 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56260" y="2884805"/>
            <a:ext cx="677291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Common Types of Constraints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Specific  Instructions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 or scope</a:t>
            </a:r>
          </a:p>
          <a:p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210810" y="0"/>
            <a:ext cx="3931285" cy="10699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12420" y="1043305"/>
            <a:ext cx="8525510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Example  of Constraints</a:t>
            </a:r>
          </a:p>
          <a:p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Prompt: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’Write a 5 line summary of the article in formal tone’</a:t>
            </a:r>
          </a:p>
          <a:p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:’Only 5 Lines ,format style,concise and informative</a:t>
            </a:r>
          </a:p>
          <a:p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Clearly define constarints to prevent ambiguos,irrelevant,or overly verbose AI outputs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53660" y="0"/>
            <a:ext cx="3988435" cy="10255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38125" y="1014730"/>
            <a:ext cx="8603615" cy="5446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Example of Effective Prompts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Examples illustrate how prompts,constraints,and instructions work together to guide AI output.They help understand what a well-structured prompt look like in practice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1: Simple Question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Prompt: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’What is the capital of France?’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Response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:’The capital of France is paris’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2:Structured Output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Prompt: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’List 3 benefits of exercise in bullet points’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Response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Improves physical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Boosts mental wellbeing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Increases energy and stamina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110480" y="0"/>
            <a:ext cx="4031615" cy="10140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10185" y="822960"/>
            <a:ext cx="885952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Instructions  &amp; Expected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 guide the AI on’how’ to perform a task.Expected outputs specify the format tone, or structure the AI should follow.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’Summarize the following paragraph in 2 sentences.’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concise summary with exactly 2 sentences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:Clear instructions+ clearly defined outputs = more  accurate AI response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570855" y="0"/>
            <a:ext cx="3571240" cy="92583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828675" y="855345"/>
            <a:ext cx="741997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Bad Prompt(Unclear &amp; Vague)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Lacks clear instructions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Missing context or purpose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Too broad or generic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NO defined output format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AI.”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What type of explanation?Level?Use case</a:t>
            </a:r>
          </a:p>
          <a:p>
            <a:pPr indent="0">
              <a:buFont typeface="Arial" panose="020B0604020202020204" pitchFamily="34" charset="0"/>
              <a:buNone/>
            </a:pP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96865" y="0"/>
            <a:ext cx="3745230" cy="9258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84530" y="898525"/>
            <a:ext cx="7506335" cy="5139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 Prompt(Clear &amp; Specific)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Clearly states the task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context and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Defines expected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Uses precise language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Artificial Intelligence in 5 bullet points for beginners ,including real-life examples”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Clear+Specific+Structured content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84165" y="0"/>
            <a:ext cx="375793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55650" y="908685"/>
            <a:ext cx="719963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Prompt  Improvement - From Weak to Strong</a:t>
            </a:r>
          </a:p>
          <a:p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weak prompt is vague,unclear,and lacks direction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Strong prompt is clear,specific and gives enough detail for accurate output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325110" y="0"/>
            <a:ext cx="3816985" cy="94043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2430" y="908685"/>
            <a:ext cx="8504555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  Steps  to Follow</a:t>
            </a:r>
          </a:p>
          <a:p>
            <a:pPr marL="457200" indent="-457200"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Read the given weak prompt</a:t>
            </a:r>
          </a:p>
          <a:p>
            <a:pPr marL="457200" indent="-457200"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what is missing (context,audience,format,length,purpose)</a:t>
            </a:r>
          </a:p>
          <a:p>
            <a:pPr marL="457200" indent="-457200">
              <a:buAutoNum type="arabicPeriod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Rewrite the prompt by adding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clear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Target audience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Output format(points,paragraph,table,etc).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Any constarints(length,tone,examples)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95605" y="764540"/>
            <a:ext cx="8603615" cy="692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Activity Examples</a:t>
            </a:r>
          </a:p>
          <a:p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1: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Weak Prompt: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cloud computing”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Strong Prompt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“Explain cloud computing in simple terms for beginners,using 5 bullet points and include one real-world example</a:t>
            </a: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2: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Weak Prompt: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“Give code”</a:t>
            </a: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Strong Prompt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“Write a python program to check whether a number is prime,with comments explaining each step”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2051685" y="1485265"/>
            <a:ext cx="5187315" cy="498729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932045" y="0"/>
            <a:ext cx="4210050" cy="10858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427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diagram"/>
  <p:tag name="KSO_WM_TEMPLATE_INDEX" val="20238427"/>
  <p:tag name="KSO_WM_SLIDE_TYPE" val="text"/>
  <p:tag name="KSO_WM_SLIDE_SUBTYPE" val="diag"/>
  <p:tag name="KSO_WM_SLIDE_SIZE" val="850.659*325.723"/>
  <p:tag name="KSO_WM_SLIDE_POSITION" val="55.0139*137.27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27_1*a*1"/>
  <p:tag name="KSO_WM_TEMPLATE_CATEGORY" val="diagram"/>
  <p:tag name="KSO_WM_TEMPLATE_INDEX" val="2023842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27_1*l_h_f*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27_1*l_h_f*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27_1*l_h_f*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427_1*l_h_i*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27_1*l_h_f*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427_1*l_h_i*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427_1*l_h_i*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7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427_1*l_h_i*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27_1*l_h_i*1_4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27_1*l_h_i*1_3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.4000000059604645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27_1*l_h_i*1_2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.600000023841857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27_1*l_h_i*1_1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.80000001192092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427_1*l_h_i*1_1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427_1*l_h_i*1_4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8427_1*l_i*1_2"/>
  <p:tag name="KSO_WM_TEMPLATE_CATEGORY" val="diagram"/>
  <p:tag name="KSO_WM_TEMPLATE_INDEX" val="20238427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82716661275,&quot;left&quot;:41.260393700787404,&quot;top&quot;:170.45787006615603,&quot;width&quot;:657.6803937007874}"/>
  <p:tag name="KSO_WM_DIAGRAM_COLOR_MATCH_VALUE" val="{&quot;shape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3"/>
  <p:tag name="KSO_WM_UNIT_FILL_FORE_SCHEMECOLOR_INDEX_BRIGHTNESS" val="0.75"/>
  <p:tag name="KSO_WM_UNIT_USESOURCEFORMAT_APPLY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411_1"/>
  <p:tag name="KSO_WM_TEMPLATE_SUBCATEGORY" val="0"/>
  <p:tag name="KSO_WM_TEMPLATE_MASTER_TYPE" val="0"/>
  <p:tag name="KSO_WM_TEMPLATE_COLOR_TYPE" val="0"/>
  <p:tag name="KSO_WM_SLIDE_ITEM_CNT" val="5"/>
  <p:tag name="KSO_WM_SLIDE_INDEX" val="1"/>
  <p:tag name="KSO_WM_TAG_VERSION" val="3.0"/>
  <p:tag name="KSO_WM_BEAUTIFY_FLAG" val="#wm#"/>
  <p:tag name="KSO_WM_TEMPLATE_CATEGORY" val="diagram"/>
  <p:tag name="KSO_WM_TEMPLATE_INDEX" val="20238411"/>
  <p:tag name="KSO_WM_SLIDE_TYPE" val="text"/>
  <p:tag name="KSO_WM_SLIDE_SUBTYPE" val="diag"/>
  <p:tag name="KSO_WM_SLIDE_SIZE" val="759.701*357.223"/>
  <p:tag name="KSO_WM_SLIDE_POSITION" val="105.319*123.263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11_1*a*1"/>
  <p:tag name="KSO_WM_TEMPLATE_CATEGORY" val="diagram"/>
  <p:tag name="KSO_WM_TEMPLATE_INDEX" val="2023841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4"/>
  <p:tag name="KSO_WM_UNIT_ID" val="diagram20238411_1*l_h_i*1_5_4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6499999761581421,&quot;colorType&quot;:1,&quot;foreColorIndex&quot;:5,&quot;transparency&quot;:0.55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5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6"/>
  <p:tag name="KSO_WM_UNIT_ID" val="diagram20238411_1*l_h_i*1_1_6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6499999761581421,&quot;colorType&quot;:1,&quot;foreColorIndex&quot;:5,&quot;transparency&quot;:0.55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5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11_1*l_h_i*1_1_2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5"/>
  <p:tag name="KSO_WM_UNIT_ID" val="diagram20238411_1*l_h_i*1_1_5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2"/>
  <p:tag name="KSO_WM_UNIT_TEXT_FILL_FORE_SCHEMECOLOR_INDEX" val="2"/>
  <p:tag name="KSO_WM_UNIT_TEXT_FILL_TYPE" val="1"/>
  <p:tag name="KSO_WM_UNIT_USESOURCEFORMAT_APPLY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411_1*l_h_i*1_5_2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8411_1*l_h_i*1_5_3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2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411_1*l_h_i*1_4_3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11_1*l_h_i*1_4_2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0500000007450580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05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11_1*l_h_i*1_2_2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411_1*l_h_i*1_1_3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0500000007450580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05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8411_1*l_h_i*1_3_3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gradient&quot;:[{&quot;brightness&quot;:0.20000000298023224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411_1*l_h_i*1_3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0500000007450580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05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ID" val="diagram20238411_1*l_h_i*1_3_4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.0500000007450580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05"/>
  <p:tag name="KSO_WM_UNIT_TEXT_FILL_FORE_SCHEMECOLOR_INDEX" val="2"/>
  <p:tag name="KSO_WM_UNIT_TEXT_FILL_TYPE" val="1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11_1*l_h_f*1_1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411_1*l_h_i*1_1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411_1*l_h_f*1_5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diagram20238411_1*l_h_i*1_5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11_1*l_h_f*1_2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411_1*l_h_i*1_2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11_1*l_h_f*1_3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38411_1*l_h_i*1_3_2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11_1*l_h_f*1_4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411_1*l_h_i*1_4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30*1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8411_1*l_h_x*1_3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10*1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411_1*l_h_x*1_1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20*1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411_1*l_h_x*1_2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10*1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8411_1*l_h_x*1_4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10*1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5_1"/>
  <p:tag name="KSO_WM_UNIT_ID" val="diagram20238411_1*l_h_x*1_5_1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ID" val="diagram20238411_1*l_h_i*1_1_4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5"/>
  <p:tag name="KSO_WM_UNIT_LINE_FILL_TYPE" val="2"/>
  <p:tag name="KSO_WM_UNIT_USESOURCEFORMAT_APPL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5"/>
  <p:tag name="KSO_WM_UNIT_ID" val="diagram20238411_1*l_h_i*1_5_5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9"/>
  <p:tag name="KSO_WM_UNIT_LINE_FILL_TYPE" val="2"/>
  <p:tag name="KSO_WM_UNIT_USESOURCEFORMAT_APPL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5"/>
  <p:tag name="KSO_WM_UNIT_ID" val="diagram20238411_1*l_h_i*1_3_5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7"/>
  <p:tag name="KSO_WM_UNIT_LINE_FILL_TYPE" val="2"/>
  <p:tag name="KSO_WM_UNIT_USESOURCEFORMAT_APPL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8411_1*l_h_i*1_2_3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6"/>
  <p:tag name="KSO_WM_UNIT_LINE_FILL_TYPE" val="2"/>
  <p:tag name="KSO_WM_UNIT_USESOURCEFORMAT_APPL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4"/>
  <p:tag name="KSO_WM_UNIT_ID" val="diagram20238411_1*l_h_i*1_4_4"/>
  <p:tag name="KSO_WM_TEMPLATE_CATEGORY" val="diagram"/>
  <p:tag name="KSO_WM_TEMPLATE_INDEX" val="20238411"/>
  <p:tag name="KSO_WM_UNIT_LAYERLEVEL" val="1_1_1"/>
  <p:tag name="KSO_WM_TAG_VERSION" val="3.0"/>
  <p:tag name="KSO_WM_BEAUTIFY_FLAG" val="#wm#"/>
  <p:tag name="KSO_WM_DIAGRAM_MAX_ITEMCNT" val="5"/>
  <p:tag name="KSO_WM_DIAGRAM_MIN_ITEMCNT" val="5"/>
  <p:tag name="KSO_WM_DIAGRAM_VIRTUALLY_FRAME" val="{&quot;height&quot;:267.9482191130834,&quot;left&quot;:80.68759842519688,&quot;top&quot;:159.9472926979402,&quot;width&quot;:566.42393700787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LINE_FORE_SCHEMECOLOR_INDEX" val="8"/>
  <p:tag name="KSO_WM_UNIT_LINE_FILL_TYPE" val="2"/>
  <p:tag name="KSO_WM_UNIT_USESOURCEFORMAT_APPL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diagram20238227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50.4*387.517"/>
  <p:tag name="KSO_WM_SLIDE_POSITION" val="54.8*115.243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227"/>
  <p:tag name="KSO_WM_SLIDE_LAYOUT" val="a_l"/>
  <p:tag name="KSO_WM_SLIDE_LAYOUT_CNT" val="1_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27_3*a*1"/>
  <p:tag name="KSO_WM_TEMPLATE_CATEGORY" val="diagram"/>
  <p:tag name="KSO_WM_TEMPLATE_INDEX" val="2023822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27_1*l_h_i*1_1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27_1*l_h_a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27_1*l_h_f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27_1*l_h_i*1_2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27_1*l_h_a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27_1*l_h_f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27_1*l_h_i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1"/>
  <p:tag name="KSO_WM_UNIT_TEXT_FORE_SCHEMECOLOR_INDEX" val="5"/>
  <p:tag name="KSO_WM_UNIT_TEXT_LINE_FILL_TYPE" val="2"/>
  <p:tag name="KSO_WM_UNIT_USESOURCEFORMAT_APPL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2"/>
  <p:tag name="KSO_WM_DIAGRAM_VIRTUALLY_FRAME" val="{&quot;height&quot;:292.38542823203,&quot;left&quot;:41.1,&quot;top&quot;:153.07165838214326,&quot;width&quot;:637.80007874015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27_1*l_h_i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2"/>
  <p:tag name="KSO_WM_UNIT_TEXT_FORE_SCHEMECOLOR_INDEX" val="6"/>
  <p:tag name="KSO_WM_UNIT_TEXT_LINE_FILL_TYPE" val="2"/>
  <p:tag name="KSO_WM_UNIT_USESOURCEFORMAT_APPL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  <p:tag name="KSO_WM_SLIDE_ID" val="diagram20238351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772.823*327.417"/>
  <p:tag name="KSO_WM_SLIDE_POSITION" val="93.5883*134.53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51"/>
  <p:tag name="KSO_WM_SLIDE_LAYOUT" val="a_l"/>
  <p:tag name="KSO_WM_SLIDE_LAYOUT_CNT" val="1_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51_3*a*1"/>
  <p:tag name="KSO_WM_TEMPLATE_CATEGORY" val="diagram"/>
  <p:tag name="KSO_WM_TEMPLATE_INDEX" val="2023835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8351_3*l_i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.4000000059604645,&quot;colorType&quot;:1,&quot;foreColorIndex&quot;:5,&quot;transparency&quot;:0.7400000095367432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51_3*l_h_i*1_1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2"/>
  <p:tag name="KSO_WM_UNIT_ID" val="diagram20238351_3*l_h_f*1_1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8351_3*l_h_f*1_6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51_3*l_h_f*1_5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.4000000059604645,&quot;colorType&quot;:1,&quot;foreColorIndex&quot;:5,&quot;transparency&quot;:0.680000007152557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51_3*l_h_i*1_2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4"/>
  <p:tag name="KSO_WM_UNIT_TEXT_FILL_FORE_SCHEMECOLOR_INDEX" val="2"/>
  <p:tag name="KSO_WM_UNIT_TEXT_FILL_TYPE" val="1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2"/>
  <p:tag name="KSO_WM_UNIT_ID" val="diagram20238351_3*l_h_f*1_2_2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51_3*l_h_f*1_3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51_3*l_h_f*1_4_1"/>
  <p:tag name="KSO_WM_TEMPLATE_CATEGORY" val="diagram"/>
  <p:tag name="KSO_WM_TEMPLATE_INDEX" val="20238351"/>
  <p:tag name="KSO_WM_UNIT_LAYERLEVEL" val="1_1_1"/>
  <p:tag name="KSO_WM_TAG_VERSION" val="3.0"/>
  <p:tag name="KSO_WM_BEAUTIFY_FLAG" val="#wm#"/>
  <p:tag name="KSO_WM_UNIT_PRESET_TEXT" val="Click here to add text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MAX_ITEMCNT" val="6"/>
  <p:tag name="KSO_WM_DIAGRAM_MIN_ITEMCNT" val="4"/>
  <p:tag name="KSO_WM_DIAGRAM_VIRTUALLY_FRAME" val="{&quot;height&quot;:244.2942750890539,&quot;left&quot;:70.19125984251968,&quot;top&quot;:169.06320522590667,&quot;width&quot;:579.617480314960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VALUE" val="180*18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x"/>
  <p:tag name="KSO_WM_UNIT_INDEX" val="1_1"/>
  <p:tag name="KSO_WM_UNIT_ID" val="diagram20238351_3*l_x*1_1"/>
  <p:tag name="KSO_WM_TEMPLATE_CATEGORY" val="diagram"/>
  <p:tag name="KSO_WM_TEMPLATE_INDEX" val="20238351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22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221"/>
  <p:tag name="KSO_WM_SLIDE_TYPE" val="text"/>
  <p:tag name="KSO_WM_SLIDE_SUBTYPE" val="diag"/>
  <p:tag name="KSO_WM_SLIDE_SIZE" val="861.85*375.1"/>
  <p:tag name="KSO_WM_SLIDE_POSITION" val="49.75*124.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DIAGRAM_ISREFERUNIT" val="0"/>
  <p:tag name="KSO_WM_TEMPLATE_CATEGORY" val="diagram"/>
  <p:tag name="KSO_WM_UNIT_LAYERLEVEL" val="1_1_1"/>
  <p:tag name="KSO_WM_BEAUTIFY_FLAG" val="#wm#"/>
  <p:tag name="KSO_WM_DIAGRAM_COLOR_TRICK" val="1"/>
  <p:tag name="KSO_WM_DIAGRAM_GROUP_CODE" val="n1-1"/>
  <p:tag name="KSO_WM_UNIT_INDEX" val="1_1_1"/>
  <p:tag name="KSO_WM_DIAGRAM_MAX_ITEMCNT" val="6"/>
  <p:tag name="KSO_WM_DIAGRAM_VIRTUALLY_FRAME" val="{&quot;height&quot;:375.1000061035156,&quot;left&quot;:-70.41868858037029,&quot;top&quot;:114.13751663328158,&quot;width&quot;:861.8499755859375}"/>
  <p:tag name="KSO_WM_UNIT_HIGHLIGHT" val="0"/>
  <p:tag name="KSO_WM_UNIT_DIAGRAM_ISNUMVISUAL" val="0"/>
  <p:tag name="KSO_WM_UNIT_ID" val="diagram20238221_5*n_h_a*1_1_1"/>
  <p:tag name="KSO_WM_TEMPLATE_INDEX" val="20238221"/>
  <p:tag name="KSO_WM_TAG_VERSION" val="3.0"/>
  <p:tag name="KSO_WM_DIAGRAM_VERSION" val="3"/>
  <p:tag name="KSO_WM_DIAGRAM_COLOR_TEXT_CAN_REMOVE" val="n"/>
  <p:tag name="KSO_WM_UNIT_ISCONTENTSTITLE" val="0"/>
  <p:tag name="KSO_WM_UNIT_ISNUMDGMTITLE" val="0"/>
  <p:tag name="KSO_WM_UNIT_NOCLEAR" val="0"/>
  <p:tag name="KSO_WM_UNIT_TYPE" val="n_h_a"/>
  <p:tag name="KSO_WM_DIAGRAM_MIN_ITEMCNT" val="2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_BRIGHTNESS" val="0"/>
  <p:tag name="KSO_WM_UNIT_VALUE" val="42"/>
  <p:tag name="KSO_WM_UNIT_PRESET_TEXT" val="Title"/>
  <p:tag name="KSO_WM_UNIT_TEXT_FILL_FORE_SCHEMECOLOR_INDEX" val="1"/>
  <p:tag name="KSO_WM_UNIT_TEXT_FILL_TYPE" val="1"/>
  <p:tag name="KSO_WM_UNIT_FILL_TYPE" val="3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221_5*a*1"/>
  <p:tag name="KSO_WM_TEMPLATE_CATEGORY" val="diagram"/>
  <p:tag name="KSO_WM_TEMPLATE_INDEX" val="20238221"/>
  <p:tag name="KSO_WM_UNIT_LAYERLEVEL" val="1"/>
  <p:tag name="KSO_WM_TAG_VERSION" val="3.0"/>
  <p:tag name="KSO_WM_BEAUTIFY_FLAG" val="#wm#"/>
  <p:tag name="KSO_WM_DIAGRAM_GROUP_CODE" val="n1-1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5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4"/>
  <p:tag name="KSO_WM_DIAGRAM_GROUP_CODE" val="n1-1"/>
  <p:tag name="KSO_WM_UNIT_TYPE" val="n_h_h_f"/>
  <p:tag name="KSO_WM_UNIT_INDEX" val="1_2_5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9"/>
  <p:tag name="KSO_WM_UNIT_USESOURCEFORMAT_APPLY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6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96"/>
  <p:tag name="KSO_WM_DIAGRAM_GROUP_CODE" val="n1-1"/>
  <p:tag name="KSO_WM_UNIT_TYPE" val="n_h_h_f"/>
  <p:tag name="KSO_WM_UNIT_INDEX" val="1_2_6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10"/>
  <p:tag name="KSO_WM_UNIT_USESOURCEFORMAT_APPLY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1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14"/>
  <p:tag name="KSO_WM_DIAGRAM_GROUP_CODE" val="n1-1"/>
  <p:tag name="KSO_WM_UNIT_TYPE" val="n_h_h_f"/>
  <p:tag name="KSO_WM_UNIT_INDEX" val="1_2_1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.8999999761581421},{&quot;brightness&quot;:0,&quot;colorType&quot;:1,&quot;foreColorIndex&quot;:2,&quot;pos&quot;:1,&quot;transparency&quot;: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4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4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8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3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3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h_f*1_2_2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n1-1"/>
  <p:tag name="KSO_WM_UNIT_TYPE" val="n_h_h_f"/>
  <p:tag name="KSO_WM_UNIT_INDEX" val="1_2_2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2,&quot;pos&quot;:0,&quot;transparency&quot;:1},{&quot;brightness&quot;:0,&quot;colorType&quot;:1,&quot;foreColorIndex&quot;:6,&quot;pos&quot;:1,&quot;transparency&quot;:0.8999999761581421}],&quot;type&quot;:3},&quot;glow&quot;:{&quot;colorType&quot;:0},&quot;line&quot;:{&quot;gradient&quot;:[{&quot;brightness&quot;:0,&quot;colorType&quot;:1,&quot;foreColorIndex&quot;:14,&quot;pos&quot;:0,&quot;transparency&quot;:1},{&quot;brightness&quot;:0,&quot;colorType&quot;:1,&quot;foreColorIndex&quot;:6,&quot;pos&quot;:1,&quot;transparency&quot;:0.5}],&quot;type&quot;:2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FILL_TYPE" val="3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i*1_1_2"/>
  <p:tag name="KSO_WM_TEMPLATE_CATEGORY" val="diagram"/>
  <p:tag name="KSO_WM_TEMPLATE_INDEX" val="2023822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.800000011920929},{&quot;brightness&quot;:0,&quot;colorType&quot;:1,&quot;foreColorIndex&quot;:5,&quot;pos&quot;:1,&quot;transparency&quot;:0.800000011920929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1_5*n_h_i*1_1_1"/>
  <p:tag name="KSO_WM_TEMPLATE_CATEGORY" val="diagram"/>
  <p:tag name="KSO_WM_TEMPLATE_INDEX" val="2023822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8221_5*n_h_h_i*1_2_1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3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6_1"/>
  <p:tag name="KSO_WM_UNIT_ID" val="diagram20238221_5*n_h_h_i*1_2_6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6"/>
  <p:tag name="KSO_WM_UNIT_FILL_TYPE" val="3"/>
  <p:tag name="KSO_WM_UNIT_TEXT_FILL_FORE_SCHEMECOLOR_INDEX" val="1"/>
  <p:tag name="KSO_WM_UNIT_TEXT_FILL_TYPE" val="1"/>
  <p:tag name="KSO_WM_UNIT_SHADOW_SCHEMECOLOR_INDEX" val="10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8221_5*n_h_h_i*1_2_5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3"/>
  <p:tag name="KSO_WM_UNIT_TEXT_FILL_FORE_SCHEMECOLOR_INDEX" val="1"/>
  <p:tag name="KSO_WM_UNIT_TEXT_FILL_TYPE" val="1"/>
  <p:tag name="KSO_WM_UNIT_SHADOW_SCHEMECOLOR_INDEX" val="9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8221_5*n_h_h_i*1_2_2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3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8221_5*n_h_h_i*1_2_4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3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8221_5*n_h_h_i*1_2_3_1"/>
  <p:tag name="KSO_WM_TEMPLATE_CATEGORY" val="diagram"/>
  <p:tag name="KSO_WM_TEMPLATE_INDEX" val="20238221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75.1000061035156,&quot;left&quot;:-70.41868858037029,&quot;top&quot;:114.13751663328158,&quot;width&quot;:861.8499755859375}"/>
  <p:tag name="KSO_WM_DIAGRAM_COLOR_MATCH_VALUE" val="{&quot;shape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brightness&quot;:0.6000000238418579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3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365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1"/>
  <p:tag name="KSO_WM_SLIDE_SIZE" val="850.45*382.409"/>
  <p:tag name="KSO_WM_SLIDE_POSITION" val="54.75*116.22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65"/>
  <p:tag name="KSO_WM_SLIDE_LAYOUT" val="a_l"/>
  <p:tag name="KSO_WM_SLIDE_LAYOUT_CNT" val="1_1"/>
  <p:tag name="KSO_WM_SPECIAL_SOURCE" val="bdnul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65_1*a*1"/>
  <p:tag name="KSO_WM_TEMPLATE_CATEGORY" val="diagram"/>
  <p:tag name="KSO_WM_TEMPLATE_INDEX" val="20238365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65_1*l_h_i*1_1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1_1"/>
  <p:tag name="KSO_WM_UNIT_ID" val="diagram20238365_1*l_h_f*1_1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365_1*l_h_i*1_3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3_1"/>
  <p:tag name="KSO_WM_UNIT_ID" val="diagram20238365_1*l_h_f*1_3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diagram20238365_1*l_h_i*1_5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5_1"/>
  <p:tag name="KSO_WM_UNIT_ID" val="diagram20238365_1*l_h_f*1_5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65_1*l_h_i*1_2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2_1"/>
  <p:tag name="KSO_WM_UNIT_ID" val="diagram20238365_1*l_h_f*1_2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8365_1*l_h_i*1_4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4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4_1"/>
  <p:tag name="KSO_WM_UNIT_ID" val="diagram20238365_1*l_h_f*1_4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1"/>
  <p:tag name="KSO_WM_UNIT_ID" val="diagram20238365_1*l_h_i*1_6_1"/>
  <p:tag name="KSO_WM_TEMPLATE_CATEGORY" val="diagram"/>
  <p:tag name="KSO_WM_TEMPLATE_INDEX" val="20238365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82.4089660644531,&quot;left&quot;:-65.24374626099593,&quot;top&quot;:106.86795791265531,&quot;width&quot;:850.4500122070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6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COLOR_TRICK" val="1"/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BEAUTIFY_FLAG" val="#wm#"/>
  <p:tag name="KSO_WM_DIAGRAM_MAX_ITEMCNT" val="6"/>
  <p:tag name="KSO_WM_DIAGRAM_VIRTUALLY_FRAME" val="{&quot;height&quot;:382.4089660644531,&quot;left&quot;:-65.24374626099593,&quot;top&quot;:106.86795791265531,&quot;width&quot;:850.4500122070312}"/>
  <p:tag name="KSO_WM_UNIT_SUBTYPE" val="a"/>
  <p:tag name="KSO_WM_UNIT_NOCLEAR" val="0"/>
  <p:tag name="KSO_WM_UNIT_VALUE" val="60"/>
  <p:tag name="KSO_WM_UNIT_COMPATIBLE" val="0"/>
  <p:tag name="KSO_WM_UNIT_DIAGRAM_ISREFERUNIT" val="0"/>
  <p:tag name="KSO_WM_UNIT_TYPE" val="l_h_f"/>
  <p:tag name="KSO_WM_UNIT_INDEX" val="1_6_1"/>
  <p:tag name="KSO_WM_UNIT_ID" val="diagram20238365_1*l_h_f*1_6_1"/>
  <p:tag name="KSO_WM_TEMPLATE_INDEX" val="20238365"/>
  <p:tag name="KSO_WM_TAG_VERSION" val="3.0"/>
  <p:tag name="KSO_WM_DIAGRAM_VERSION" val="3"/>
  <p:tag name="KSO_WM_DIAGRAM_COLOR_TEXT_CAN_REMOVE" val="n"/>
  <p:tag name="KSO_WM_DIAGRAM_MIN_ITEMCNT" val="6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822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8222"/>
  <p:tag name="KSO_WM_SLIDE_TYPE" val="text"/>
  <p:tag name="KSO_WM_SLIDE_SUBTYPE" val="diag"/>
  <p:tag name="KSO_WM_SLIDE_SIZE" val="849.343*366.702"/>
  <p:tag name="KSO_WM_SLIDE_POSITION" val="53.3261*120.297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222_5*n_h_i*1_2_1"/>
  <p:tag name="KSO_WM_TEMPLATE_CATEGORY" val="diagram"/>
  <p:tag name="KSO_WM_TEMPLATE_INDEX" val="20238222"/>
  <p:tag name="KSO_WM_UNIT_LAYERLEVEL" val="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YPE" val="n_h_i"/>
  <p:tag name="KSO_WM_UNIT_INDEX" val="1_2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UNIT_INDEX" val="1_1_1"/>
  <p:tag name="KSO_WM_UNIT_ID" val="diagram20238222_5*n_h_i*1_1_1"/>
  <p:tag name="KSO_WM_TEMPLATE_CATEGORY" val="diagram"/>
  <p:tag name="KSO_WM_TEMPLATE_INDEX" val="20238222"/>
  <p:tag name="KSO_WM_UNIT_LAYERLEVEL" val="1_1_1"/>
  <p:tag name="KSO_WM_TAG_VERSION" val="3.0"/>
  <p:tag name="KSO_WM_BEAUTIFY_FLAG" val="#wm#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SHADOW_SCHEMECOLOR_INDEX" val="5"/>
  <p:tag name="KSO_WM_UNIT_USESOURCEFORMAT_APPL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8222_5*n_h_a*1_1_1"/>
  <p:tag name="KSO_WM_TEMPLATE_CATEGORY" val="diagram"/>
  <p:tag name="KSO_WM_TEMPLATE_INDEX" val="20238222"/>
  <p:tag name="KSO_WM_UNIT_LAYERLEVEL" val="1_1_1"/>
  <p:tag name="KSO_WM_TAG_VERSION" val="3.0"/>
  <p:tag name="KSO_WM_BEAUTIFY_FLAG" val="#wm#"/>
  <p:tag name="KSO_WM_DIAGRAM_GROUP_CODE" val="n1-1"/>
  <p:tag name="KSO_WM_DIAGRAM_VERSION" val="3"/>
  <p:tag name="KSO_WM_DIAGRAM_COLOR_TRICK" val="2"/>
  <p:tag name="KSO_WM_DIAGRAM_COLOR_TEXT_CAN_REMOVE" val="n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FILL_TYPE" val="3"/>
  <p:tag name="KSO_WM_UNIT_USESOURCEFORMAT_APPL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222_5*a*1"/>
  <p:tag name="KSO_WM_TEMPLATE_CATEGORY" val="diagram"/>
  <p:tag name="KSO_WM_TEMPLATE_INDEX" val="20238222"/>
  <p:tag name="KSO_WM_UNIT_LAYERLEVEL" val="1"/>
  <p:tag name="KSO_WM_TAG_VERSION" val="3.0"/>
  <p:tag name="KSO_WM_BEAUTIFY_FLAG" val="#wm#"/>
  <p:tag name="KSO_WM_DIAGRAM_GROUP_CODE" val="n1-1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2"/>
  <p:tag name="KSO_WM_UNIT_ID" val="diagram20238222_5*n_h_h_i*1_2_1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2"/>
  <p:tag name="KSO_WM_UNIT_ID" val="diagram20238222_5*n_h_h_i*1_2_2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2"/>
  <p:tag name="KSO_WM_UNIT_FILL_TYPE" val="1"/>
  <p:tag name="KSO_WM_UNIT_FILL_FORE_SCHEMECOLOR_INDEX" val="6"/>
  <p:tag name="KSO_WM_UNIT_FILL_FORE_SCHEMECOLOR_INDEX_BRIGHTNESS" val="0"/>
  <p:tag name="KSO_WM_UNIT_USESOURCEFORMAT_APPLY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2"/>
  <p:tag name="KSO_WM_UNIT_ID" val="diagram20238222_5*n_h_h_i*1_2_3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6_2"/>
  <p:tag name="KSO_WM_UNIT_ID" val="diagram20238222_5*n_h_h_i*1_2_6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6"/>
  <p:tag name="KSO_WM_UNIT_FILL_TYPE" val="1"/>
  <p:tag name="KSO_WM_UNIT_FILL_FORE_SCHEMECOLOR_INDEX" val="6"/>
  <p:tag name="KSO_WM_UNIT_FILL_FORE_SCHEMECOLOR_INDEX_BRIGHTNESS" val="0"/>
  <p:tag name="KSO_WM_UNIT_USESOURCEFORMAT_APPLY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2"/>
  <p:tag name="KSO_WM_UNIT_ID" val="diagram20238222_5*n_h_h_i*1_2_5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5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2"/>
  <p:tag name="KSO_WM_UNIT_ID" val="diagram20238222_5*n_h_h_i*1_2_4_2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UNIT_TEXT_FILL_TYPE" val="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4"/>
  <p:tag name="KSO_WM_UNIT_FILL_TYPE" val="1"/>
  <p:tag name="KSO_WM_UNIT_FILL_FORE_SCHEMECOLOR_INDEX" val="6"/>
  <p:tag name="KSO_WM_UNIT_FILL_FORE_SCHEMECOLOR_INDEX_BRIGHTNESS" val="0"/>
  <p:tag name="KSO_WM_UNIT_USESOURCEFORMAT_APPLY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5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5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4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1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2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6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6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6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8222_5*n_h_h_i*1_2_3_1"/>
  <p:tag name="KSO_WM_TEMPLATE_CATEGORY" val="diagram"/>
  <p:tag name="KSO_WM_TEMPLATE_INDEX" val="20238222"/>
  <p:tag name="KSO_WM_UNIT_LAYERLEVEL" val="1_1_1_1"/>
  <p:tag name="KSO_WM_TAG_VERSION" val="3.0"/>
  <p:tag name="KSO_WM_DIAGRAM_VERSION" val="3"/>
  <p:tag name="KSO_WM_DIAGRAM_COLOR_TRICK" val="2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8222_5*n_h_h_f*1_2_3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6_1"/>
  <p:tag name="KSO_WM_UNIT_ID" val="diagram20238222_5*n_h_h_f*1_2_6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8222_5*n_h_h_f*1_2_2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8222_5*n_h_h_f*1_2_1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8222_5*n_h_h_f*1_2_4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5_1"/>
  <p:tag name="KSO_WM_UNIT_ID" val="diagram20238222_5*n_h_h_f*1_2_5_1"/>
  <p:tag name="KSO_WM_TEMPLATE_CATEGORY" val="diagram"/>
  <p:tag name="KSO_WM_TEMPLATE_INDEX" val="20238222"/>
  <p:tag name="KSO_WM_UNIT_LAYERLEVEL" val="1_1_1_1"/>
  <p:tag name="KSO_WM_TAG_VERSION" val="3.0"/>
  <p:tag name="KSO_WM_BEAUTIFY_FLAG" val="#wm#"/>
  <p:tag name="KSO_WM_DIAGRAM_VERSION" val="3"/>
  <p:tag name="KSO_WM_DIAGRAM_COLOR_TRICK" val="2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6.7020568847656,&quot;left&quot;:-66.59491130198084,&quot;top&quot;:111.88507391982193,&quot;width&quot;:850.1862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8205"/>
  <p:tag name="KSO_WM_SLIDE_ID" val="diagram20238205_5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5"/>
  <p:tag name="KSO_WM_SLIDE_SIZE" val="849.9*388.6"/>
  <p:tag name="KSO_WM_SLIDE_POSITION" val="54.8*110.1"/>
  <p:tag name="KSO_WM_DIAGRAM_GROUP_CODE" val="l1-1"/>
  <p:tag name="KSO_WM_SLIDE_DIAGTYPE" val="l"/>
  <p:tag name="KSO_WM_TAG_VERSION" val="3.0"/>
  <p:tag name="KSO_WM_SLIDE_LAYOUT" val="a_l"/>
  <p:tag name="KSO_WM_SLIDE_LAYOUT_CNT" val="1_1"/>
  <p:tag name="KSO_WM_SPECIAL_SOURCE" val="bdnul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5_5*a*1"/>
  <p:tag name="KSO_WM_TEMPLATE_CATEGORY" val="diagram"/>
  <p:tag name="KSO_WM_TEMPLATE_INDEX" val="20238205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5"/>
  <p:tag name="KSO_WM_UNIT_TEXT_FILL_TYPE" val="1"/>
  <p:tag name="KSO_WM_UNIT_USESOURCEFORMAT_APPLY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VALUE" val="99"/>
  <p:tag name="KSO_WM_UNIT_COMPATIBLE" val="0"/>
  <p:tag name="KSO_WM_UNIT_DIAGRAM_ISREFERUNIT" val="0"/>
  <p:tag name="KSO_WM_UNIT_TYPE" val="l_h_f"/>
  <p:tag name="KSO_WM_UNIT_INDEX" val="1_1_1"/>
  <p:tag name="KSO_WM_UNIT_ID" val="diagram20238205_5*l_h_f*1_1_1"/>
  <p:tag name="KSO_WM_TEMPLATE_INDEX" val="20238205"/>
  <p:tag name="KSO_WM_TAG_VERSION" val="3.0"/>
  <p:tag name="KSO_WM_DIAGRAM_MIN_ITEMCNT" val="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05_5*l_h_i*1_1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5"/>
  <p:tag name="KSO_WM_UNIT_USESOURCEFORMAT_APPLY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5_5*l_h_i*1_1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5"/>
  <p:tag name="KSO_WM_UNIT_USESOURCEFORMAT_APPLY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2_1"/>
  <p:tag name="KSO_WM_UNIT_ID" val="diagram20238205_5*l_h_f*1_2_1"/>
  <p:tag name="KSO_WM_TEMPLATE_INDEX" val="20238205"/>
  <p:tag name="KSO_WM_TAG_VERSION" val="3.0"/>
  <p:tag name="KSO_WM_DIAGRAM_MIN_ITEMCNT" val="2"/>
  <p:tag name="KSO_WM_UNIT_VALUE" val="28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05_5*l_h_i*1_2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6"/>
  <p:tag name="KSO_WM_UNIT_USESOURCEFORMAT_APPLY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5_5*l_h_i*1_2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6"/>
  <p:tag name="KSO_WM_UNIT_USESOURCEFORMAT_APPLY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3_1"/>
  <p:tag name="KSO_WM_UNIT_ID" val="diagram20238205_5*l_h_f*1_3_1"/>
  <p:tag name="KSO_WM_TEMPLATE_INDEX" val="20238205"/>
  <p:tag name="KSO_WM_TAG_VERSION" val="3.0"/>
  <p:tag name="KSO_WM_DIAGRAM_MIN_ITEMCNT" val="2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05_5*l_h_i*1_3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7"/>
  <p:tag name="KSO_WM_UNIT_USESOURCEFORMAT_APPLY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5_5*l_h_i*1_3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7"/>
  <p:tag name="KSO_WM_UNIT_USESOURCEFORMAT_APPLY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4_1"/>
  <p:tag name="KSO_WM_UNIT_ID" val="diagram20238205_5*l_h_f*1_4_1"/>
  <p:tag name="KSO_WM_TEMPLATE_INDEX" val="20238205"/>
  <p:tag name="KSO_WM_TAG_VERSION" val="3.0"/>
  <p:tag name="KSO_WM_DIAGRAM_MIN_ITEMCNT" val="2"/>
  <p:tag name="KSO_WM_UNIT_VALUE" val="28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205_5*l_h_i*1_4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8"/>
  <p:tag name="KSO_WM_UNIT_USESOURCEFORMAT_APPLY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5_5*l_h_i*1_4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8"/>
  <p:tag name="KSO_WM_UNIT_USESOURCEFORMAT_APPLY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5_1"/>
  <p:tag name="KSO_WM_UNIT_ID" val="diagram20238205_5*l_h_f*1_5_1"/>
  <p:tag name="KSO_WM_TEMPLATE_INDEX" val="20238205"/>
  <p:tag name="KSO_WM_TAG_VERSION" val="3.0"/>
  <p:tag name="KSO_WM_DIAGRAM_MIN_ITEMCNT" val="2"/>
  <p:tag name="KSO_WM_UNIT_VALUE" val="28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205_5*l_h_i*1_5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9"/>
  <p:tag name="KSO_WM_UNIT_USESOURCEFORMAT_APPLY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5_5*l_h_i*1_5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9"/>
  <p:tag name="KSO_WM_UNIT_USESOURCEFORMAT_APPLY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DIAGRAM_ISNUMVISUAL" val="0"/>
  <p:tag name="KSO_WM_DIAGRAM_GROUP_CODE" val="l1-1"/>
  <p:tag name="KSO_WM_TEMPLATE_CATEGORY" val="diagram"/>
  <p:tag name="KSO_WM_UNIT_LAYERLEVEL" val="1_1_1"/>
  <p:tag name="KSO_WM_DIAGRAM_MAX_ITEMCNT" val="6"/>
  <p:tag name="KSO_WM_DIAGRAM_VIRTUALLY_FRAME" val="{&quot;height&quot;:388.6000061035156,&quot;left&quot;:-65.38749252199186,&quot;top&quot;:101.50003631832097,&quot;width&quot;:850.4000244140625}"/>
  <p:tag name="KSO_WM_DIAGRAM_VERSION" val="3"/>
  <p:tag name="KSO_WM_DIAGRAM_COLOR_TEXT_CAN_REMOVE" val="n"/>
  <p:tag name="KSO_WM_BEAUTIFY_FLAG" val="#wm#"/>
  <p:tag name="KSO_WM_UNIT_SUBTYPE" val="a"/>
  <p:tag name="KSO_WM_UNIT_NOCLEAR" val="0"/>
  <p:tag name="KSO_WM_UNIT_COMPATIBLE" val="0"/>
  <p:tag name="KSO_WM_UNIT_DIAGRAM_ISREFERUNIT" val="0"/>
  <p:tag name="KSO_WM_UNIT_TYPE" val="l_h_f"/>
  <p:tag name="KSO_WM_UNIT_INDEX" val="1_6_1"/>
  <p:tag name="KSO_WM_UNIT_ID" val="diagram20238205_5*l_h_f*1_6_1"/>
  <p:tag name="KSO_WM_TEMPLATE_INDEX" val="20238205"/>
  <p:tag name="KSO_WM_TAG_VERSION" val="3.0"/>
  <p:tag name="KSO_WM_DIAGRAM_MIN_ITEMCNT" val="2"/>
  <p:tag name="KSO_WM_UNIT_VALUE" val="28"/>
  <p:tag name="KSO_WM_DIAGRAM_COLOR_TRICK" val="1"/>
  <p:tag name="KSO_WM_DIAGRAM_COLOR_MATCH_VALUE" val="{&quot;shape&quot;:{&quot;fill&quot;:{&quot;solid&quot;:{&quot;brightness&quot;:0,&quot;colorType&quot;:2,&quot;rgb&quot;:&quot;#ffffff&quot;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, lectures, speeches, reports, and more."/>
  <p:tag name="KSO_WM_UNIT_LINE_FORE_SCHEMECOLOR_INDEX" val="5"/>
  <p:tag name="KSO_WM_UNIT_TEXT_FILL_FORE_SCHEMECOLOR_INDEX" val="1"/>
  <p:tag name="KSO_WM_UNIT_TEXT_FILL_TYPE" val="1"/>
  <p:tag name="KSO_WM_UNIT_USESOURCEFORMAT_APPLY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38205_5*l_h_i*1_6_2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2,&quot;pos&quot;:0.05000000074505806,&quot;rgb&quot;:&quot;#bc1e1e&quot;,&quot;transparency&quot;:0},{&quot;brightness&quot;:0,&quot;colorType&quot;:2,&quot;pos&quot;:1,&quot;rgb&quot;:&quot;#771313&quot;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UNIT_SHADOW_SCHEMECOLOR_INDEX" val="10"/>
  <p:tag name="KSO_WM_UNIT_USESOURCEFORMAT_APPLY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5_5*l_h_i*1_6_1"/>
  <p:tag name="KSO_WM_TEMPLATE_CATEGORY" val="diagram"/>
  <p:tag name="KSO_WM_TEMPLATE_INDEX" val="20238205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8.6000061035156,&quot;left&quot;:-65.38749252199186,&quot;top&quot;:101.50003631832097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SHADOW_SCHEMECOLOR_INDEX" val="10"/>
  <p:tag name="KSO_WM_UNIT_USESOURCEFORMAT_APPLY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</TotalTime>
  <Words>2207</Words>
  <Application>Microsoft Office PowerPoint</Application>
  <PresentationFormat>On-screen Show (4:3)</PresentationFormat>
  <Paragraphs>429</Paragraphs>
  <Slides>53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Arial</vt:lpstr>
      <vt:lpstr>Arial Black</vt:lpstr>
      <vt:lpstr>Calibri</vt:lpstr>
      <vt:lpstr>Constantia</vt:lpstr>
      <vt:lpstr>Times New Roman</vt:lpstr>
      <vt:lpstr>Wingdings</vt:lpstr>
      <vt:lpstr>Wingdings 2</vt:lpstr>
      <vt:lpstr>Flow</vt:lpstr>
      <vt:lpstr>PowerPoint Presentation</vt:lpstr>
      <vt:lpstr>TOPICS COVERED</vt:lpstr>
      <vt:lpstr>What are Large Language Models(LLMs)?</vt:lpstr>
      <vt:lpstr>KEY FEATURES OF LLMs</vt:lpstr>
      <vt:lpstr>Working of LLMs</vt:lpstr>
      <vt:lpstr>How LLMs Work?</vt:lpstr>
      <vt:lpstr>APPLICATIONS OF LLMs</vt:lpstr>
      <vt:lpstr>INTRODUCTION TO GENERATIVE AI</vt:lpstr>
      <vt:lpstr>What Is Generative AI?</vt:lpstr>
      <vt:lpstr>Evolution of AI to Generative AI</vt:lpstr>
      <vt:lpstr>APPLICATIONS OF GENERATIVE AI</vt:lpstr>
      <vt:lpstr>Benefits of Generative AI</vt:lpstr>
      <vt:lpstr>Future of Generative AI?</vt:lpstr>
      <vt:lpstr>Challenges and Limitation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 of  Prompts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vedullapalli amrutha lakshmi</cp:lastModifiedBy>
  <cp:revision>65</cp:revision>
  <dcterms:created xsi:type="dcterms:W3CDTF">2026-04-16T04:40:00Z</dcterms:created>
  <dcterms:modified xsi:type="dcterms:W3CDTF">2026-07-24T10:40:50Z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855C9E4E70764B789EDC6E0267CC4AAF_12</vt:lpwstr>
  </property>
</Properties>
</file>