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x="18288000" cy="10287000"/>
  <p:notesSz cx="6858000" cy="9144000"/>
  <p:embeddedFontLst>
    <p:embeddedFont>
      <p:font typeface="Poppins Bold" charset="1" panose="00000800000000000000"/>
      <p:regular r:id="rId48"/>
    </p:embeddedFont>
    <p:embeddedFont>
      <p:font typeface="Poppins Medium" charset="1" panose="00000600000000000000"/>
      <p:regular r:id="rId49"/>
    </p:embeddedFont>
    <p:embeddedFont>
      <p:font typeface="Paalalabas Wide" charset="1" panose="00000000000000000000"/>
      <p:regular r:id="rId50"/>
    </p:embeddedFont>
    <p:embeddedFont>
      <p:font typeface="Bebas Neue Cyrillic" charset="1" panose="02000506000000020004"/>
      <p:regular r:id="rId51"/>
    </p:embeddedFont>
    <p:embeddedFont>
      <p:font typeface="Source Sans Pro" charset="1" panose="020B0503030403020204"/>
      <p:regular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5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4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svg" Type="http://schemas.openxmlformats.org/officeDocument/2006/relationships/image"/><Relationship Id="rId4" Target="../media/image52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svg" Type="http://schemas.openxmlformats.org/officeDocument/2006/relationships/image"/><Relationship Id="rId2" Target="../media/image61.png" Type="http://schemas.openxmlformats.org/officeDocument/2006/relationships/image"/><Relationship Id="rId3" Target="../media/image62.svg" Type="http://schemas.openxmlformats.org/officeDocument/2006/relationships/image"/><Relationship Id="rId4" Target="../media/image63.png" Type="http://schemas.openxmlformats.org/officeDocument/2006/relationships/image"/><Relationship Id="rId5" Target="../media/image64.svg" Type="http://schemas.openxmlformats.org/officeDocument/2006/relationships/image"/><Relationship Id="rId6" Target="../media/image65.png" Type="http://schemas.openxmlformats.org/officeDocument/2006/relationships/image"/><Relationship Id="rId7" Target="../media/image66.svg" Type="http://schemas.openxmlformats.org/officeDocument/2006/relationships/image"/><Relationship Id="rId8" Target="../media/image67.jpeg" Type="http://schemas.openxmlformats.org/officeDocument/2006/relationships/image"/><Relationship Id="rId9" Target="../media/image68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png" Type="http://schemas.openxmlformats.org/officeDocument/2006/relationships/image"/><Relationship Id="rId3" Target="../media/image71.svg" Type="http://schemas.openxmlformats.org/officeDocument/2006/relationships/image"/><Relationship Id="rId4" Target="../media/image72.png" Type="http://schemas.openxmlformats.org/officeDocument/2006/relationships/image"/><Relationship Id="rId5" Target="../media/image73.sv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5A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53969" y="-2779218"/>
            <a:ext cx="15613885" cy="16867748"/>
            <a:chOff x="0" y="0"/>
            <a:chExt cx="20818513" cy="22490331"/>
          </a:xfrm>
        </p:grpSpPr>
        <p:grpSp>
          <p:nvGrpSpPr>
            <p:cNvPr name="Group 3" id="3"/>
            <p:cNvGrpSpPr/>
            <p:nvPr/>
          </p:nvGrpSpPr>
          <p:grpSpPr>
            <a:xfrm rot="2258783">
              <a:off x="8278156" y="551483"/>
              <a:ext cx="6392878" cy="22308916"/>
              <a:chOff x="0" y="0"/>
              <a:chExt cx="1262791" cy="440669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262791" cy="4406700"/>
              </a:xfrm>
              <a:custGeom>
                <a:avLst/>
                <a:gdLst/>
                <a:ahLst/>
                <a:cxnLst/>
                <a:rect r="r" b="b" t="t" l="l"/>
                <a:pathLst>
                  <a:path h="4406700" w="1262791">
                    <a:moveTo>
                      <a:pt x="0" y="0"/>
                    </a:moveTo>
                    <a:lnTo>
                      <a:pt x="1262791" y="0"/>
                    </a:lnTo>
                    <a:lnTo>
                      <a:pt x="1262791" y="4406700"/>
                    </a:lnTo>
                    <a:lnTo>
                      <a:pt x="0" y="4406700"/>
                    </a:lnTo>
                    <a:close/>
                  </a:path>
                </a:pathLst>
              </a:custGeom>
              <a:solidFill>
                <a:srgbClr val="FCFFDE">
                  <a:alpha val="9804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9050"/>
                <a:ext cx="1262791" cy="44257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91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2258783">
              <a:off x="3004277" y="701385"/>
              <a:ext cx="6392878" cy="12016606"/>
              <a:chOff x="0" y="0"/>
              <a:chExt cx="1262791" cy="237365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262791" cy="2373650"/>
              </a:xfrm>
              <a:custGeom>
                <a:avLst/>
                <a:gdLst/>
                <a:ahLst/>
                <a:cxnLst/>
                <a:rect r="r" b="b" t="t" l="l"/>
                <a:pathLst>
                  <a:path h="2373650" w="1262791">
                    <a:moveTo>
                      <a:pt x="0" y="0"/>
                    </a:moveTo>
                    <a:lnTo>
                      <a:pt x="1262791" y="0"/>
                    </a:lnTo>
                    <a:lnTo>
                      <a:pt x="1262791" y="2373650"/>
                    </a:lnTo>
                    <a:lnTo>
                      <a:pt x="0" y="2373650"/>
                    </a:lnTo>
                    <a:close/>
                  </a:path>
                </a:pathLst>
              </a:custGeom>
              <a:solidFill>
                <a:srgbClr val="FCFFDE">
                  <a:alpha val="9804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9050"/>
                <a:ext cx="1262791" cy="2392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91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-304357" y="3167945"/>
            <a:ext cx="21708074" cy="3951110"/>
            <a:chOff x="0" y="0"/>
            <a:chExt cx="28944098" cy="5268147"/>
          </a:xfrm>
        </p:grpSpPr>
        <p:sp>
          <p:nvSpPr>
            <p:cNvPr name="AutoShape 10" id="10"/>
            <p:cNvSpPr/>
            <p:nvPr/>
          </p:nvSpPr>
          <p:spPr>
            <a:xfrm rot="0">
              <a:off x="0" y="0"/>
              <a:ext cx="28944098" cy="5268147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628106" y="781464"/>
              <a:ext cx="22579837" cy="35432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0"/>
                </a:lnSpc>
              </a:pPr>
              <a:r>
                <a:rPr lang="en-US" b="true" sz="8000" spc="256">
                  <a:solidFill>
                    <a:srgbClr val="FDFDF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Python programming </a:t>
              </a:r>
            </a:p>
            <a:p>
              <a:pPr algn="ctr" marL="0" indent="0" lvl="0">
                <a:lnSpc>
                  <a:spcPts val="10480"/>
                </a:lnSpc>
              </a:pPr>
              <a:r>
                <a:rPr lang="en-US" b="true" sz="8000" spc="256">
                  <a:solidFill>
                    <a:srgbClr val="FDFDF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fundamentals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6171246" y="4296180"/>
            <a:ext cx="1694640" cy="1694640"/>
          </a:xfrm>
          <a:custGeom>
            <a:avLst/>
            <a:gdLst/>
            <a:ahLst/>
            <a:cxnLst/>
            <a:rect r="r" b="b" t="t" l="l"/>
            <a:pathLst>
              <a:path h="1694640" w="1694640">
                <a:moveTo>
                  <a:pt x="0" y="0"/>
                </a:moveTo>
                <a:lnTo>
                  <a:pt x="1694639" y="0"/>
                </a:lnTo>
                <a:lnTo>
                  <a:pt x="1694639" y="1694640"/>
                </a:lnTo>
                <a:lnTo>
                  <a:pt x="0" y="1694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61946" y="1946233"/>
            <a:ext cx="3016228" cy="7312067"/>
          </a:xfrm>
          <a:custGeom>
            <a:avLst/>
            <a:gdLst/>
            <a:ahLst/>
            <a:cxnLst/>
            <a:rect r="r" b="b" t="t" l="l"/>
            <a:pathLst>
              <a:path h="7312067" w="3016228">
                <a:moveTo>
                  <a:pt x="0" y="0"/>
                </a:moveTo>
                <a:lnTo>
                  <a:pt x="3016228" y="0"/>
                </a:lnTo>
                <a:lnTo>
                  <a:pt x="3016228" y="7312067"/>
                </a:lnTo>
                <a:lnTo>
                  <a:pt x="0" y="73120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566244" y="0"/>
            <a:ext cx="6721756" cy="1255374"/>
          </a:xfrm>
          <a:custGeom>
            <a:avLst/>
            <a:gdLst/>
            <a:ahLst/>
            <a:cxnLst/>
            <a:rect r="r" b="b" t="t" l="l"/>
            <a:pathLst>
              <a:path h="1255374" w="6721756">
                <a:moveTo>
                  <a:pt x="0" y="0"/>
                </a:moveTo>
                <a:lnTo>
                  <a:pt x="6721756" y="0"/>
                </a:lnTo>
                <a:lnTo>
                  <a:pt x="6721756" y="1255374"/>
                </a:lnTo>
                <a:lnTo>
                  <a:pt x="0" y="12553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5681" y="329954"/>
            <a:ext cx="1701479" cy="1701479"/>
          </a:xfrm>
          <a:custGeom>
            <a:avLst/>
            <a:gdLst/>
            <a:ahLst/>
            <a:cxnLst/>
            <a:rect r="r" b="b" t="t" l="l"/>
            <a:pathLst>
              <a:path h="1701479" w="1701479">
                <a:moveTo>
                  <a:pt x="0" y="0"/>
                </a:moveTo>
                <a:lnTo>
                  <a:pt x="1701479" y="0"/>
                </a:lnTo>
                <a:lnTo>
                  <a:pt x="1701479" y="1701479"/>
                </a:lnTo>
                <a:lnTo>
                  <a:pt x="0" y="1701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62680" y="3007568"/>
            <a:ext cx="9096620" cy="4245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0214" indent="-500107" lvl="1">
              <a:lnSpc>
                <a:spcPts val="11581"/>
              </a:lnSpc>
              <a:buFont typeface="Arial"/>
              <a:buChar char="•"/>
            </a:pPr>
            <a:r>
              <a:rPr lang="en-US" b="true" sz="463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Condition and branching</a:t>
            </a:r>
          </a:p>
          <a:p>
            <a:pPr algn="l" marL="1000214" indent="-500107" lvl="1">
              <a:lnSpc>
                <a:spcPts val="11581"/>
              </a:lnSpc>
              <a:buFont typeface="Arial"/>
              <a:buChar char="•"/>
            </a:pPr>
            <a:r>
              <a:rPr lang="en-US" b="true" sz="463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Loops</a:t>
            </a:r>
          </a:p>
          <a:p>
            <a:pPr algn="l" marL="1000214" indent="-500107" lvl="1">
              <a:lnSpc>
                <a:spcPts val="11581"/>
              </a:lnSpc>
              <a:buFont typeface="Arial"/>
              <a:buChar char="•"/>
            </a:pPr>
            <a:r>
              <a:rPr lang="en-US" b="true" sz="463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Functions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16009219" y="8259661"/>
            <a:ext cx="1541743" cy="1541743"/>
          </a:xfrm>
          <a:custGeom>
            <a:avLst/>
            <a:gdLst/>
            <a:ahLst/>
            <a:cxnLst/>
            <a:rect r="r" b="b" t="t" l="l"/>
            <a:pathLst>
              <a:path h="1541743" w="1541743">
                <a:moveTo>
                  <a:pt x="0" y="0"/>
                </a:moveTo>
                <a:lnTo>
                  <a:pt x="1541743" y="0"/>
                </a:lnTo>
                <a:lnTo>
                  <a:pt x="1541743" y="1541743"/>
                </a:lnTo>
                <a:lnTo>
                  <a:pt x="0" y="15417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79505" y="4317815"/>
            <a:ext cx="5115568" cy="4712717"/>
          </a:xfrm>
          <a:custGeom>
            <a:avLst/>
            <a:gdLst/>
            <a:ahLst/>
            <a:cxnLst/>
            <a:rect r="r" b="b" t="t" l="l"/>
            <a:pathLst>
              <a:path h="4712717" w="5115568">
                <a:moveTo>
                  <a:pt x="0" y="0"/>
                </a:moveTo>
                <a:lnTo>
                  <a:pt x="5115569" y="0"/>
                </a:lnTo>
                <a:lnTo>
                  <a:pt x="5115569" y="4712717"/>
                </a:lnTo>
                <a:lnTo>
                  <a:pt x="0" y="47127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5681" y="2152365"/>
            <a:ext cx="6983216" cy="103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3"/>
              </a:lnSpc>
            </a:pPr>
            <a:r>
              <a:rPr lang="en-US" b="true" sz="58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566244" y="0"/>
            <a:ext cx="6721756" cy="1255374"/>
          </a:xfrm>
          <a:custGeom>
            <a:avLst/>
            <a:gdLst/>
            <a:ahLst/>
            <a:cxnLst/>
            <a:rect r="r" b="b" t="t" l="l"/>
            <a:pathLst>
              <a:path h="1255374" w="6721756">
                <a:moveTo>
                  <a:pt x="0" y="0"/>
                </a:moveTo>
                <a:lnTo>
                  <a:pt x="6721756" y="0"/>
                </a:lnTo>
                <a:lnTo>
                  <a:pt x="6721756" y="1255374"/>
                </a:lnTo>
                <a:lnTo>
                  <a:pt x="0" y="12553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5A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12991"/>
            <a:ext cx="20788900" cy="3030509"/>
            <a:chOff x="0" y="0"/>
            <a:chExt cx="27718533" cy="4040678"/>
          </a:xfrm>
        </p:grpSpPr>
        <p:sp>
          <p:nvSpPr>
            <p:cNvPr name="AutoShape 3" id="3"/>
            <p:cNvSpPr/>
            <p:nvPr/>
          </p:nvSpPr>
          <p:spPr>
            <a:xfrm rot="0">
              <a:off x="0" y="0"/>
              <a:ext cx="27718533" cy="4040678"/>
            </a:xfrm>
            <a:prstGeom prst="rect">
              <a:avLst/>
            </a:prstGeom>
            <a:solidFill>
              <a:srgbClr val="FCFFDE"/>
            </a:solid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559167" y="1212098"/>
              <a:ext cx="21623750" cy="16926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30"/>
                </a:lnSpc>
                <a:spcBef>
                  <a:spcPct val="0"/>
                </a:spcBef>
              </a:pPr>
              <a:r>
                <a:rPr lang="en-US" b="true" sz="873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Condition and Branching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004127" y="5143500"/>
            <a:ext cx="5538089" cy="5143500"/>
          </a:xfrm>
          <a:custGeom>
            <a:avLst/>
            <a:gdLst/>
            <a:ahLst/>
            <a:cxnLst/>
            <a:rect r="r" b="b" t="t" l="l"/>
            <a:pathLst>
              <a:path h="5143500" w="5538089">
                <a:moveTo>
                  <a:pt x="0" y="0"/>
                </a:moveTo>
                <a:lnTo>
                  <a:pt x="5538089" y="0"/>
                </a:lnTo>
                <a:lnTo>
                  <a:pt x="5538089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66244" y="0"/>
            <a:ext cx="6721756" cy="1255374"/>
          </a:xfrm>
          <a:custGeom>
            <a:avLst/>
            <a:gdLst/>
            <a:ahLst/>
            <a:cxnLst/>
            <a:rect r="r" b="b" t="t" l="l"/>
            <a:pathLst>
              <a:path h="1255374" w="6721756">
                <a:moveTo>
                  <a:pt x="0" y="0"/>
                </a:moveTo>
                <a:lnTo>
                  <a:pt x="6721756" y="0"/>
                </a:lnTo>
                <a:lnTo>
                  <a:pt x="6721756" y="1255374"/>
                </a:lnTo>
                <a:lnTo>
                  <a:pt x="0" y="12553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7370338" y="2043142"/>
            <a:ext cx="3547324" cy="3547324"/>
          </a:xfrm>
          <a:custGeom>
            <a:avLst/>
            <a:gdLst/>
            <a:ahLst/>
            <a:cxnLst/>
            <a:rect r="r" b="b" t="t" l="l"/>
            <a:pathLst>
              <a:path h="3547324" w="3547324">
                <a:moveTo>
                  <a:pt x="0" y="0"/>
                </a:moveTo>
                <a:lnTo>
                  <a:pt x="3547324" y="0"/>
                </a:lnTo>
                <a:lnTo>
                  <a:pt x="3547324" y="3547324"/>
                </a:lnTo>
                <a:lnTo>
                  <a:pt x="0" y="35473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64946" y="299774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Condition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081033"/>
            <a:ext cx="16230600" cy="2937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1086" indent="-345543" lvl="1">
              <a:lnSpc>
                <a:spcPts val="8002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Conditional statements in Python are used to control the flow of a program</a:t>
            </a:r>
            <a:r>
              <a:rPr lang="en-US" sz="32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</a:p>
          <a:p>
            <a:pPr algn="just">
              <a:lnSpc>
                <a:spcPts val="8002"/>
              </a:lnSpc>
            </a:pPr>
          </a:p>
          <a:p>
            <a:pPr algn="just" marL="691086" indent="-345543" lvl="1">
              <a:lnSpc>
                <a:spcPts val="8002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They allow the program to make decisions based on certain conditions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566244" y="0"/>
            <a:ext cx="6721756" cy="1255374"/>
          </a:xfrm>
          <a:custGeom>
            <a:avLst/>
            <a:gdLst/>
            <a:ahLst/>
            <a:cxnLst/>
            <a:rect r="r" b="b" t="t" l="l"/>
            <a:pathLst>
              <a:path h="1255374" w="6721756">
                <a:moveTo>
                  <a:pt x="0" y="0"/>
                </a:moveTo>
                <a:lnTo>
                  <a:pt x="6721756" y="0"/>
                </a:lnTo>
                <a:lnTo>
                  <a:pt x="6721756" y="1255374"/>
                </a:lnTo>
                <a:lnTo>
                  <a:pt x="0" y="12553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3864946" y="299774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Condition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790756" y="1895816"/>
            <a:ext cx="7282224" cy="7748286"/>
          </a:xfrm>
          <a:custGeom>
            <a:avLst/>
            <a:gdLst/>
            <a:ahLst/>
            <a:cxnLst/>
            <a:rect r="r" b="b" t="t" l="l"/>
            <a:pathLst>
              <a:path h="7748286" w="7282224">
                <a:moveTo>
                  <a:pt x="0" y="0"/>
                </a:moveTo>
                <a:lnTo>
                  <a:pt x="7282224" y="0"/>
                </a:lnTo>
                <a:lnTo>
                  <a:pt x="7282224" y="7748286"/>
                </a:lnTo>
                <a:lnTo>
                  <a:pt x="0" y="77482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66244" y="0"/>
            <a:ext cx="6721756" cy="1255374"/>
          </a:xfrm>
          <a:custGeom>
            <a:avLst/>
            <a:gdLst/>
            <a:ahLst/>
            <a:cxnLst/>
            <a:rect r="r" b="b" t="t" l="l"/>
            <a:pathLst>
              <a:path h="1255374" w="6721756">
                <a:moveTo>
                  <a:pt x="0" y="0"/>
                </a:moveTo>
                <a:lnTo>
                  <a:pt x="6721756" y="0"/>
                </a:lnTo>
                <a:lnTo>
                  <a:pt x="6721756" y="1255374"/>
                </a:lnTo>
                <a:lnTo>
                  <a:pt x="0" y="12553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061463" y="408940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if statement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428526" y="2625277"/>
            <a:ext cx="11430947" cy="5783353"/>
          </a:xfrm>
          <a:custGeom>
            <a:avLst/>
            <a:gdLst/>
            <a:ahLst/>
            <a:cxnLst/>
            <a:rect r="r" b="b" t="t" l="l"/>
            <a:pathLst>
              <a:path h="5783353" w="11430947">
                <a:moveTo>
                  <a:pt x="0" y="0"/>
                </a:moveTo>
                <a:lnTo>
                  <a:pt x="11430948" y="0"/>
                </a:lnTo>
                <a:lnTo>
                  <a:pt x="11430948" y="5783353"/>
                </a:lnTo>
                <a:lnTo>
                  <a:pt x="0" y="57833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63721" y="0"/>
            <a:ext cx="6024279" cy="1125112"/>
          </a:xfrm>
          <a:custGeom>
            <a:avLst/>
            <a:gdLst/>
            <a:ahLst/>
            <a:cxnLst/>
            <a:rect r="r" b="b" t="t" l="l"/>
            <a:pathLst>
              <a:path h="1125112" w="6024279">
                <a:moveTo>
                  <a:pt x="0" y="0"/>
                </a:moveTo>
                <a:lnTo>
                  <a:pt x="6024279" y="0"/>
                </a:lnTo>
                <a:lnTo>
                  <a:pt x="6024279" y="1125112"/>
                </a:lnTo>
                <a:lnTo>
                  <a:pt x="0" y="1125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3500985" y="380365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Intendation rule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719821" y="2396640"/>
            <a:ext cx="7554821" cy="3822273"/>
          </a:xfrm>
          <a:custGeom>
            <a:avLst/>
            <a:gdLst/>
            <a:ahLst/>
            <a:cxnLst/>
            <a:rect r="r" b="b" t="t" l="l"/>
            <a:pathLst>
              <a:path h="3822273" w="7554821">
                <a:moveTo>
                  <a:pt x="0" y="0"/>
                </a:moveTo>
                <a:lnTo>
                  <a:pt x="7554821" y="0"/>
                </a:lnTo>
                <a:lnTo>
                  <a:pt x="7554821" y="3822273"/>
                </a:lnTo>
                <a:lnTo>
                  <a:pt x="0" y="38222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396640"/>
            <a:ext cx="7554821" cy="3822273"/>
          </a:xfrm>
          <a:custGeom>
            <a:avLst/>
            <a:gdLst/>
            <a:ahLst/>
            <a:cxnLst/>
            <a:rect r="r" b="b" t="t" l="l"/>
            <a:pathLst>
              <a:path h="3822273" w="7554821">
                <a:moveTo>
                  <a:pt x="0" y="0"/>
                </a:moveTo>
                <a:lnTo>
                  <a:pt x="7554821" y="0"/>
                </a:lnTo>
                <a:lnTo>
                  <a:pt x="7554821" y="3822273"/>
                </a:lnTo>
                <a:lnTo>
                  <a:pt x="0" y="38222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582483" y="7180938"/>
            <a:ext cx="1829498" cy="1864456"/>
          </a:xfrm>
          <a:custGeom>
            <a:avLst/>
            <a:gdLst/>
            <a:ahLst/>
            <a:cxnLst/>
            <a:rect r="r" b="b" t="t" l="l"/>
            <a:pathLst>
              <a:path h="1864456" w="1829498">
                <a:moveTo>
                  <a:pt x="0" y="0"/>
                </a:moveTo>
                <a:lnTo>
                  <a:pt x="1829497" y="0"/>
                </a:lnTo>
                <a:lnTo>
                  <a:pt x="1829497" y="1864456"/>
                </a:lnTo>
                <a:lnTo>
                  <a:pt x="0" y="18644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885482" y="7180938"/>
            <a:ext cx="1841257" cy="1962580"/>
          </a:xfrm>
          <a:custGeom>
            <a:avLst/>
            <a:gdLst/>
            <a:ahLst/>
            <a:cxnLst/>
            <a:rect r="r" b="b" t="t" l="l"/>
            <a:pathLst>
              <a:path h="1962580" w="1841257">
                <a:moveTo>
                  <a:pt x="0" y="0"/>
                </a:moveTo>
                <a:lnTo>
                  <a:pt x="1841257" y="0"/>
                </a:lnTo>
                <a:lnTo>
                  <a:pt x="1841257" y="1962580"/>
                </a:lnTo>
                <a:lnTo>
                  <a:pt x="0" y="19625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263721" y="0"/>
            <a:ext cx="6024279" cy="1125112"/>
          </a:xfrm>
          <a:custGeom>
            <a:avLst/>
            <a:gdLst/>
            <a:ahLst/>
            <a:cxnLst/>
            <a:rect r="r" b="b" t="t" l="l"/>
            <a:pathLst>
              <a:path h="1125112" w="6024279">
                <a:moveTo>
                  <a:pt x="0" y="0"/>
                </a:moveTo>
                <a:lnTo>
                  <a:pt x="6024279" y="0"/>
                </a:lnTo>
                <a:lnTo>
                  <a:pt x="6024279" y="1125112"/>
                </a:lnTo>
                <a:lnTo>
                  <a:pt x="0" y="11251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3500985" y="380365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If else statements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948039" y="1910806"/>
            <a:ext cx="6391922" cy="7830694"/>
          </a:xfrm>
          <a:custGeom>
            <a:avLst/>
            <a:gdLst/>
            <a:ahLst/>
            <a:cxnLst/>
            <a:rect r="r" b="b" t="t" l="l"/>
            <a:pathLst>
              <a:path h="7830694" w="6391922">
                <a:moveTo>
                  <a:pt x="0" y="0"/>
                </a:moveTo>
                <a:lnTo>
                  <a:pt x="6391922" y="0"/>
                </a:lnTo>
                <a:lnTo>
                  <a:pt x="6391922" y="7830694"/>
                </a:lnTo>
                <a:lnTo>
                  <a:pt x="0" y="7830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24" t="-2325" r="-11616" b="-1840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63721" y="0"/>
            <a:ext cx="6024279" cy="1125112"/>
          </a:xfrm>
          <a:custGeom>
            <a:avLst/>
            <a:gdLst/>
            <a:ahLst/>
            <a:cxnLst/>
            <a:rect r="r" b="b" t="t" l="l"/>
            <a:pathLst>
              <a:path h="1125112" w="6024279">
                <a:moveTo>
                  <a:pt x="0" y="0"/>
                </a:moveTo>
                <a:lnTo>
                  <a:pt x="6024279" y="0"/>
                </a:lnTo>
                <a:lnTo>
                  <a:pt x="6024279" y="1125112"/>
                </a:lnTo>
                <a:lnTo>
                  <a:pt x="0" y="1125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4424377" y="2256457"/>
            <a:ext cx="8318287" cy="7385210"/>
          </a:xfrm>
          <a:custGeom>
            <a:avLst/>
            <a:gdLst/>
            <a:ahLst/>
            <a:cxnLst/>
            <a:rect r="r" b="b" t="t" l="l"/>
            <a:pathLst>
              <a:path h="7385210" w="8318287">
                <a:moveTo>
                  <a:pt x="0" y="0"/>
                </a:moveTo>
                <a:lnTo>
                  <a:pt x="8318288" y="0"/>
                </a:lnTo>
                <a:lnTo>
                  <a:pt x="8318288" y="7385210"/>
                </a:lnTo>
                <a:lnTo>
                  <a:pt x="0" y="73852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00985" y="380365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If else statements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263721" y="0"/>
            <a:ext cx="6024279" cy="1125112"/>
          </a:xfrm>
          <a:custGeom>
            <a:avLst/>
            <a:gdLst/>
            <a:ahLst/>
            <a:cxnLst/>
            <a:rect r="r" b="b" t="t" l="l"/>
            <a:pathLst>
              <a:path h="1125112" w="6024279">
                <a:moveTo>
                  <a:pt x="0" y="0"/>
                </a:moveTo>
                <a:lnTo>
                  <a:pt x="6024279" y="0"/>
                </a:lnTo>
                <a:lnTo>
                  <a:pt x="6024279" y="1125112"/>
                </a:lnTo>
                <a:lnTo>
                  <a:pt x="0" y="1125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061463" y="380365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If elif statements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054406" y="2415759"/>
            <a:ext cx="10179187" cy="6842541"/>
          </a:xfrm>
          <a:custGeom>
            <a:avLst/>
            <a:gdLst/>
            <a:ahLst/>
            <a:cxnLst/>
            <a:rect r="r" b="b" t="t" l="l"/>
            <a:pathLst>
              <a:path h="6842541" w="10179187">
                <a:moveTo>
                  <a:pt x="0" y="0"/>
                </a:moveTo>
                <a:lnTo>
                  <a:pt x="10179188" y="0"/>
                </a:lnTo>
                <a:lnTo>
                  <a:pt x="10179188" y="6842541"/>
                </a:lnTo>
                <a:lnTo>
                  <a:pt x="0" y="6842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63721" y="0"/>
            <a:ext cx="6024279" cy="1125112"/>
          </a:xfrm>
          <a:custGeom>
            <a:avLst/>
            <a:gdLst/>
            <a:ahLst/>
            <a:cxnLst/>
            <a:rect r="r" b="b" t="t" l="l"/>
            <a:pathLst>
              <a:path h="1125112" w="6024279">
                <a:moveTo>
                  <a:pt x="0" y="0"/>
                </a:moveTo>
                <a:lnTo>
                  <a:pt x="6024279" y="0"/>
                </a:lnTo>
                <a:lnTo>
                  <a:pt x="6024279" y="1125112"/>
                </a:lnTo>
                <a:lnTo>
                  <a:pt x="0" y="1125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061463" y="380365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If elif else statements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802483" y="1720012"/>
            <a:ext cx="8683035" cy="8462213"/>
          </a:xfrm>
          <a:custGeom>
            <a:avLst/>
            <a:gdLst/>
            <a:ahLst/>
            <a:cxnLst/>
            <a:rect r="r" b="b" t="t" l="l"/>
            <a:pathLst>
              <a:path h="8462213" w="8683035">
                <a:moveTo>
                  <a:pt x="0" y="0"/>
                </a:moveTo>
                <a:lnTo>
                  <a:pt x="8683034" y="0"/>
                </a:lnTo>
                <a:lnTo>
                  <a:pt x="8683034" y="8462213"/>
                </a:lnTo>
                <a:lnTo>
                  <a:pt x="0" y="84622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94" t="-2282" r="-3113" b="-1153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606145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061463" y="608965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If elif else statements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729242" y="2074005"/>
            <a:ext cx="8829515" cy="7403370"/>
          </a:xfrm>
          <a:custGeom>
            <a:avLst/>
            <a:gdLst/>
            <a:ahLst/>
            <a:cxnLst/>
            <a:rect r="r" b="b" t="t" l="l"/>
            <a:pathLst>
              <a:path h="7403370" w="8829515">
                <a:moveTo>
                  <a:pt x="0" y="0"/>
                </a:moveTo>
                <a:lnTo>
                  <a:pt x="8829516" y="0"/>
                </a:lnTo>
                <a:lnTo>
                  <a:pt x="8829516" y="7403370"/>
                </a:lnTo>
                <a:lnTo>
                  <a:pt x="0" y="74033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606145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061463" y="608965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Short hand if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564052" y="3196306"/>
            <a:ext cx="11159896" cy="4718436"/>
          </a:xfrm>
          <a:custGeom>
            <a:avLst/>
            <a:gdLst/>
            <a:ahLst/>
            <a:cxnLst/>
            <a:rect r="r" b="b" t="t" l="l"/>
            <a:pathLst>
              <a:path h="4718436" w="11159896">
                <a:moveTo>
                  <a:pt x="0" y="0"/>
                </a:moveTo>
                <a:lnTo>
                  <a:pt x="11159896" y="0"/>
                </a:lnTo>
                <a:lnTo>
                  <a:pt x="11159896" y="4718436"/>
                </a:lnTo>
                <a:lnTo>
                  <a:pt x="0" y="4718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606145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061463" y="483262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Short hand if else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428526" y="3084665"/>
            <a:ext cx="11430947" cy="4833037"/>
          </a:xfrm>
          <a:custGeom>
            <a:avLst/>
            <a:gdLst/>
            <a:ahLst/>
            <a:cxnLst/>
            <a:rect r="r" b="b" t="t" l="l"/>
            <a:pathLst>
              <a:path h="4833037" w="11430947">
                <a:moveTo>
                  <a:pt x="0" y="0"/>
                </a:moveTo>
                <a:lnTo>
                  <a:pt x="11430948" y="0"/>
                </a:lnTo>
                <a:lnTo>
                  <a:pt x="11430948" y="4833037"/>
                </a:lnTo>
                <a:lnTo>
                  <a:pt x="0" y="48330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606145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061463" y="451315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Nested if statements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702919" y="2125355"/>
            <a:ext cx="8882161" cy="7447513"/>
          </a:xfrm>
          <a:custGeom>
            <a:avLst/>
            <a:gdLst/>
            <a:ahLst/>
            <a:cxnLst/>
            <a:rect r="r" b="b" t="t" l="l"/>
            <a:pathLst>
              <a:path h="7447513" w="8882161">
                <a:moveTo>
                  <a:pt x="0" y="0"/>
                </a:moveTo>
                <a:lnTo>
                  <a:pt x="8882162" y="0"/>
                </a:lnTo>
                <a:lnTo>
                  <a:pt x="8882162" y="7447513"/>
                </a:lnTo>
                <a:lnTo>
                  <a:pt x="0" y="74475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606145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061463" y="419367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Pass statement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558632" y="2653478"/>
            <a:ext cx="9746473" cy="5741390"/>
          </a:xfrm>
          <a:custGeom>
            <a:avLst/>
            <a:gdLst/>
            <a:ahLst/>
            <a:cxnLst/>
            <a:rect r="r" b="b" t="t" l="l"/>
            <a:pathLst>
              <a:path h="5741390" w="9746473">
                <a:moveTo>
                  <a:pt x="0" y="0"/>
                </a:moveTo>
                <a:lnTo>
                  <a:pt x="9746473" y="0"/>
                </a:lnTo>
                <a:lnTo>
                  <a:pt x="9746473" y="5741390"/>
                </a:lnTo>
                <a:lnTo>
                  <a:pt x="0" y="57413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5A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3217" y="3628273"/>
            <a:ext cx="20595843" cy="3030455"/>
            <a:chOff x="0" y="0"/>
            <a:chExt cx="27461124" cy="4040606"/>
          </a:xfrm>
        </p:grpSpPr>
        <p:sp>
          <p:nvSpPr>
            <p:cNvPr name="AutoShape 3" id="3"/>
            <p:cNvSpPr/>
            <p:nvPr/>
          </p:nvSpPr>
          <p:spPr>
            <a:xfrm rot="0">
              <a:off x="0" y="0"/>
              <a:ext cx="27461124" cy="4040606"/>
            </a:xfrm>
            <a:prstGeom prst="rect">
              <a:avLst/>
            </a:prstGeom>
            <a:solidFill>
              <a:srgbClr val="FCFFDE"/>
            </a:solid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544688" y="1212098"/>
              <a:ext cx="21422941" cy="16926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30"/>
                </a:lnSpc>
                <a:spcBef>
                  <a:spcPct val="0"/>
                </a:spcBef>
              </a:pPr>
              <a:r>
                <a:rPr lang="en-US" b="true" sz="873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Loops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98220" y="1554721"/>
            <a:ext cx="3705635" cy="1771967"/>
          </a:xfrm>
          <a:custGeom>
            <a:avLst/>
            <a:gdLst/>
            <a:ahLst/>
            <a:cxnLst/>
            <a:rect r="r" b="b" t="t" l="l"/>
            <a:pathLst>
              <a:path h="1771967" w="3705635">
                <a:moveTo>
                  <a:pt x="0" y="0"/>
                </a:moveTo>
                <a:lnTo>
                  <a:pt x="3705635" y="0"/>
                </a:lnTo>
                <a:lnTo>
                  <a:pt x="3705635" y="1771967"/>
                </a:lnTo>
                <a:lnTo>
                  <a:pt x="0" y="17719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735222" y="1359533"/>
            <a:ext cx="6261973" cy="5299194"/>
          </a:xfrm>
          <a:custGeom>
            <a:avLst/>
            <a:gdLst/>
            <a:ahLst/>
            <a:cxnLst/>
            <a:rect r="r" b="b" t="t" l="l"/>
            <a:pathLst>
              <a:path h="5299194" w="6261973">
                <a:moveTo>
                  <a:pt x="0" y="0"/>
                </a:moveTo>
                <a:lnTo>
                  <a:pt x="6261972" y="0"/>
                </a:lnTo>
                <a:lnTo>
                  <a:pt x="6261972" y="5299194"/>
                </a:lnTo>
                <a:lnTo>
                  <a:pt x="0" y="52991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5681" y="329954"/>
            <a:ext cx="1701479" cy="1701479"/>
          </a:xfrm>
          <a:custGeom>
            <a:avLst/>
            <a:gdLst/>
            <a:ahLst/>
            <a:cxnLst/>
            <a:rect r="r" b="b" t="t" l="l"/>
            <a:pathLst>
              <a:path h="1701479" w="1701479">
                <a:moveTo>
                  <a:pt x="0" y="0"/>
                </a:moveTo>
                <a:lnTo>
                  <a:pt x="1701479" y="0"/>
                </a:lnTo>
                <a:lnTo>
                  <a:pt x="1701479" y="1701479"/>
                </a:lnTo>
                <a:lnTo>
                  <a:pt x="0" y="1701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6009219" y="8259661"/>
            <a:ext cx="1541743" cy="1541743"/>
          </a:xfrm>
          <a:custGeom>
            <a:avLst/>
            <a:gdLst/>
            <a:ahLst/>
            <a:cxnLst/>
            <a:rect r="r" b="b" t="t" l="l"/>
            <a:pathLst>
              <a:path h="1541743" w="1541743">
                <a:moveTo>
                  <a:pt x="0" y="0"/>
                </a:moveTo>
                <a:lnTo>
                  <a:pt x="1541743" y="0"/>
                </a:lnTo>
                <a:lnTo>
                  <a:pt x="1541743" y="1541743"/>
                </a:lnTo>
                <a:lnTo>
                  <a:pt x="0" y="15417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1995" y="4915732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5" y="0"/>
                </a:lnTo>
                <a:lnTo>
                  <a:pt x="57006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912600" y="3514863"/>
            <a:ext cx="9096620" cy="2778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0214" indent="-500107" lvl="1">
              <a:lnSpc>
                <a:spcPts val="11581"/>
              </a:lnSpc>
              <a:buFont typeface="Arial"/>
              <a:buChar char="•"/>
            </a:pPr>
            <a:r>
              <a:rPr lang="en-US" b="true" sz="463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For loop</a:t>
            </a:r>
          </a:p>
          <a:p>
            <a:pPr algn="l" marL="1000214" indent="-500107" lvl="1">
              <a:lnSpc>
                <a:spcPts val="11581"/>
              </a:lnSpc>
              <a:buFont typeface="Arial"/>
              <a:buChar char="•"/>
            </a:pPr>
            <a:r>
              <a:rPr lang="en-US" b="true" sz="463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While loop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55520" y="2431661"/>
            <a:ext cx="6983216" cy="103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3"/>
              </a:lnSpc>
            </a:pPr>
            <a:r>
              <a:rPr lang="en-US" b="true" sz="58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Loops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5A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3217" y="3628273"/>
            <a:ext cx="20595843" cy="3030455"/>
            <a:chOff x="0" y="0"/>
            <a:chExt cx="27461124" cy="4040606"/>
          </a:xfrm>
        </p:grpSpPr>
        <p:sp>
          <p:nvSpPr>
            <p:cNvPr name="AutoShape 3" id="3"/>
            <p:cNvSpPr/>
            <p:nvPr/>
          </p:nvSpPr>
          <p:spPr>
            <a:xfrm rot="0">
              <a:off x="0" y="0"/>
              <a:ext cx="27461124" cy="4040606"/>
            </a:xfrm>
            <a:prstGeom prst="rect">
              <a:avLst/>
            </a:prstGeom>
            <a:solidFill>
              <a:srgbClr val="FCFFDE"/>
            </a:solid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544688" y="1212098"/>
              <a:ext cx="21422941" cy="16926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30"/>
                </a:lnSpc>
                <a:spcBef>
                  <a:spcPct val="0"/>
                </a:spcBef>
              </a:pPr>
              <a:r>
                <a:rPr lang="en-US" b="true" sz="873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For Loop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01595" y="1609880"/>
            <a:ext cx="3705635" cy="1771967"/>
          </a:xfrm>
          <a:custGeom>
            <a:avLst/>
            <a:gdLst/>
            <a:ahLst/>
            <a:cxnLst/>
            <a:rect r="r" b="b" t="t" l="l"/>
            <a:pathLst>
              <a:path h="1771967" w="3705635">
                <a:moveTo>
                  <a:pt x="0" y="0"/>
                </a:moveTo>
                <a:lnTo>
                  <a:pt x="3705635" y="0"/>
                </a:lnTo>
                <a:lnTo>
                  <a:pt x="3705635" y="1771967"/>
                </a:lnTo>
                <a:lnTo>
                  <a:pt x="0" y="17719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565123" y="880944"/>
            <a:ext cx="4441671" cy="5777784"/>
          </a:xfrm>
          <a:custGeom>
            <a:avLst/>
            <a:gdLst/>
            <a:ahLst/>
            <a:cxnLst/>
            <a:rect r="r" b="b" t="t" l="l"/>
            <a:pathLst>
              <a:path h="5777784" w="4441671">
                <a:moveTo>
                  <a:pt x="0" y="0"/>
                </a:moveTo>
                <a:lnTo>
                  <a:pt x="4441672" y="0"/>
                </a:lnTo>
                <a:lnTo>
                  <a:pt x="4441672" y="5777783"/>
                </a:lnTo>
                <a:lnTo>
                  <a:pt x="0" y="57777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633166"/>
            <a:ext cx="7180926" cy="8228635"/>
          </a:xfrm>
          <a:custGeom>
            <a:avLst/>
            <a:gdLst/>
            <a:ahLst/>
            <a:cxnLst/>
            <a:rect r="r" b="b" t="t" l="l"/>
            <a:pathLst>
              <a:path h="8228635" w="7180926">
                <a:moveTo>
                  <a:pt x="0" y="0"/>
                </a:moveTo>
                <a:lnTo>
                  <a:pt x="7180926" y="0"/>
                </a:lnTo>
                <a:lnTo>
                  <a:pt x="7180926" y="8228635"/>
                </a:lnTo>
                <a:lnTo>
                  <a:pt x="0" y="8228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61463" y="408940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For loop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64791" y="2238469"/>
            <a:ext cx="8594509" cy="7229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3515" indent="-306758" lvl="1">
              <a:lnSpc>
                <a:spcPts val="7104"/>
              </a:lnSpc>
              <a:buFont typeface="Arial"/>
              <a:buChar char="•"/>
            </a:pPr>
            <a:r>
              <a:rPr lang="en-US" sz="284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For loops in Python are used to iterate over a sequence (list, tuple, or string) and perform a specific action for each item in the sequence</a:t>
            </a:r>
          </a:p>
          <a:p>
            <a:pPr algn="just">
              <a:lnSpc>
                <a:spcPts val="7577"/>
              </a:lnSpc>
            </a:pPr>
          </a:p>
          <a:p>
            <a:pPr algn="just" marL="613515" indent="-306758" lvl="1">
              <a:lnSpc>
                <a:spcPts val="7104"/>
              </a:lnSpc>
              <a:buFont typeface="Arial"/>
              <a:buChar char="•"/>
            </a:pPr>
            <a:r>
              <a:rPr lang="en-US" sz="284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Even strings are iterable objects, they contain a sequence of characters</a:t>
            </a:r>
          </a:p>
          <a:p>
            <a:pPr algn="just">
              <a:lnSpc>
                <a:spcPts val="7577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061463" y="408940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For loop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660940" y="5823770"/>
            <a:ext cx="11541857" cy="3861749"/>
          </a:xfrm>
          <a:custGeom>
            <a:avLst/>
            <a:gdLst/>
            <a:ahLst/>
            <a:cxnLst/>
            <a:rect r="r" b="b" t="t" l="l"/>
            <a:pathLst>
              <a:path h="3861749" w="11541857">
                <a:moveTo>
                  <a:pt x="0" y="0"/>
                </a:moveTo>
                <a:lnTo>
                  <a:pt x="11541857" y="0"/>
                </a:lnTo>
                <a:lnTo>
                  <a:pt x="11541857" y="3861749"/>
                </a:lnTo>
                <a:lnTo>
                  <a:pt x="0" y="38617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16665" y="2087998"/>
            <a:ext cx="7454669" cy="3078547"/>
          </a:xfrm>
          <a:custGeom>
            <a:avLst/>
            <a:gdLst/>
            <a:ahLst/>
            <a:cxnLst/>
            <a:rect r="r" b="b" t="t" l="l"/>
            <a:pathLst>
              <a:path h="3078547" w="7454669">
                <a:moveTo>
                  <a:pt x="0" y="0"/>
                </a:moveTo>
                <a:lnTo>
                  <a:pt x="7454670" y="0"/>
                </a:lnTo>
                <a:lnTo>
                  <a:pt x="7454670" y="3078547"/>
                </a:lnTo>
                <a:lnTo>
                  <a:pt x="0" y="30785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832" r="0" b="-283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061463" y="408940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Break statement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525081" y="2618725"/>
            <a:ext cx="11237838" cy="6421621"/>
          </a:xfrm>
          <a:custGeom>
            <a:avLst/>
            <a:gdLst/>
            <a:ahLst/>
            <a:cxnLst/>
            <a:rect r="r" b="b" t="t" l="l"/>
            <a:pathLst>
              <a:path h="6421621" w="11237838">
                <a:moveTo>
                  <a:pt x="0" y="0"/>
                </a:moveTo>
                <a:lnTo>
                  <a:pt x="11237838" y="0"/>
                </a:lnTo>
                <a:lnTo>
                  <a:pt x="11237838" y="6421621"/>
                </a:lnTo>
                <a:lnTo>
                  <a:pt x="0" y="64216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061463" y="408940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Continue statement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452831" y="2461794"/>
            <a:ext cx="11382338" cy="6504193"/>
          </a:xfrm>
          <a:custGeom>
            <a:avLst/>
            <a:gdLst/>
            <a:ahLst/>
            <a:cxnLst/>
            <a:rect r="r" b="b" t="t" l="l"/>
            <a:pathLst>
              <a:path h="6504193" w="11382338">
                <a:moveTo>
                  <a:pt x="0" y="0"/>
                </a:moveTo>
                <a:lnTo>
                  <a:pt x="11382338" y="0"/>
                </a:lnTo>
                <a:lnTo>
                  <a:pt x="11382338" y="6504193"/>
                </a:lnTo>
                <a:lnTo>
                  <a:pt x="0" y="65041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648101" y="2178469"/>
            <a:ext cx="6788281" cy="3054726"/>
          </a:xfrm>
          <a:custGeom>
            <a:avLst/>
            <a:gdLst/>
            <a:ahLst/>
            <a:cxnLst/>
            <a:rect r="r" b="b" t="t" l="l"/>
            <a:pathLst>
              <a:path h="3054726" w="6788281">
                <a:moveTo>
                  <a:pt x="0" y="0"/>
                </a:moveTo>
                <a:lnTo>
                  <a:pt x="6788281" y="0"/>
                </a:lnTo>
                <a:lnTo>
                  <a:pt x="6788281" y="3054727"/>
                </a:lnTo>
                <a:lnTo>
                  <a:pt x="0" y="30547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27195" y="2122479"/>
            <a:ext cx="6912704" cy="3110717"/>
          </a:xfrm>
          <a:custGeom>
            <a:avLst/>
            <a:gdLst/>
            <a:ahLst/>
            <a:cxnLst/>
            <a:rect r="r" b="b" t="t" l="l"/>
            <a:pathLst>
              <a:path h="3110717" w="6912704">
                <a:moveTo>
                  <a:pt x="0" y="0"/>
                </a:moveTo>
                <a:lnTo>
                  <a:pt x="6912704" y="0"/>
                </a:lnTo>
                <a:lnTo>
                  <a:pt x="6912704" y="3110717"/>
                </a:lnTo>
                <a:lnTo>
                  <a:pt x="0" y="31107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70740" y="6176171"/>
            <a:ext cx="6946519" cy="3125934"/>
          </a:xfrm>
          <a:custGeom>
            <a:avLst/>
            <a:gdLst/>
            <a:ahLst/>
            <a:cxnLst/>
            <a:rect r="r" b="b" t="t" l="l"/>
            <a:pathLst>
              <a:path h="3125934" w="6946519">
                <a:moveTo>
                  <a:pt x="0" y="0"/>
                </a:moveTo>
                <a:lnTo>
                  <a:pt x="6946520" y="0"/>
                </a:lnTo>
                <a:lnTo>
                  <a:pt x="6946520" y="3125933"/>
                </a:lnTo>
                <a:lnTo>
                  <a:pt x="0" y="31259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061463" y="408940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Range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061463" y="347399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Nested for loop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124739" y="2290978"/>
            <a:ext cx="10614258" cy="6675189"/>
          </a:xfrm>
          <a:custGeom>
            <a:avLst/>
            <a:gdLst/>
            <a:ahLst/>
            <a:cxnLst/>
            <a:rect r="r" b="b" t="t" l="l"/>
            <a:pathLst>
              <a:path h="6675189" w="10614258">
                <a:moveTo>
                  <a:pt x="0" y="0"/>
                </a:moveTo>
                <a:lnTo>
                  <a:pt x="10614258" y="0"/>
                </a:lnTo>
                <a:lnTo>
                  <a:pt x="10614258" y="6675189"/>
                </a:lnTo>
                <a:lnTo>
                  <a:pt x="0" y="66751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5A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3217" y="3628273"/>
            <a:ext cx="20595843" cy="3030455"/>
            <a:chOff x="0" y="0"/>
            <a:chExt cx="27461124" cy="4040606"/>
          </a:xfrm>
        </p:grpSpPr>
        <p:sp>
          <p:nvSpPr>
            <p:cNvPr name="AutoShape 3" id="3"/>
            <p:cNvSpPr/>
            <p:nvPr/>
          </p:nvSpPr>
          <p:spPr>
            <a:xfrm rot="0">
              <a:off x="0" y="0"/>
              <a:ext cx="27461124" cy="4040606"/>
            </a:xfrm>
            <a:prstGeom prst="rect">
              <a:avLst/>
            </a:prstGeom>
            <a:solidFill>
              <a:srgbClr val="FCFFDE"/>
            </a:solid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544688" y="1212098"/>
              <a:ext cx="21422941" cy="16926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30"/>
                </a:lnSpc>
                <a:spcBef>
                  <a:spcPct val="0"/>
                </a:spcBef>
              </a:pPr>
              <a:r>
                <a:rPr lang="en-US" b="true" sz="873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While Loop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63698" y="1554721"/>
            <a:ext cx="3705635" cy="1771967"/>
          </a:xfrm>
          <a:custGeom>
            <a:avLst/>
            <a:gdLst/>
            <a:ahLst/>
            <a:cxnLst/>
            <a:rect r="r" b="b" t="t" l="l"/>
            <a:pathLst>
              <a:path h="1771967" w="3705635">
                <a:moveTo>
                  <a:pt x="0" y="0"/>
                </a:moveTo>
                <a:lnTo>
                  <a:pt x="3705634" y="0"/>
                </a:lnTo>
                <a:lnTo>
                  <a:pt x="3705634" y="1771967"/>
                </a:lnTo>
                <a:lnTo>
                  <a:pt x="0" y="17719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546252" y="1783161"/>
            <a:ext cx="4713048" cy="4875566"/>
          </a:xfrm>
          <a:custGeom>
            <a:avLst/>
            <a:gdLst/>
            <a:ahLst/>
            <a:cxnLst/>
            <a:rect r="r" b="b" t="t" l="l"/>
            <a:pathLst>
              <a:path h="4875566" w="4713048">
                <a:moveTo>
                  <a:pt x="0" y="0"/>
                </a:moveTo>
                <a:lnTo>
                  <a:pt x="4713048" y="0"/>
                </a:lnTo>
                <a:lnTo>
                  <a:pt x="4713048" y="4875566"/>
                </a:lnTo>
                <a:lnTo>
                  <a:pt x="0" y="48755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061463" y="347399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While loop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581374" y="3015915"/>
            <a:ext cx="9700989" cy="7060659"/>
          </a:xfrm>
          <a:custGeom>
            <a:avLst/>
            <a:gdLst/>
            <a:ahLst/>
            <a:cxnLst/>
            <a:rect r="r" b="b" t="t" l="l"/>
            <a:pathLst>
              <a:path h="7060659" w="9700989">
                <a:moveTo>
                  <a:pt x="0" y="0"/>
                </a:moveTo>
                <a:lnTo>
                  <a:pt x="9700989" y="0"/>
                </a:lnTo>
                <a:lnTo>
                  <a:pt x="9700989" y="7060658"/>
                </a:lnTo>
                <a:lnTo>
                  <a:pt x="0" y="70606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2500" y="1661174"/>
            <a:ext cx="16383000" cy="865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577"/>
              </a:lnSpc>
            </a:pPr>
            <a:r>
              <a:rPr lang="en-US" sz="303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With the while loop we can execute a set of statements as long as a condition is true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061463" y="347399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While loop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680395" y="2949583"/>
            <a:ext cx="11502946" cy="5010172"/>
          </a:xfrm>
          <a:custGeom>
            <a:avLst/>
            <a:gdLst/>
            <a:ahLst/>
            <a:cxnLst/>
            <a:rect r="r" b="b" t="t" l="l"/>
            <a:pathLst>
              <a:path h="5010172" w="11502946">
                <a:moveTo>
                  <a:pt x="0" y="0"/>
                </a:moveTo>
                <a:lnTo>
                  <a:pt x="11502946" y="0"/>
                </a:lnTo>
                <a:lnTo>
                  <a:pt x="11502946" y="5010172"/>
                </a:lnTo>
                <a:lnTo>
                  <a:pt x="0" y="50101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061463" y="347399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Break statement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652221" y="2161137"/>
            <a:ext cx="11559295" cy="6832828"/>
          </a:xfrm>
          <a:custGeom>
            <a:avLst/>
            <a:gdLst/>
            <a:ahLst/>
            <a:cxnLst/>
            <a:rect r="r" b="b" t="t" l="l"/>
            <a:pathLst>
              <a:path h="6832828" w="11559295">
                <a:moveTo>
                  <a:pt x="0" y="0"/>
                </a:moveTo>
                <a:lnTo>
                  <a:pt x="11559295" y="0"/>
                </a:lnTo>
                <a:lnTo>
                  <a:pt x="11559295" y="6832827"/>
                </a:lnTo>
                <a:lnTo>
                  <a:pt x="0" y="6832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061463" y="347399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Continue statement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804001" y="2114569"/>
            <a:ext cx="10679997" cy="7143731"/>
          </a:xfrm>
          <a:custGeom>
            <a:avLst/>
            <a:gdLst/>
            <a:ahLst/>
            <a:cxnLst/>
            <a:rect r="r" b="b" t="t" l="l"/>
            <a:pathLst>
              <a:path h="7143731" w="10679997">
                <a:moveTo>
                  <a:pt x="0" y="0"/>
                </a:moveTo>
                <a:lnTo>
                  <a:pt x="10679998" y="0"/>
                </a:lnTo>
                <a:lnTo>
                  <a:pt x="10679998" y="7143731"/>
                </a:lnTo>
                <a:lnTo>
                  <a:pt x="0" y="71437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061463" y="347399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Else statement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310584" y="2361906"/>
            <a:ext cx="11666832" cy="6896394"/>
          </a:xfrm>
          <a:custGeom>
            <a:avLst/>
            <a:gdLst/>
            <a:ahLst/>
            <a:cxnLst/>
            <a:rect r="r" b="b" t="t" l="l"/>
            <a:pathLst>
              <a:path h="6896394" w="11666832">
                <a:moveTo>
                  <a:pt x="0" y="0"/>
                </a:moveTo>
                <a:lnTo>
                  <a:pt x="11666832" y="0"/>
                </a:lnTo>
                <a:lnTo>
                  <a:pt x="11666832" y="6896394"/>
                </a:lnTo>
                <a:lnTo>
                  <a:pt x="0" y="68963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5A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3217" y="3628273"/>
            <a:ext cx="20595843" cy="3030455"/>
            <a:chOff x="0" y="0"/>
            <a:chExt cx="27461124" cy="4040606"/>
          </a:xfrm>
        </p:grpSpPr>
        <p:sp>
          <p:nvSpPr>
            <p:cNvPr name="AutoShape 3" id="3"/>
            <p:cNvSpPr/>
            <p:nvPr/>
          </p:nvSpPr>
          <p:spPr>
            <a:xfrm rot="0">
              <a:off x="0" y="0"/>
              <a:ext cx="27461124" cy="4040606"/>
            </a:xfrm>
            <a:prstGeom prst="rect">
              <a:avLst/>
            </a:prstGeom>
            <a:solidFill>
              <a:srgbClr val="FCFFDE"/>
            </a:solid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544688" y="1212098"/>
              <a:ext cx="21422941" cy="16926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30"/>
                </a:lnSpc>
                <a:spcBef>
                  <a:spcPct val="0"/>
                </a:spcBef>
              </a:pPr>
              <a:r>
                <a:rPr lang="en-US" b="true" sz="873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Functions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170314" y="4050683"/>
            <a:ext cx="2535319" cy="2535319"/>
          </a:xfrm>
          <a:custGeom>
            <a:avLst/>
            <a:gdLst/>
            <a:ahLst/>
            <a:cxnLst/>
            <a:rect r="r" b="b" t="t" l="l"/>
            <a:pathLst>
              <a:path h="2535319" w="2535319">
                <a:moveTo>
                  <a:pt x="0" y="0"/>
                </a:moveTo>
                <a:lnTo>
                  <a:pt x="2535319" y="0"/>
                </a:lnTo>
                <a:lnTo>
                  <a:pt x="2535319" y="2535319"/>
                </a:lnTo>
                <a:lnTo>
                  <a:pt x="0" y="2535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92444" y="580069"/>
            <a:ext cx="3753572" cy="6078659"/>
          </a:xfrm>
          <a:custGeom>
            <a:avLst/>
            <a:gdLst/>
            <a:ahLst/>
            <a:cxnLst/>
            <a:rect r="r" b="b" t="t" l="l"/>
            <a:pathLst>
              <a:path h="6078659" w="3753572">
                <a:moveTo>
                  <a:pt x="0" y="0"/>
                </a:moveTo>
                <a:lnTo>
                  <a:pt x="3753572" y="0"/>
                </a:lnTo>
                <a:lnTo>
                  <a:pt x="3753572" y="6078658"/>
                </a:lnTo>
                <a:lnTo>
                  <a:pt x="0" y="60786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0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5"/>
                </a:lnTo>
                <a:lnTo>
                  <a:pt x="0" y="8969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1963244"/>
            <a:ext cx="16230600" cy="797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2" indent="-345441" lvl="1">
              <a:lnSpc>
                <a:spcPts val="8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Functions in Python are blocks of reusable code that perform specific tasks</a:t>
            </a:r>
          </a:p>
          <a:p>
            <a:pPr algn="just">
              <a:lnSpc>
                <a:spcPts val="8000"/>
              </a:lnSpc>
            </a:pPr>
          </a:p>
          <a:p>
            <a:pPr algn="just" marL="690882" indent="-345441" lvl="1">
              <a:lnSpc>
                <a:spcPts val="8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 function runs only when it is called</a:t>
            </a:r>
          </a:p>
          <a:p>
            <a:pPr algn="just">
              <a:lnSpc>
                <a:spcPts val="8000"/>
              </a:lnSpc>
            </a:pPr>
          </a:p>
          <a:p>
            <a:pPr algn="just" marL="690882" indent="-345441" lvl="1">
              <a:lnSpc>
                <a:spcPts val="8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They are defined using the "def" keyword</a:t>
            </a:r>
          </a:p>
          <a:p>
            <a:pPr algn="just">
              <a:lnSpc>
                <a:spcPts val="8000"/>
              </a:lnSpc>
            </a:pPr>
          </a:p>
          <a:p>
            <a:pPr algn="just" marL="690882" indent="-345441" lvl="1">
              <a:lnSpc>
                <a:spcPts val="8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They can be called multiple times</a:t>
            </a:r>
          </a:p>
          <a:p>
            <a:pPr algn="just">
              <a:lnSpc>
                <a:spcPts val="80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579194" y="4517427"/>
            <a:ext cx="6708806" cy="5769573"/>
          </a:xfrm>
          <a:custGeom>
            <a:avLst/>
            <a:gdLst/>
            <a:ahLst/>
            <a:cxnLst/>
            <a:rect r="r" b="b" t="t" l="l"/>
            <a:pathLst>
              <a:path h="5769573" w="6708806">
                <a:moveTo>
                  <a:pt x="0" y="0"/>
                </a:moveTo>
                <a:lnTo>
                  <a:pt x="6708806" y="0"/>
                </a:lnTo>
                <a:lnTo>
                  <a:pt x="6708806" y="5769573"/>
                </a:lnTo>
                <a:lnTo>
                  <a:pt x="0" y="5769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61463" y="347399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Functions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061463" y="347399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Functions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848612" y="2423375"/>
            <a:ext cx="8590776" cy="6151099"/>
          </a:xfrm>
          <a:custGeom>
            <a:avLst/>
            <a:gdLst/>
            <a:ahLst/>
            <a:cxnLst/>
            <a:rect r="r" b="b" t="t" l="l"/>
            <a:pathLst>
              <a:path h="6151099" w="8590776">
                <a:moveTo>
                  <a:pt x="0" y="0"/>
                </a:moveTo>
                <a:lnTo>
                  <a:pt x="8590776" y="0"/>
                </a:lnTo>
                <a:lnTo>
                  <a:pt x="8590776" y="6151099"/>
                </a:lnTo>
                <a:lnTo>
                  <a:pt x="0" y="61510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059678"/>
            <a:ext cx="7044523" cy="7198622"/>
          </a:xfrm>
          <a:custGeom>
            <a:avLst/>
            <a:gdLst/>
            <a:ahLst/>
            <a:cxnLst/>
            <a:rect r="r" b="b" t="t" l="l"/>
            <a:pathLst>
              <a:path h="7198622" w="7044523">
                <a:moveTo>
                  <a:pt x="0" y="0"/>
                </a:moveTo>
                <a:lnTo>
                  <a:pt x="7044523" y="0"/>
                </a:lnTo>
                <a:lnTo>
                  <a:pt x="7044523" y="7198622"/>
                </a:lnTo>
                <a:lnTo>
                  <a:pt x="0" y="71986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78096" y="375974"/>
            <a:ext cx="10931808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Parameters and arguments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44288" y="1797213"/>
            <a:ext cx="8315012" cy="8131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6109" indent="-313054" lvl="1">
              <a:lnSpc>
                <a:spcPts val="724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Information can be passed into functions as arguments</a:t>
            </a:r>
          </a:p>
          <a:p>
            <a:pPr algn="just">
              <a:lnSpc>
                <a:spcPts val="7249"/>
              </a:lnSpc>
            </a:pPr>
          </a:p>
          <a:p>
            <a:pPr algn="just" marL="626109" indent="-313054" lvl="1">
              <a:lnSpc>
                <a:spcPts val="724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Arguments are specified after the function name, inside the parentheses</a:t>
            </a:r>
          </a:p>
          <a:p>
            <a:pPr algn="just">
              <a:lnSpc>
                <a:spcPts val="7249"/>
              </a:lnSpc>
            </a:pPr>
          </a:p>
          <a:p>
            <a:pPr algn="just" marL="626109" indent="-313054" lvl="1">
              <a:lnSpc>
                <a:spcPts val="724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You can add as many arguments as you want, just separate them with a comma</a:t>
            </a:r>
          </a:p>
          <a:p>
            <a:pPr algn="just">
              <a:lnSpc>
                <a:spcPts val="724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3678096" y="375974"/>
            <a:ext cx="10931808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Parameters and arguments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290122" y="2433497"/>
            <a:ext cx="13707756" cy="6453401"/>
          </a:xfrm>
          <a:custGeom>
            <a:avLst/>
            <a:gdLst/>
            <a:ahLst/>
            <a:cxnLst/>
            <a:rect r="r" b="b" t="t" l="l"/>
            <a:pathLst>
              <a:path h="6453401" w="13707756">
                <a:moveTo>
                  <a:pt x="0" y="0"/>
                </a:moveTo>
                <a:lnTo>
                  <a:pt x="13707756" y="0"/>
                </a:lnTo>
                <a:lnTo>
                  <a:pt x="13707756" y="6453401"/>
                </a:lnTo>
                <a:lnTo>
                  <a:pt x="0" y="64534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3678096" y="375974"/>
            <a:ext cx="10931808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Positional Arguments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290122" y="2948396"/>
            <a:ext cx="13707756" cy="5423603"/>
          </a:xfrm>
          <a:custGeom>
            <a:avLst/>
            <a:gdLst/>
            <a:ahLst/>
            <a:cxnLst/>
            <a:rect r="r" b="b" t="t" l="l"/>
            <a:pathLst>
              <a:path h="5423603" w="13707756">
                <a:moveTo>
                  <a:pt x="0" y="0"/>
                </a:moveTo>
                <a:lnTo>
                  <a:pt x="13707756" y="0"/>
                </a:lnTo>
                <a:lnTo>
                  <a:pt x="13707756" y="5423603"/>
                </a:lnTo>
                <a:lnTo>
                  <a:pt x="0" y="54236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3678096" y="375974"/>
            <a:ext cx="10931808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Keyword Arguments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290122" y="2894046"/>
            <a:ext cx="13707756" cy="5423603"/>
          </a:xfrm>
          <a:custGeom>
            <a:avLst/>
            <a:gdLst/>
            <a:ahLst/>
            <a:cxnLst/>
            <a:rect r="r" b="b" t="t" l="l"/>
            <a:pathLst>
              <a:path h="5423603" w="13707756">
                <a:moveTo>
                  <a:pt x="0" y="0"/>
                </a:moveTo>
                <a:lnTo>
                  <a:pt x="13707756" y="0"/>
                </a:lnTo>
                <a:lnTo>
                  <a:pt x="13707756" y="5423603"/>
                </a:lnTo>
                <a:lnTo>
                  <a:pt x="0" y="54236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3678096" y="375974"/>
            <a:ext cx="10931808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Default parameter value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984611" y="2012719"/>
            <a:ext cx="10894514" cy="7561118"/>
          </a:xfrm>
          <a:custGeom>
            <a:avLst/>
            <a:gdLst/>
            <a:ahLst/>
            <a:cxnLst/>
            <a:rect r="r" b="b" t="t" l="l"/>
            <a:pathLst>
              <a:path h="7561118" w="10894514">
                <a:moveTo>
                  <a:pt x="0" y="0"/>
                </a:moveTo>
                <a:lnTo>
                  <a:pt x="10894514" y="0"/>
                </a:lnTo>
                <a:lnTo>
                  <a:pt x="10894514" y="7561118"/>
                </a:lnTo>
                <a:lnTo>
                  <a:pt x="0" y="7561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F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95A8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3678096" y="375974"/>
            <a:ext cx="10931808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Return values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317945" y="2176069"/>
            <a:ext cx="11652111" cy="7082231"/>
          </a:xfrm>
          <a:custGeom>
            <a:avLst/>
            <a:gdLst/>
            <a:ahLst/>
            <a:cxnLst/>
            <a:rect r="r" b="b" t="t" l="l"/>
            <a:pathLst>
              <a:path h="7082231" w="11652111">
                <a:moveTo>
                  <a:pt x="0" y="0"/>
                </a:moveTo>
                <a:lnTo>
                  <a:pt x="11652110" y="0"/>
                </a:lnTo>
                <a:lnTo>
                  <a:pt x="11652110" y="7082231"/>
                </a:lnTo>
                <a:lnTo>
                  <a:pt x="0" y="70822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65039" y="6371622"/>
            <a:ext cx="8671638" cy="8671638"/>
          </a:xfrm>
          <a:custGeom>
            <a:avLst/>
            <a:gdLst/>
            <a:ahLst/>
            <a:cxnLst/>
            <a:rect r="r" b="b" t="t" l="l"/>
            <a:pathLst>
              <a:path h="8671638" w="8671638">
                <a:moveTo>
                  <a:pt x="0" y="0"/>
                </a:moveTo>
                <a:lnTo>
                  <a:pt x="8671638" y="0"/>
                </a:lnTo>
                <a:lnTo>
                  <a:pt x="8671638" y="8671637"/>
                </a:lnTo>
                <a:lnTo>
                  <a:pt x="0" y="86716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87927" y="-5362681"/>
            <a:ext cx="8671638" cy="8671638"/>
          </a:xfrm>
          <a:custGeom>
            <a:avLst/>
            <a:gdLst/>
            <a:ahLst/>
            <a:cxnLst/>
            <a:rect r="r" b="b" t="t" l="l"/>
            <a:pathLst>
              <a:path h="8671638" w="8671638">
                <a:moveTo>
                  <a:pt x="0" y="0"/>
                </a:moveTo>
                <a:lnTo>
                  <a:pt x="8671638" y="0"/>
                </a:lnTo>
                <a:lnTo>
                  <a:pt x="8671638" y="8671638"/>
                </a:lnTo>
                <a:lnTo>
                  <a:pt x="0" y="86716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20695" y="-2201515"/>
            <a:ext cx="11805206" cy="11805206"/>
          </a:xfrm>
          <a:custGeom>
            <a:avLst/>
            <a:gdLst/>
            <a:ahLst/>
            <a:cxnLst/>
            <a:rect r="r" b="b" t="t" l="l"/>
            <a:pathLst>
              <a:path h="11805206" w="11805206">
                <a:moveTo>
                  <a:pt x="0" y="0"/>
                </a:moveTo>
                <a:lnTo>
                  <a:pt x="11805206" y="0"/>
                </a:lnTo>
                <a:lnTo>
                  <a:pt x="11805206" y="11805206"/>
                </a:lnTo>
                <a:lnTo>
                  <a:pt x="0" y="118052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00230" y="5951181"/>
            <a:ext cx="8671638" cy="8671638"/>
          </a:xfrm>
          <a:custGeom>
            <a:avLst/>
            <a:gdLst/>
            <a:ahLst/>
            <a:cxnLst/>
            <a:rect r="r" b="b" t="t" l="l"/>
            <a:pathLst>
              <a:path h="8671638" w="8671638">
                <a:moveTo>
                  <a:pt x="0" y="0"/>
                </a:moveTo>
                <a:lnTo>
                  <a:pt x="8671637" y="0"/>
                </a:lnTo>
                <a:lnTo>
                  <a:pt x="8671637" y="8671638"/>
                </a:lnTo>
                <a:lnTo>
                  <a:pt x="0" y="86716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rot="0">
            <a:off x="1067170" y="7821195"/>
            <a:ext cx="3207220" cy="0"/>
          </a:xfrm>
          <a:prstGeom prst="line">
            <a:avLst/>
          </a:prstGeom>
          <a:ln cap="rnd" w="28575">
            <a:solidFill>
              <a:srgbClr val="AFC1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0">
            <a:off x="1067170" y="1813814"/>
            <a:ext cx="3207220" cy="0"/>
          </a:xfrm>
          <a:prstGeom prst="line">
            <a:avLst/>
          </a:prstGeom>
          <a:ln cap="rnd" w="28575">
            <a:solidFill>
              <a:srgbClr val="2C27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2057400" y="842231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047630" y="-170209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416523" y="4629449"/>
            <a:ext cx="6842777" cy="6842777"/>
          </a:xfrm>
          <a:custGeom>
            <a:avLst/>
            <a:gdLst/>
            <a:ahLst/>
            <a:cxnLst/>
            <a:rect r="r" b="b" t="t" l="l"/>
            <a:pathLst>
              <a:path h="6842777" w="6842777">
                <a:moveTo>
                  <a:pt x="0" y="0"/>
                </a:moveTo>
                <a:lnTo>
                  <a:pt x="6842777" y="0"/>
                </a:lnTo>
                <a:lnTo>
                  <a:pt x="6842777" y="6842777"/>
                </a:lnTo>
                <a:lnTo>
                  <a:pt x="0" y="68427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9617355" y="-1117405"/>
            <a:ext cx="10508546" cy="10508504"/>
            <a:chOff x="0" y="0"/>
            <a:chExt cx="6350000" cy="63499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8"/>
              <a:stretch>
                <a:fillRect l="-24999" t="0" r="-24999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5038552" y="9391099"/>
            <a:ext cx="3490318" cy="425184"/>
          </a:xfrm>
          <a:custGeom>
            <a:avLst/>
            <a:gdLst/>
            <a:ahLst/>
            <a:cxnLst/>
            <a:rect r="r" b="b" t="t" l="l"/>
            <a:pathLst>
              <a:path h="425184" w="3490318">
                <a:moveTo>
                  <a:pt x="0" y="0"/>
                </a:moveTo>
                <a:lnTo>
                  <a:pt x="3490318" y="0"/>
                </a:lnTo>
                <a:lnTo>
                  <a:pt x="3490318" y="425184"/>
                </a:lnTo>
                <a:lnTo>
                  <a:pt x="0" y="4251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89186" y="1726210"/>
            <a:ext cx="7698730" cy="2292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50"/>
              </a:lnSpc>
            </a:pPr>
            <a:r>
              <a:rPr lang="en-US" sz="13000">
                <a:solidFill>
                  <a:srgbClr val="2C273F"/>
                </a:solidFill>
                <a:latin typeface="Paalalabas Wide"/>
                <a:ea typeface="Paalalabas Wide"/>
                <a:cs typeface="Paalalabas Wide"/>
                <a:sym typeface="Paalalabas Wide"/>
              </a:rPr>
              <a:t>MY TIME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33374" y="3875674"/>
            <a:ext cx="7410626" cy="283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39"/>
              </a:lnSpc>
            </a:pPr>
            <a:r>
              <a:rPr lang="en-US" sz="5199" spc="103">
                <a:solidFill>
                  <a:srgbClr val="2C273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GO CONFIDENTLY IN THE DIRECTION OF YOUR DREAMS! LIVE THE LIFE YOU'VE IMAGINED."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7170" y="8221899"/>
            <a:ext cx="4898222" cy="260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0"/>
              </a:lnSpc>
            </a:pPr>
            <a:r>
              <a:rPr lang="en-US" sz="1802" spc="512">
                <a:solidFill>
                  <a:srgbClr val="0B132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WWW.PANTECHELEARNING.COM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7170" y="1047750"/>
            <a:ext cx="5123851" cy="467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0"/>
              </a:lnSpc>
            </a:pPr>
            <a:r>
              <a:rPr lang="en-US" sz="3200" spc="160">
                <a:solidFill>
                  <a:srgbClr val="0B132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pantech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5A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26335" y="1522672"/>
            <a:ext cx="7285039" cy="6611173"/>
          </a:xfrm>
          <a:custGeom>
            <a:avLst/>
            <a:gdLst/>
            <a:ahLst/>
            <a:cxnLst/>
            <a:rect r="r" b="b" t="t" l="l"/>
            <a:pathLst>
              <a:path h="6611173" w="7285039">
                <a:moveTo>
                  <a:pt x="0" y="0"/>
                </a:moveTo>
                <a:lnTo>
                  <a:pt x="7285038" y="0"/>
                </a:lnTo>
                <a:lnTo>
                  <a:pt x="7285038" y="6611173"/>
                </a:lnTo>
                <a:lnTo>
                  <a:pt x="0" y="6611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01177" y="1275686"/>
            <a:ext cx="2762125" cy="7105145"/>
          </a:xfrm>
          <a:custGeom>
            <a:avLst/>
            <a:gdLst/>
            <a:ahLst/>
            <a:cxnLst/>
            <a:rect r="r" b="b" t="t" l="l"/>
            <a:pathLst>
              <a:path h="7105145" w="2762125">
                <a:moveTo>
                  <a:pt x="0" y="0"/>
                </a:moveTo>
                <a:lnTo>
                  <a:pt x="2762125" y="0"/>
                </a:lnTo>
                <a:lnTo>
                  <a:pt x="2762125" y="7105145"/>
                </a:lnTo>
                <a:lnTo>
                  <a:pt x="0" y="71051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485517" y="228186"/>
            <a:ext cx="4802483" cy="896925"/>
          </a:xfrm>
          <a:custGeom>
            <a:avLst/>
            <a:gdLst/>
            <a:ahLst/>
            <a:cxnLst/>
            <a:rect r="r" b="b" t="t" l="l"/>
            <a:pathLst>
              <a:path h="896925" w="4802483">
                <a:moveTo>
                  <a:pt x="0" y="0"/>
                </a:moveTo>
                <a:lnTo>
                  <a:pt x="4802483" y="0"/>
                </a:lnTo>
                <a:lnTo>
                  <a:pt x="4802483" y="896926"/>
                </a:lnTo>
                <a:lnTo>
                  <a:pt x="0" y="8969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882" r="0" b="-4882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DAFdWRXQF9M</dc:identifier>
  <dcterms:modified xsi:type="dcterms:W3CDTF">2011-08-01T06:04:30Z</dcterms:modified>
  <cp:revision>1</cp:revision>
  <dc:title> Py_programming_fundamentals</dc:title>
</cp:coreProperties>
</file>